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4" r:id="rId1"/>
  </p:sldMasterIdLst>
  <p:notesMasterIdLst>
    <p:notesMasterId r:id="rId16"/>
  </p:notesMasterIdLst>
  <p:sldIdLst>
    <p:sldId id="285" r:id="rId2"/>
    <p:sldId id="289" r:id="rId3"/>
    <p:sldId id="262" r:id="rId4"/>
    <p:sldId id="304" r:id="rId5"/>
    <p:sldId id="264" r:id="rId6"/>
    <p:sldId id="302" r:id="rId7"/>
    <p:sldId id="301" r:id="rId8"/>
    <p:sldId id="306" r:id="rId9"/>
    <p:sldId id="307" r:id="rId10"/>
    <p:sldId id="314" r:id="rId11"/>
    <p:sldId id="308" r:id="rId12"/>
    <p:sldId id="309" r:id="rId13"/>
    <p:sldId id="310" r:id="rId14"/>
    <p:sldId id="311" r:id="rId15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énédicte DE BADEREAU" initials="BD" lastIdx="17" clrIdx="0">
    <p:extLst>
      <p:ext uri="{19B8F6BF-5375-455C-9EA6-DF929625EA0E}">
        <p15:presenceInfo xmlns:p15="http://schemas.microsoft.com/office/powerpoint/2012/main" userId="Bénédicte DE BADEREAU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DDC"/>
    <a:srgbClr val="FFFFFF"/>
    <a:srgbClr val="92FFED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7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livier JIQUEL" userId="1456474b-2d78-448b-91b8-c0f21eb716a9" providerId="ADAL" clId="{E52CE264-88F5-4FA0-B70A-61F276701F2B}"/>
    <pc:docChg chg="custSel modSld">
      <pc:chgData name="Olivier JIQUEL" userId="1456474b-2d78-448b-91b8-c0f21eb716a9" providerId="ADAL" clId="{E52CE264-88F5-4FA0-B70A-61F276701F2B}" dt="2026-06-29T12:18:26.564" v="34" actId="478"/>
      <pc:docMkLst>
        <pc:docMk/>
      </pc:docMkLst>
      <pc:sldChg chg="delSp modSp mod">
        <pc:chgData name="Olivier JIQUEL" userId="1456474b-2d78-448b-91b8-c0f21eb716a9" providerId="ADAL" clId="{E52CE264-88F5-4FA0-B70A-61F276701F2B}" dt="2026-06-29T12:15:32.322" v="5" actId="20577"/>
        <pc:sldMkLst>
          <pc:docMk/>
          <pc:sldMk cId="2589526250" sldId="264"/>
        </pc:sldMkLst>
        <pc:spChg chg="del">
          <ac:chgData name="Olivier JIQUEL" userId="1456474b-2d78-448b-91b8-c0f21eb716a9" providerId="ADAL" clId="{E52CE264-88F5-4FA0-B70A-61F276701F2B}" dt="2026-06-29T12:15:05.700" v="1" actId="478"/>
          <ac:spMkLst>
            <pc:docMk/>
            <pc:sldMk cId="2589526250" sldId="264"/>
            <ac:spMk id="2" creationId="{F174AAE9-94E5-4E67-91FA-56A17548D503}"/>
          </ac:spMkLst>
        </pc:spChg>
        <pc:spChg chg="mod">
          <ac:chgData name="Olivier JIQUEL" userId="1456474b-2d78-448b-91b8-c0f21eb716a9" providerId="ADAL" clId="{E52CE264-88F5-4FA0-B70A-61F276701F2B}" dt="2026-06-29T12:15:32.322" v="5" actId="20577"/>
          <ac:spMkLst>
            <pc:docMk/>
            <pc:sldMk cId="2589526250" sldId="264"/>
            <ac:spMk id="6" creationId="{9050593F-252F-20FE-CA22-B359068FC15B}"/>
          </ac:spMkLst>
        </pc:spChg>
      </pc:sldChg>
      <pc:sldChg chg="delSp modSp mod">
        <pc:chgData name="Olivier JIQUEL" userId="1456474b-2d78-448b-91b8-c0f21eb716a9" providerId="ADAL" clId="{E52CE264-88F5-4FA0-B70A-61F276701F2B}" dt="2026-06-29T12:16:03.719" v="10" actId="6549"/>
        <pc:sldMkLst>
          <pc:docMk/>
          <pc:sldMk cId="660638175" sldId="301"/>
        </pc:sldMkLst>
        <pc:spChg chg="del">
          <ac:chgData name="Olivier JIQUEL" userId="1456474b-2d78-448b-91b8-c0f21eb716a9" providerId="ADAL" clId="{E52CE264-88F5-4FA0-B70A-61F276701F2B}" dt="2026-06-29T12:15:39.495" v="6" actId="478"/>
          <ac:spMkLst>
            <pc:docMk/>
            <pc:sldMk cId="660638175" sldId="301"/>
            <ac:spMk id="2" creationId="{1FB910DF-6FD7-0B6E-B7B8-7308D91EFE65}"/>
          </ac:spMkLst>
        </pc:spChg>
        <pc:spChg chg="mod">
          <ac:chgData name="Olivier JIQUEL" userId="1456474b-2d78-448b-91b8-c0f21eb716a9" providerId="ADAL" clId="{E52CE264-88F5-4FA0-B70A-61F276701F2B}" dt="2026-06-29T12:16:03.719" v="10" actId="6549"/>
          <ac:spMkLst>
            <pc:docMk/>
            <pc:sldMk cId="660638175" sldId="301"/>
            <ac:spMk id="19" creationId="{7B85C171-E0F6-B7DB-6D8C-EE4996A6272D}"/>
          </ac:spMkLst>
        </pc:spChg>
      </pc:sldChg>
      <pc:sldChg chg="delSp mod">
        <pc:chgData name="Olivier JIQUEL" userId="1456474b-2d78-448b-91b8-c0f21eb716a9" providerId="ADAL" clId="{E52CE264-88F5-4FA0-B70A-61F276701F2B}" dt="2026-06-29T12:14:30.192" v="0" actId="478"/>
        <pc:sldMkLst>
          <pc:docMk/>
          <pc:sldMk cId="186020340" sldId="304"/>
        </pc:sldMkLst>
        <pc:spChg chg="del">
          <ac:chgData name="Olivier JIQUEL" userId="1456474b-2d78-448b-91b8-c0f21eb716a9" providerId="ADAL" clId="{E52CE264-88F5-4FA0-B70A-61F276701F2B}" dt="2026-06-29T12:14:30.192" v="0" actId="478"/>
          <ac:spMkLst>
            <pc:docMk/>
            <pc:sldMk cId="186020340" sldId="304"/>
            <ac:spMk id="2" creationId="{7E289B14-8514-3547-5BB5-25CE643E113C}"/>
          </ac:spMkLst>
        </pc:spChg>
      </pc:sldChg>
      <pc:sldChg chg="delSp modSp mod">
        <pc:chgData name="Olivier JIQUEL" userId="1456474b-2d78-448b-91b8-c0f21eb716a9" providerId="ADAL" clId="{E52CE264-88F5-4FA0-B70A-61F276701F2B}" dt="2026-06-29T12:17:14.032" v="20" actId="478"/>
        <pc:sldMkLst>
          <pc:docMk/>
          <pc:sldMk cId="898125230" sldId="307"/>
        </pc:sldMkLst>
        <pc:spChg chg="del">
          <ac:chgData name="Olivier JIQUEL" userId="1456474b-2d78-448b-91b8-c0f21eb716a9" providerId="ADAL" clId="{E52CE264-88F5-4FA0-B70A-61F276701F2B}" dt="2026-06-29T12:17:14.032" v="20" actId="478"/>
          <ac:spMkLst>
            <pc:docMk/>
            <pc:sldMk cId="898125230" sldId="307"/>
            <ac:spMk id="2" creationId="{F2404366-0DEE-B470-364D-C39EDE9337FC}"/>
          </ac:spMkLst>
        </pc:spChg>
        <pc:spChg chg="mod">
          <ac:chgData name="Olivier JIQUEL" userId="1456474b-2d78-448b-91b8-c0f21eb716a9" providerId="ADAL" clId="{E52CE264-88F5-4FA0-B70A-61F276701F2B}" dt="2026-06-29T12:17:06.844" v="19" actId="20577"/>
          <ac:spMkLst>
            <pc:docMk/>
            <pc:sldMk cId="898125230" sldId="307"/>
            <ac:spMk id="15" creationId="{B7B9DB64-8A39-1B42-EEBA-EEF2198581C6}"/>
          </ac:spMkLst>
        </pc:spChg>
      </pc:sldChg>
      <pc:sldChg chg="delSp modSp mod">
        <pc:chgData name="Olivier JIQUEL" userId="1456474b-2d78-448b-91b8-c0f21eb716a9" providerId="ADAL" clId="{E52CE264-88F5-4FA0-B70A-61F276701F2B}" dt="2026-06-29T12:17:48.224" v="30" actId="478"/>
        <pc:sldMkLst>
          <pc:docMk/>
          <pc:sldMk cId="175998209" sldId="309"/>
        </pc:sldMkLst>
        <pc:spChg chg="del">
          <ac:chgData name="Olivier JIQUEL" userId="1456474b-2d78-448b-91b8-c0f21eb716a9" providerId="ADAL" clId="{E52CE264-88F5-4FA0-B70A-61F276701F2B}" dt="2026-06-29T12:17:48.224" v="30" actId="478"/>
          <ac:spMkLst>
            <pc:docMk/>
            <pc:sldMk cId="175998209" sldId="309"/>
            <ac:spMk id="2" creationId="{3E39760E-56D4-E622-53FB-6A1C00CED8B1}"/>
          </ac:spMkLst>
        </pc:spChg>
        <pc:spChg chg="mod">
          <ac:chgData name="Olivier JIQUEL" userId="1456474b-2d78-448b-91b8-c0f21eb716a9" providerId="ADAL" clId="{E52CE264-88F5-4FA0-B70A-61F276701F2B}" dt="2026-06-29T12:17:42.852" v="29" actId="20577"/>
          <ac:spMkLst>
            <pc:docMk/>
            <pc:sldMk cId="175998209" sldId="309"/>
            <ac:spMk id="7" creationId="{4F06D003-E4A1-C936-8BD9-F67EA9D8C3BC}"/>
          </ac:spMkLst>
        </pc:spChg>
      </pc:sldChg>
      <pc:sldChg chg="delSp modSp mod">
        <pc:chgData name="Olivier JIQUEL" userId="1456474b-2d78-448b-91b8-c0f21eb716a9" providerId="ADAL" clId="{E52CE264-88F5-4FA0-B70A-61F276701F2B}" dt="2026-06-29T12:18:26.564" v="34" actId="478"/>
        <pc:sldMkLst>
          <pc:docMk/>
          <pc:sldMk cId="1731669587" sldId="311"/>
        </pc:sldMkLst>
        <pc:spChg chg="del">
          <ac:chgData name="Olivier JIQUEL" userId="1456474b-2d78-448b-91b8-c0f21eb716a9" providerId="ADAL" clId="{E52CE264-88F5-4FA0-B70A-61F276701F2B}" dt="2026-06-29T12:18:26.564" v="34" actId="478"/>
          <ac:spMkLst>
            <pc:docMk/>
            <pc:sldMk cId="1731669587" sldId="311"/>
            <ac:spMk id="2" creationId="{FB1BA85C-8A94-FA2A-081C-072DFB2A15C5}"/>
          </ac:spMkLst>
        </pc:spChg>
        <pc:spChg chg="mod">
          <ac:chgData name="Olivier JIQUEL" userId="1456474b-2d78-448b-91b8-c0f21eb716a9" providerId="ADAL" clId="{E52CE264-88F5-4FA0-B70A-61F276701F2B}" dt="2026-06-29T12:18:09.482" v="33" actId="6549"/>
          <ac:spMkLst>
            <pc:docMk/>
            <pc:sldMk cId="1731669587" sldId="311"/>
            <ac:spMk id="10" creationId="{AAE93B74-1740-CF29-D4E7-5DFC4763A6F1}"/>
          </ac:spMkLst>
        </pc:spChg>
      </pc:sldChg>
      <pc:sldChg chg="delSp mod">
        <pc:chgData name="Olivier JIQUEL" userId="1456474b-2d78-448b-91b8-c0f21eb716a9" providerId="ADAL" clId="{E52CE264-88F5-4FA0-B70A-61F276701F2B}" dt="2026-06-29T12:17:24.903" v="21" actId="478"/>
        <pc:sldMkLst>
          <pc:docMk/>
          <pc:sldMk cId="1648884776" sldId="314"/>
        </pc:sldMkLst>
        <pc:spChg chg="del">
          <ac:chgData name="Olivier JIQUEL" userId="1456474b-2d78-448b-91b8-c0f21eb716a9" providerId="ADAL" clId="{E52CE264-88F5-4FA0-B70A-61F276701F2B}" dt="2026-06-29T12:17:24.903" v="21" actId="478"/>
          <ac:spMkLst>
            <pc:docMk/>
            <pc:sldMk cId="1648884776" sldId="314"/>
            <ac:spMk id="6" creationId="{C75E0F1C-958F-9D0B-55C4-06909FD07596}"/>
          </ac:spMkLst>
        </pc:spChg>
      </pc:sldChg>
    </pc:docChg>
  </pc:docChgLst>
  <pc:docChgLst>
    <pc:chgData name="Paul VIDOUZE" userId="021353d4-6486-43ca-b959-0c3707bfbb6c" providerId="ADAL" clId="{E52CC917-2DEB-4F06-8BDD-C626438FE26A}"/>
    <pc:docChg chg="undo custSel addSld delSld modSld">
      <pc:chgData name="Paul VIDOUZE" userId="021353d4-6486-43ca-b959-0c3707bfbb6c" providerId="ADAL" clId="{E52CC917-2DEB-4F06-8BDD-C626438FE26A}" dt="2026-06-24T08:29:39.799" v="3416" actId="47"/>
      <pc:docMkLst>
        <pc:docMk/>
      </pc:docMkLst>
      <pc:sldChg chg="modSp mod">
        <pc:chgData name="Paul VIDOUZE" userId="021353d4-6486-43ca-b959-0c3707bfbb6c" providerId="ADAL" clId="{E52CC917-2DEB-4F06-8BDD-C626438FE26A}" dt="2026-06-23T09:58:41.939" v="1093" actId="20577"/>
        <pc:sldMkLst>
          <pc:docMk/>
          <pc:sldMk cId="3084426063" sldId="262"/>
        </pc:sldMkLst>
        <pc:spChg chg="mod">
          <ac:chgData name="Paul VIDOUZE" userId="021353d4-6486-43ca-b959-0c3707bfbb6c" providerId="ADAL" clId="{E52CC917-2DEB-4F06-8BDD-C626438FE26A}" dt="2026-06-23T09:58:41.939" v="1093" actId="20577"/>
          <ac:spMkLst>
            <pc:docMk/>
            <pc:sldMk cId="3084426063" sldId="262"/>
            <ac:spMk id="2" creationId="{6E7679B5-69B0-4294-8F86-3EA56A964B7E}"/>
          </ac:spMkLst>
        </pc:spChg>
      </pc:sldChg>
      <pc:sldChg chg="delSp modSp mod">
        <pc:chgData name="Paul VIDOUZE" userId="021353d4-6486-43ca-b959-0c3707bfbb6c" providerId="ADAL" clId="{E52CC917-2DEB-4F06-8BDD-C626438FE26A}" dt="2026-06-23T09:58:24.436" v="1076" actId="1076"/>
        <pc:sldMkLst>
          <pc:docMk/>
          <pc:sldMk cId="2589526250" sldId="264"/>
        </pc:sldMkLst>
        <pc:spChg chg="mod">
          <ac:chgData name="Paul VIDOUZE" userId="021353d4-6486-43ca-b959-0c3707bfbb6c" providerId="ADAL" clId="{E52CC917-2DEB-4F06-8BDD-C626438FE26A}" dt="2026-06-23T09:58:24.436" v="1076" actId="1076"/>
          <ac:spMkLst>
            <pc:docMk/>
            <pc:sldMk cId="2589526250" sldId="264"/>
            <ac:spMk id="5" creationId="{011BF5C2-81A6-A5FE-51F2-490ECE9827F7}"/>
          </ac:spMkLst>
        </pc:spChg>
        <pc:spChg chg="mod">
          <ac:chgData name="Paul VIDOUZE" userId="021353d4-6486-43ca-b959-0c3707bfbb6c" providerId="ADAL" clId="{E52CC917-2DEB-4F06-8BDD-C626438FE26A}" dt="2026-06-23T09:58:24.436" v="1076" actId="1076"/>
          <ac:spMkLst>
            <pc:docMk/>
            <pc:sldMk cId="2589526250" sldId="264"/>
            <ac:spMk id="6" creationId="{9050593F-252F-20FE-CA22-B359068FC15B}"/>
          </ac:spMkLst>
        </pc:spChg>
        <pc:spChg chg="mod">
          <ac:chgData name="Paul VIDOUZE" userId="021353d4-6486-43ca-b959-0c3707bfbb6c" providerId="ADAL" clId="{E52CC917-2DEB-4F06-8BDD-C626438FE26A}" dt="2026-06-23T09:58:16.126" v="1075" actId="1076"/>
          <ac:spMkLst>
            <pc:docMk/>
            <pc:sldMk cId="2589526250" sldId="264"/>
            <ac:spMk id="10" creationId="{F8826461-E529-4863-8BEC-5F1C28248B6E}"/>
          </ac:spMkLst>
        </pc:spChg>
        <pc:spChg chg="mod">
          <ac:chgData name="Paul VIDOUZE" userId="021353d4-6486-43ca-b959-0c3707bfbb6c" providerId="ADAL" clId="{E52CC917-2DEB-4F06-8BDD-C626438FE26A}" dt="2026-06-23T09:58:16.126" v="1075" actId="1076"/>
          <ac:spMkLst>
            <pc:docMk/>
            <pc:sldMk cId="2589526250" sldId="264"/>
            <ac:spMk id="11" creationId="{236D0A91-D761-4251-9699-B9493240BD34}"/>
          </ac:spMkLst>
        </pc:spChg>
        <pc:spChg chg="mod">
          <ac:chgData name="Paul VIDOUZE" userId="021353d4-6486-43ca-b959-0c3707bfbb6c" providerId="ADAL" clId="{E52CC917-2DEB-4F06-8BDD-C626438FE26A}" dt="2026-06-23T09:58:16.126" v="1075" actId="1076"/>
          <ac:spMkLst>
            <pc:docMk/>
            <pc:sldMk cId="2589526250" sldId="264"/>
            <ac:spMk id="13" creationId="{85A9B3EE-D595-B8BD-B65C-5DEEEB806800}"/>
          </ac:spMkLst>
        </pc:spChg>
        <pc:spChg chg="mod">
          <ac:chgData name="Paul VIDOUZE" userId="021353d4-6486-43ca-b959-0c3707bfbb6c" providerId="ADAL" clId="{E52CC917-2DEB-4F06-8BDD-C626438FE26A}" dt="2026-06-23T09:58:24.436" v="1076" actId="1076"/>
          <ac:spMkLst>
            <pc:docMk/>
            <pc:sldMk cId="2589526250" sldId="264"/>
            <ac:spMk id="14" creationId="{37790156-CF64-058C-07B6-B0B9AAB7EF7D}"/>
          </ac:spMkLst>
        </pc:spChg>
        <pc:spChg chg="mod">
          <ac:chgData name="Paul VIDOUZE" userId="021353d4-6486-43ca-b959-0c3707bfbb6c" providerId="ADAL" clId="{E52CC917-2DEB-4F06-8BDD-C626438FE26A}" dt="2026-06-23T09:57:57.835" v="1071" actId="1076"/>
          <ac:spMkLst>
            <pc:docMk/>
            <pc:sldMk cId="2589526250" sldId="264"/>
            <ac:spMk id="17" creationId="{DF3D8B31-3826-4149-CBE6-8C524B7E3C7A}"/>
          </ac:spMkLst>
        </pc:spChg>
      </pc:sldChg>
      <pc:sldChg chg="modSp mod">
        <pc:chgData name="Paul VIDOUZE" userId="021353d4-6486-43ca-b959-0c3707bfbb6c" providerId="ADAL" clId="{E52CC917-2DEB-4F06-8BDD-C626438FE26A}" dt="2026-06-23T09:14:12.973" v="16" actId="20577"/>
        <pc:sldMkLst>
          <pc:docMk/>
          <pc:sldMk cId="1968294538" sldId="285"/>
        </pc:sldMkLst>
        <pc:spChg chg="mod">
          <ac:chgData name="Paul VIDOUZE" userId="021353d4-6486-43ca-b959-0c3707bfbb6c" providerId="ADAL" clId="{E52CC917-2DEB-4F06-8BDD-C626438FE26A}" dt="2026-06-23T09:14:12.973" v="16" actId="20577"/>
          <ac:spMkLst>
            <pc:docMk/>
            <pc:sldMk cId="1968294538" sldId="285"/>
            <ac:spMk id="3" creationId="{6F0EE6D4-9362-4304-9A33-C4C5D18CF9D5}"/>
          </ac:spMkLst>
        </pc:spChg>
        <pc:spChg chg="mod">
          <ac:chgData name="Paul VIDOUZE" userId="021353d4-6486-43ca-b959-0c3707bfbb6c" providerId="ADAL" clId="{E52CC917-2DEB-4F06-8BDD-C626438FE26A}" dt="2026-06-23T09:14:07.132" v="11" actId="20577"/>
          <ac:spMkLst>
            <pc:docMk/>
            <pc:sldMk cId="1968294538" sldId="285"/>
            <ac:spMk id="8" creationId="{EF90730A-9D5E-42EC-B519-99B28439DF1B}"/>
          </ac:spMkLst>
        </pc:spChg>
      </pc:sldChg>
      <pc:sldChg chg="modSp mod">
        <pc:chgData name="Paul VIDOUZE" userId="021353d4-6486-43ca-b959-0c3707bfbb6c" providerId="ADAL" clId="{E52CC917-2DEB-4F06-8BDD-C626438FE26A}" dt="2026-06-24T08:16:26.410" v="2450" actId="20577"/>
        <pc:sldMkLst>
          <pc:docMk/>
          <pc:sldMk cId="3086496437" sldId="289"/>
        </pc:sldMkLst>
        <pc:spChg chg="mod">
          <ac:chgData name="Paul VIDOUZE" userId="021353d4-6486-43ca-b959-0c3707bfbb6c" providerId="ADAL" clId="{E52CC917-2DEB-4F06-8BDD-C626438FE26A}" dt="2026-06-24T08:16:26.410" v="2450" actId="20577"/>
          <ac:spMkLst>
            <pc:docMk/>
            <pc:sldMk cId="3086496437" sldId="289"/>
            <ac:spMk id="7" creationId="{6778B9EC-8CA8-41A7-8A2A-69454663AB29}"/>
          </ac:spMkLst>
        </pc:spChg>
      </pc:sldChg>
      <pc:sldChg chg="addSp delSp modSp mod">
        <pc:chgData name="Paul VIDOUZE" userId="021353d4-6486-43ca-b959-0c3707bfbb6c" providerId="ADAL" clId="{E52CC917-2DEB-4F06-8BDD-C626438FE26A}" dt="2026-06-23T10:09:10.532" v="1557" actId="20577"/>
        <pc:sldMkLst>
          <pc:docMk/>
          <pc:sldMk cId="660638175" sldId="301"/>
        </pc:sldMkLst>
        <pc:spChg chg="mod">
          <ac:chgData name="Paul VIDOUZE" userId="021353d4-6486-43ca-b959-0c3707bfbb6c" providerId="ADAL" clId="{E52CC917-2DEB-4F06-8BDD-C626438FE26A}" dt="2026-06-23T10:07:16.620" v="1318" actId="20577"/>
          <ac:spMkLst>
            <pc:docMk/>
            <pc:sldMk cId="660638175" sldId="301"/>
            <ac:spMk id="14" creationId="{7729469E-A330-858A-002A-B24999E2267C}"/>
          </ac:spMkLst>
        </pc:spChg>
        <pc:spChg chg="mod">
          <ac:chgData name="Paul VIDOUZE" userId="021353d4-6486-43ca-b959-0c3707bfbb6c" providerId="ADAL" clId="{E52CC917-2DEB-4F06-8BDD-C626438FE26A}" dt="2026-06-23T10:09:10.532" v="1557" actId="20577"/>
          <ac:spMkLst>
            <pc:docMk/>
            <pc:sldMk cId="660638175" sldId="301"/>
            <ac:spMk id="19" creationId="{7B85C171-E0F6-B7DB-6D8C-EE4996A6272D}"/>
          </ac:spMkLst>
        </pc:spChg>
        <pc:picChg chg="add del mod">
          <ac:chgData name="Paul VIDOUZE" userId="021353d4-6486-43ca-b959-0c3707bfbb6c" providerId="ADAL" clId="{E52CC917-2DEB-4F06-8BDD-C626438FE26A}" dt="2026-06-23T10:05:30.981" v="1148" actId="14100"/>
          <ac:picMkLst>
            <pc:docMk/>
            <pc:sldMk cId="660638175" sldId="301"/>
            <ac:picMk id="17" creationId="{8CA891EF-FF7F-6B50-E2E4-61699131F489}"/>
          </ac:picMkLst>
        </pc:picChg>
      </pc:sldChg>
      <pc:sldChg chg="modSp mod">
        <pc:chgData name="Paul VIDOUZE" userId="021353d4-6486-43ca-b959-0c3707bfbb6c" providerId="ADAL" clId="{E52CC917-2DEB-4F06-8BDD-C626438FE26A}" dt="2026-06-23T09:58:52.779" v="1114" actId="20577"/>
        <pc:sldMkLst>
          <pc:docMk/>
          <pc:sldMk cId="643917830" sldId="302"/>
        </pc:sldMkLst>
        <pc:spChg chg="mod">
          <ac:chgData name="Paul VIDOUZE" userId="021353d4-6486-43ca-b959-0c3707bfbb6c" providerId="ADAL" clId="{E52CC917-2DEB-4F06-8BDD-C626438FE26A}" dt="2026-06-23T09:58:52.779" v="1114" actId="20577"/>
          <ac:spMkLst>
            <pc:docMk/>
            <pc:sldMk cId="643917830" sldId="302"/>
            <ac:spMk id="2" creationId="{1289124F-A3EB-4A9D-2CA8-1A3D75503815}"/>
          </ac:spMkLst>
        </pc:spChg>
      </pc:sldChg>
      <pc:sldChg chg="del">
        <pc:chgData name="Paul VIDOUZE" userId="021353d4-6486-43ca-b959-0c3707bfbb6c" providerId="ADAL" clId="{E52CC917-2DEB-4F06-8BDD-C626438FE26A}" dt="2026-06-24T08:29:38.343" v="3415" actId="47"/>
        <pc:sldMkLst>
          <pc:docMk/>
          <pc:sldMk cId="1165232251" sldId="303"/>
        </pc:sldMkLst>
      </pc:sldChg>
      <pc:sldChg chg="modSp mod">
        <pc:chgData name="Paul VIDOUZE" userId="021353d4-6486-43ca-b959-0c3707bfbb6c" providerId="ADAL" clId="{E52CC917-2DEB-4F06-8BDD-C626438FE26A}" dt="2026-06-23T09:53:07.969" v="725" actId="20577"/>
        <pc:sldMkLst>
          <pc:docMk/>
          <pc:sldMk cId="186020340" sldId="304"/>
        </pc:sldMkLst>
        <pc:spChg chg="mod">
          <ac:chgData name="Paul VIDOUZE" userId="021353d4-6486-43ca-b959-0c3707bfbb6c" providerId="ADAL" clId="{E52CC917-2DEB-4F06-8BDD-C626438FE26A}" dt="2026-06-23T09:52:13.055" v="602" actId="20577"/>
          <ac:spMkLst>
            <pc:docMk/>
            <pc:sldMk cId="186020340" sldId="304"/>
            <ac:spMk id="6" creationId="{D9A4FA21-B8B5-F9C6-78C7-B89E1143E23C}"/>
          </ac:spMkLst>
        </pc:spChg>
        <pc:spChg chg="mod">
          <ac:chgData name="Paul VIDOUZE" userId="021353d4-6486-43ca-b959-0c3707bfbb6c" providerId="ADAL" clId="{E52CC917-2DEB-4F06-8BDD-C626438FE26A}" dt="2026-06-23T09:52:30.384" v="611" actId="20577"/>
          <ac:spMkLst>
            <pc:docMk/>
            <pc:sldMk cId="186020340" sldId="304"/>
            <ac:spMk id="7" creationId="{EAD69057-7E36-123A-9463-CD9580DBA903}"/>
          </ac:spMkLst>
        </pc:spChg>
        <pc:spChg chg="mod">
          <ac:chgData name="Paul VIDOUZE" userId="021353d4-6486-43ca-b959-0c3707bfbb6c" providerId="ADAL" clId="{E52CC917-2DEB-4F06-8BDD-C626438FE26A}" dt="2026-06-23T09:53:07.969" v="725" actId="20577"/>
          <ac:spMkLst>
            <pc:docMk/>
            <pc:sldMk cId="186020340" sldId="304"/>
            <ac:spMk id="8" creationId="{3C320DBC-79E8-12B6-5025-5F0F8F14AB6E}"/>
          </ac:spMkLst>
        </pc:spChg>
        <pc:spChg chg="mod">
          <ac:chgData name="Paul VIDOUZE" userId="021353d4-6486-43ca-b959-0c3707bfbb6c" providerId="ADAL" clId="{E52CC917-2DEB-4F06-8BDD-C626438FE26A}" dt="2026-06-23T09:48:58.636" v="161" actId="20577"/>
          <ac:spMkLst>
            <pc:docMk/>
            <pc:sldMk cId="186020340" sldId="304"/>
            <ac:spMk id="10" creationId="{D1A40A0C-E62D-19D0-1487-51D85D84EDBF}"/>
          </ac:spMkLst>
        </pc:spChg>
        <pc:spChg chg="mod">
          <ac:chgData name="Paul VIDOUZE" userId="021353d4-6486-43ca-b959-0c3707bfbb6c" providerId="ADAL" clId="{E52CC917-2DEB-4F06-8BDD-C626438FE26A}" dt="2026-06-23T09:50:35.508" v="373" actId="20577"/>
          <ac:spMkLst>
            <pc:docMk/>
            <pc:sldMk cId="186020340" sldId="304"/>
            <ac:spMk id="11" creationId="{580ECA86-3DF2-5816-D396-9E364CDEC5EB}"/>
          </ac:spMkLst>
        </pc:spChg>
      </pc:sldChg>
      <pc:sldChg chg="modSp mod">
        <pc:chgData name="Paul VIDOUZE" userId="021353d4-6486-43ca-b959-0c3707bfbb6c" providerId="ADAL" clId="{E52CC917-2DEB-4F06-8BDD-C626438FE26A}" dt="2026-06-23T10:05:13.509" v="1142" actId="20577"/>
        <pc:sldMkLst>
          <pc:docMk/>
          <pc:sldMk cId="137152879" sldId="306"/>
        </pc:sldMkLst>
        <pc:spChg chg="mod">
          <ac:chgData name="Paul VIDOUZE" userId="021353d4-6486-43ca-b959-0c3707bfbb6c" providerId="ADAL" clId="{E52CC917-2DEB-4F06-8BDD-C626438FE26A}" dt="2026-06-23T10:05:13.509" v="1142" actId="20577"/>
          <ac:spMkLst>
            <pc:docMk/>
            <pc:sldMk cId="137152879" sldId="306"/>
            <ac:spMk id="2" creationId="{8323BCA1-5340-D0EA-12C2-4588E19A59DB}"/>
          </ac:spMkLst>
        </pc:spChg>
      </pc:sldChg>
      <pc:sldChg chg="addSp delSp modSp mod">
        <pc:chgData name="Paul VIDOUZE" userId="021353d4-6486-43ca-b959-0c3707bfbb6c" providerId="ADAL" clId="{E52CC917-2DEB-4F06-8BDD-C626438FE26A}" dt="2026-06-23T10:18:34.509" v="2428" actId="1076"/>
        <pc:sldMkLst>
          <pc:docMk/>
          <pc:sldMk cId="898125230" sldId="307"/>
        </pc:sldMkLst>
        <pc:spChg chg="mod">
          <ac:chgData name="Paul VIDOUZE" userId="021353d4-6486-43ca-b959-0c3707bfbb6c" providerId="ADAL" clId="{E52CC917-2DEB-4F06-8BDD-C626438FE26A}" dt="2026-06-23T10:09:43.611" v="1584" actId="20577"/>
          <ac:spMkLst>
            <pc:docMk/>
            <pc:sldMk cId="898125230" sldId="307"/>
            <ac:spMk id="9" creationId="{5115A8F6-58E1-532E-339F-5619C8700FDC}"/>
          </ac:spMkLst>
        </pc:spChg>
        <pc:spChg chg="add mod">
          <ac:chgData name="Paul VIDOUZE" userId="021353d4-6486-43ca-b959-0c3707bfbb6c" providerId="ADAL" clId="{E52CC917-2DEB-4F06-8BDD-C626438FE26A}" dt="2026-06-23T10:18:34.509" v="2428" actId="1076"/>
          <ac:spMkLst>
            <pc:docMk/>
            <pc:sldMk cId="898125230" sldId="307"/>
            <ac:spMk id="15" creationId="{B7B9DB64-8A39-1B42-EEBA-EEF2198581C6}"/>
          </ac:spMkLst>
        </pc:spChg>
        <pc:picChg chg="add mod">
          <ac:chgData name="Paul VIDOUZE" userId="021353d4-6486-43ca-b959-0c3707bfbb6c" providerId="ADAL" clId="{E52CC917-2DEB-4F06-8BDD-C626438FE26A}" dt="2026-06-23T10:11:40.780" v="1609" actId="14100"/>
          <ac:picMkLst>
            <pc:docMk/>
            <pc:sldMk cId="898125230" sldId="307"/>
            <ac:picMk id="13" creationId="{D755AD4E-5525-8BCB-81D1-B4CD304FB911}"/>
          </ac:picMkLst>
        </pc:picChg>
      </pc:sldChg>
      <pc:sldChg chg="modSp mod">
        <pc:chgData name="Paul VIDOUZE" userId="021353d4-6486-43ca-b959-0c3707bfbb6c" providerId="ADAL" clId="{E52CC917-2DEB-4F06-8BDD-C626438FE26A}" dt="2026-06-24T08:21:12.190" v="2612" actId="20577"/>
        <pc:sldMkLst>
          <pc:docMk/>
          <pc:sldMk cId="3274130035" sldId="308"/>
        </pc:sldMkLst>
        <pc:spChg chg="mod">
          <ac:chgData name="Paul VIDOUZE" userId="021353d4-6486-43ca-b959-0c3707bfbb6c" providerId="ADAL" clId="{E52CC917-2DEB-4F06-8BDD-C626438FE26A}" dt="2026-06-24T08:21:12.190" v="2612" actId="20577"/>
          <ac:spMkLst>
            <pc:docMk/>
            <pc:sldMk cId="3274130035" sldId="308"/>
            <ac:spMk id="2" creationId="{29C04E7B-62AF-3C88-34B3-1AA4D00DAD00}"/>
          </ac:spMkLst>
        </pc:spChg>
      </pc:sldChg>
      <pc:sldChg chg="addSp delSp modSp mod">
        <pc:chgData name="Paul VIDOUZE" userId="021353d4-6486-43ca-b959-0c3707bfbb6c" providerId="ADAL" clId="{E52CC917-2DEB-4F06-8BDD-C626438FE26A}" dt="2026-06-24T08:23:54.674" v="2834" actId="1076"/>
        <pc:sldMkLst>
          <pc:docMk/>
          <pc:sldMk cId="175998209" sldId="309"/>
        </pc:sldMkLst>
        <pc:spChg chg="add mod">
          <ac:chgData name="Paul VIDOUZE" userId="021353d4-6486-43ca-b959-0c3707bfbb6c" providerId="ADAL" clId="{E52CC917-2DEB-4F06-8BDD-C626438FE26A}" dt="2026-06-24T08:23:54.674" v="2834" actId="1076"/>
          <ac:spMkLst>
            <pc:docMk/>
            <pc:sldMk cId="175998209" sldId="309"/>
            <ac:spMk id="7" creationId="{4F06D003-E4A1-C936-8BD9-F67EA9D8C3BC}"/>
          </ac:spMkLst>
        </pc:spChg>
        <pc:picChg chg="add mod">
          <ac:chgData name="Paul VIDOUZE" userId="021353d4-6486-43ca-b959-0c3707bfbb6c" providerId="ADAL" clId="{E52CC917-2DEB-4F06-8BDD-C626438FE26A}" dt="2026-06-24T08:21:37.671" v="2617" actId="1076"/>
          <ac:picMkLst>
            <pc:docMk/>
            <pc:sldMk cId="175998209" sldId="309"/>
            <ac:picMk id="6" creationId="{9B774246-E275-8951-A574-CA1C8E9FF3A4}"/>
          </ac:picMkLst>
        </pc:picChg>
      </pc:sldChg>
      <pc:sldChg chg="modSp mod">
        <pc:chgData name="Paul VIDOUZE" userId="021353d4-6486-43ca-b959-0c3707bfbb6c" providerId="ADAL" clId="{E52CC917-2DEB-4F06-8BDD-C626438FE26A}" dt="2026-06-24T08:24:07.553" v="2850" actId="20577"/>
        <pc:sldMkLst>
          <pc:docMk/>
          <pc:sldMk cId="3312093936" sldId="310"/>
        </pc:sldMkLst>
        <pc:spChg chg="mod">
          <ac:chgData name="Paul VIDOUZE" userId="021353d4-6486-43ca-b959-0c3707bfbb6c" providerId="ADAL" clId="{E52CC917-2DEB-4F06-8BDD-C626438FE26A}" dt="2026-06-24T08:24:07.553" v="2850" actId="20577"/>
          <ac:spMkLst>
            <pc:docMk/>
            <pc:sldMk cId="3312093936" sldId="310"/>
            <ac:spMk id="2" creationId="{8147A9A1-8881-9CE9-86A6-ADCA565E7B6A}"/>
          </ac:spMkLst>
        </pc:spChg>
      </pc:sldChg>
      <pc:sldChg chg="addSp delSp modSp mod">
        <pc:chgData name="Paul VIDOUZE" userId="021353d4-6486-43ca-b959-0c3707bfbb6c" providerId="ADAL" clId="{E52CC917-2DEB-4F06-8BDD-C626438FE26A}" dt="2026-06-24T08:29:33.509" v="3413" actId="20577"/>
        <pc:sldMkLst>
          <pc:docMk/>
          <pc:sldMk cId="1731669587" sldId="311"/>
        </pc:sldMkLst>
        <pc:spChg chg="mod">
          <ac:chgData name="Paul VIDOUZE" userId="021353d4-6486-43ca-b959-0c3707bfbb6c" providerId="ADAL" clId="{E52CC917-2DEB-4F06-8BDD-C626438FE26A}" dt="2026-06-24T08:24:45.430" v="2882" actId="20577"/>
          <ac:spMkLst>
            <pc:docMk/>
            <pc:sldMk cId="1731669587" sldId="311"/>
            <ac:spMk id="9" creationId="{6B5DF48F-B542-9D1B-5994-60F5F71ACC7F}"/>
          </ac:spMkLst>
        </pc:spChg>
        <pc:spChg chg="add mod">
          <ac:chgData name="Paul VIDOUZE" userId="021353d4-6486-43ca-b959-0c3707bfbb6c" providerId="ADAL" clId="{E52CC917-2DEB-4F06-8BDD-C626438FE26A}" dt="2026-06-24T08:29:33.509" v="3413" actId="20577"/>
          <ac:spMkLst>
            <pc:docMk/>
            <pc:sldMk cId="1731669587" sldId="311"/>
            <ac:spMk id="10" creationId="{AAE93B74-1740-CF29-D4E7-5DFC4763A6F1}"/>
          </ac:spMkLst>
        </pc:spChg>
        <pc:picChg chg="add mod">
          <ac:chgData name="Paul VIDOUZE" userId="021353d4-6486-43ca-b959-0c3707bfbb6c" providerId="ADAL" clId="{E52CC917-2DEB-4F06-8BDD-C626438FE26A}" dt="2026-06-24T08:25:14.217" v="2888" actId="208"/>
          <ac:picMkLst>
            <pc:docMk/>
            <pc:sldMk cId="1731669587" sldId="311"/>
            <ac:picMk id="7" creationId="{0731B10F-7975-F3D7-6790-54E25968A748}"/>
          </ac:picMkLst>
        </pc:picChg>
      </pc:sldChg>
      <pc:sldChg chg="del">
        <pc:chgData name="Paul VIDOUZE" userId="021353d4-6486-43ca-b959-0c3707bfbb6c" providerId="ADAL" clId="{E52CC917-2DEB-4F06-8BDD-C626438FE26A}" dt="2026-06-24T08:29:39.799" v="3416" actId="47"/>
        <pc:sldMkLst>
          <pc:docMk/>
          <pc:sldMk cId="2139070924" sldId="312"/>
        </pc:sldMkLst>
      </pc:sldChg>
      <pc:sldChg chg="del">
        <pc:chgData name="Paul VIDOUZE" userId="021353d4-6486-43ca-b959-0c3707bfbb6c" providerId="ADAL" clId="{E52CC917-2DEB-4F06-8BDD-C626438FE26A}" dt="2026-06-24T08:29:37.664" v="3414" actId="47"/>
        <pc:sldMkLst>
          <pc:docMk/>
          <pc:sldMk cId="1562991725" sldId="313"/>
        </pc:sldMkLst>
      </pc:sldChg>
      <pc:sldChg chg="addSp delSp modSp new mod">
        <pc:chgData name="Paul VIDOUZE" userId="021353d4-6486-43ca-b959-0c3707bfbb6c" providerId="ADAL" clId="{E52CC917-2DEB-4F06-8BDD-C626438FE26A}" dt="2026-06-24T08:20:58.598" v="2585" actId="1076"/>
        <pc:sldMkLst>
          <pc:docMk/>
          <pc:sldMk cId="1648884776" sldId="314"/>
        </pc:sldMkLst>
        <pc:spChg chg="mod">
          <ac:chgData name="Paul VIDOUZE" userId="021353d4-6486-43ca-b959-0c3707bfbb6c" providerId="ADAL" clId="{E52CC917-2DEB-4F06-8BDD-C626438FE26A}" dt="2026-06-24T08:16:55.359" v="2477" actId="20577"/>
          <ac:spMkLst>
            <pc:docMk/>
            <pc:sldMk cId="1648884776" sldId="314"/>
            <ac:spMk id="2" creationId="{8A373C11-540D-3D3C-6BEB-E36162127F76}"/>
          </ac:spMkLst>
        </pc:spChg>
        <pc:spChg chg="add mod">
          <ac:chgData name="Paul VIDOUZE" userId="021353d4-6486-43ca-b959-0c3707bfbb6c" providerId="ADAL" clId="{E52CC917-2DEB-4F06-8BDD-C626438FE26A}" dt="2026-06-24T08:20:58.598" v="2585" actId="1076"/>
          <ac:spMkLst>
            <pc:docMk/>
            <pc:sldMk cId="1648884776" sldId="314"/>
            <ac:spMk id="8" creationId="{CCC99D8E-3137-899B-0101-7DF5B874F120}"/>
          </ac:spMkLst>
        </pc:spChg>
        <pc:picChg chg="add mod">
          <ac:chgData name="Paul VIDOUZE" userId="021353d4-6486-43ca-b959-0c3707bfbb6c" providerId="ADAL" clId="{E52CC917-2DEB-4F06-8BDD-C626438FE26A}" dt="2026-06-24T08:19:47.343" v="2483" actId="1076"/>
          <ac:picMkLst>
            <pc:docMk/>
            <pc:sldMk cId="1648884776" sldId="314"/>
            <ac:picMk id="7" creationId="{423286DC-5249-6156-AA25-322EDF473241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FE0F74-E9B1-4A29-976E-67EDF7F6D173}" type="datetimeFigureOut">
              <a:rPr lang="fr-FR" smtClean="0"/>
              <a:t>29/06/2026</a:t>
            </a:fld>
            <a:endParaRPr lang="fr-FR" dirty="0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 dirty="0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FBDEA6-BB41-4DE7-B558-7028AEE7B374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939864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uvertu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947C6868-EC06-4EAF-AAA1-2F96F46605CE}"/>
              </a:ext>
            </a:extLst>
          </p:cNvPr>
          <p:cNvSpPr/>
          <p:nvPr userDrawn="1"/>
        </p:nvSpPr>
        <p:spPr>
          <a:xfrm>
            <a:off x="308466" y="308465"/>
            <a:ext cx="11575069" cy="624107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sz="1200" dirty="0"/>
          </a:p>
        </p:txBody>
      </p:sp>
      <p:sp>
        <p:nvSpPr>
          <p:cNvPr id="17" name="Titre 2">
            <a:extLst>
              <a:ext uri="{FF2B5EF4-FFF2-40B4-BE49-F238E27FC236}">
                <a16:creationId xmlns:a16="http://schemas.microsoft.com/office/drawing/2014/main" id="{F6EFFCDB-55B8-435C-A31D-B5CAAE3283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5" y="654050"/>
            <a:ext cx="8326988" cy="830997"/>
          </a:xfrm>
        </p:spPr>
        <p:txBody>
          <a:bodyPr wrap="square" anchor="t" anchorCtr="0">
            <a:spAutoFit/>
          </a:bodyPr>
          <a:lstStyle>
            <a:lvl1pPr>
              <a:defRPr sz="6000" cap="all" baseline="0">
                <a:solidFill>
                  <a:schemeClr val="accent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grpSp>
        <p:nvGrpSpPr>
          <p:cNvPr id="19" name="Groupe 18">
            <a:extLst>
              <a:ext uri="{FF2B5EF4-FFF2-40B4-BE49-F238E27FC236}">
                <a16:creationId xmlns:a16="http://schemas.microsoft.com/office/drawing/2014/main" id="{985627A8-29E9-44D0-9082-A05C3265D091}"/>
              </a:ext>
            </a:extLst>
          </p:cNvPr>
          <p:cNvGrpSpPr/>
          <p:nvPr userDrawn="1"/>
        </p:nvGrpSpPr>
        <p:grpSpPr>
          <a:xfrm>
            <a:off x="10128265" y="5377837"/>
            <a:ext cx="1482703" cy="929761"/>
            <a:chOff x="2647950" y="1270000"/>
            <a:chExt cx="6896100" cy="4324351"/>
          </a:xfrm>
          <a:solidFill>
            <a:schemeClr val="accent1"/>
          </a:solidFill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2B09E8C0-9F7B-450C-B9B8-2BC8CF7932F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026275" y="2463800"/>
              <a:ext cx="1190625" cy="1244600"/>
            </a:xfrm>
            <a:custGeom>
              <a:avLst/>
              <a:gdLst>
                <a:gd name="T0" fmla="*/ 249 w 316"/>
                <a:gd name="T1" fmla="*/ 221 h 330"/>
                <a:gd name="T2" fmla="*/ 215 w 316"/>
                <a:gd name="T3" fmla="*/ 261 h 330"/>
                <a:gd name="T4" fmla="*/ 160 w 316"/>
                <a:gd name="T5" fmla="*/ 276 h 330"/>
                <a:gd name="T6" fmla="*/ 105 w 316"/>
                <a:gd name="T7" fmla="*/ 261 h 330"/>
                <a:gd name="T8" fmla="*/ 70 w 316"/>
                <a:gd name="T9" fmla="*/ 221 h 330"/>
                <a:gd name="T10" fmla="*/ 57 w 316"/>
                <a:gd name="T11" fmla="*/ 165 h 330"/>
                <a:gd name="T12" fmla="*/ 70 w 316"/>
                <a:gd name="T13" fmla="*/ 109 h 330"/>
                <a:gd name="T14" fmla="*/ 105 w 316"/>
                <a:gd name="T15" fmla="*/ 69 h 330"/>
                <a:gd name="T16" fmla="*/ 160 w 316"/>
                <a:gd name="T17" fmla="*/ 54 h 330"/>
                <a:gd name="T18" fmla="*/ 215 w 316"/>
                <a:gd name="T19" fmla="*/ 69 h 330"/>
                <a:gd name="T20" fmla="*/ 249 w 316"/>
                <a:gd name="T21" fmla="*/ 109 h 330"/>
                <a:gd name="T22" fmla="*/ 261 w 316"/>
                <a:gd name="T23" fmla="*/ 165 h 330"/>
                <a:gd name="T24" fmla="*/ 249 w 316"/>
                <a:gd name="T25" fmla="*/ 221 h 330"/>
                <a:gd name="T26" fmla="*/ 258 w 316"/>
                <a:gd name="T27" fmla="*/ 44 h 330"/>
                <a:gd name="T28" fmla="*/ 223 w 316"/>
                <a:gd name="T29" fmla="*/ 16 h 330"/>
                <a:gd name="T30" fmla="*/ 154 w 316"/>
                <a:gd name="T31" fmla="*/ 0 h 330"/>
                <a:gd name="T32" fmla="*/ 73 w 316"/>
                <a:gd name="T33" fmla="*/ 23 h 330"/>
                <a:gd name="T34" fmla="*/ 19 w 316"/>
                <a:gd name="T35" fmla="*/ 82 h 330"/>
                <a:gd name="T36" fmla="*/ 0 w 316"/>
                <a:gd name="T37" fmla="*/ 165 h 330"/>
                <a:gd name="T38" fmla="*/ 19 w 316"/>
                <a:gd name="T39" fmla="*/ 248 h 330"/>
                <a:gd name="T40" fmla="*/ 73 w 316"/>
                <a:gd name="T41" fmla="*/ 307 h 330"/>
                <a:gd name="T42" fmla="*/ 154 w 316"/>
                <a:gd name="T43" fmla="*/ 330 h 330"/>
                <a:gd name="T44" fmla="*/ 223 w 316"/>
                <a:gd name="T45" fmla="*/ 314 h 330"/>
                <a:gd name="T46" fmla="*/ 258 w 316"/>
                <a:gd name="T47" fmla="*/ 286 h 330"/>
                <a:gd name="T48" fmla="*/ 258 w 316"/>
                <a:gd name="T49" fmla="*/ 325 h 330"/>
                <a:gd name="T50" fmla="*/ 316 w 316"/>
                <a:gd name="T51" fmla="*/ 325 h 330"/>
                <a:gd name="T52" fmla="*/ 316 w 316"/>
                <a:gd name="T53" fmla="*/ 5 h 330"/>
                <a:gd name="T54" fmla="*/ 258 w 316"/>
                <a:gd name="T55" fmla="*/ 5 h 330"/>
                <a:gd name="T56" fmla="*/ 258 w 316"/>
                <a:gd name="T57" fmla="*/ 44 h 3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316" h="330">
                  <a:moveTo>
                    <a:pt x="249" y="221"/>
                  </a:moveTo>
                  <a:cubicBezTo>
                    <a:pt x="241" y="237"/>
                    <a:pt x="230" y="251"/>
                    <a:pt x="215" y="261"/>
                  </a:cubicBezTo>
                  <a:cubicBezTo>
                    <a:pt x="201" y="271"/>
                    <a:pt x="182" y="276"/>
                    <a:pt x="160" y="276"/>
                  </a:cubicBezTo>
                  <a:cubicBezTo>
                    <a:pt x="139" y="276"/>
                    <a:pt x="120" y="271"/>
                    <a:pt x="105" y="261"/>
                  </a:cubicBezTo>
                  <a:cubicBezTo>
                    <a:pt x="90" y="251"/>
                    <a:pt x="78" y="237"/>
                    <a:pt x="70" y="221"/>
                  </a:cubicBezTo>
                  <a:cubicBezTo>
                    <a:pt x="62" y="204"/>
                    <a:pt x="57" y="185"/>
                    <a:pt x="57" y="165"/>
                  </a:cubicBezTo>
                  <a:cubicBezTo>
                    <a:pt x="57" y="145"/>
                    <a:pt x="61" y="126"/>
                    <a:pt x="70" y="109"/>
                  </a:cubicBezTo>
                  <a:cubicBezTo>
                    <a:pt x="78" y="93"/>
                    <a:pt x="90" y="79"/>
                    <a:pt x="105" y="69"/>
                  </a:cubicBezTo>
                  <a:cubicBezTo>
                    <a:pt x="121" y="59"/>
                    <a:pt x="139" y="54"/>
                    <a:pt x="160" y="54"/>
                  </a:cubicBezTo>
                  <a:cubicBezTo>
                    <a:pt x="182" y="54"/>
                    <a:pt x="201" y="59"/>
                    <a:pt x="215" y="69"/>
                  </a:cubicBezTo>
                  <a:cubicBezTo>
                    <a:pt x="230" y="79"/>
                    <a:pt x="241" y="92"/>
                    <a:pt x="249" y="109"/>
                  </a:cubicBezTo>
                  <a:cubicBezTo>
                    <a:pt x="257" y="126"/>
                    <a:pt x="261" y="145"/>
                    <a:pt x="261" y="165"/>
                  </a:cubicBezTo>
                  <a:cubicBezTo>
                    <a:pt x="261" y="185"/>
                    <a:pt x="257" y="204"/>
                    <a:pt x="249" y="221"/>
                  </a:cubicBezTo>
                  <a:moveTo>
                    <a:pt x="258" y="44"/>
                  </a:moveTo>
                  <a:cubicBezTo>
                    <a:pt x="248" y="33"/>
                    <a:pt x="236" y="23"/>
                    <a:pt x="223" y="16"/>
                  </a:cubicBezTo>
                  <a:cubicBezTo>
                    <a:pt x="204" y="6"/>
                    <a:pt x="181" y="0"/>
                    <a:pt x="154" y="0"/>
                  </a:cubicBezTo>
                  <a:cubicBezTo>
                    <a:pt x="123" y="0"/>
                    <a:pt x="96" y="8"/>
                    <a:pt x="73" y="23"/>
                  </a:cubicBezTo>
                  <a:cubicBezTo>
                    <a:pt x="50" y="37"/>
                    <a:pt x="31" y="57"/>
                    <a:pt x="19" y="82"/>
                  </a:cubicBezTo>
                  <a:cubicBezTo>
                    <a:pt x="6" y="107"/>
                    <a:pt x="0" y="135"/>
                    <a:pt x="0" y="165"/>
                  </a:cubicBezTo>
                  <a:cubicBezTo>
                    <a:pt x="0" y="195"/>
                    <a:pt x="6" y="223"/>
                    <a:pt x="19" y="248"/>
                  </a:cubicBezTo>
                  <a:cubicBezTo>
                    <a:pt x="31" y="273"/>
                    <a:pt x="50" y="293"/>
                    <a:pt x="73" y="307"/>
                  </a:cubicBezTo>
                  <a:cubicBezTo>
                    <a:pt x="96" y="322"/>
                    <a:pt x="123" y="330"/>
                    <a:pt x="154" y="330"/>
                  </a:cubicBezTo>
                  <a:cubicBezTo>
                    <a:pt x="181" y="330"/>
                    <a:pt x="204" y="324"/>
                    <a:pt x="223" y="314"/>
                  </a:cubicBezTo>
                  <a:cubicBezTo>
                    <a:pt x="236" y="307"/>
                    <a:pt x="248" y="297"/>
                    <a:pt x="258" y="286"/>
                  </a:cubicBezTo>
                  <a:cubicBezTo>
                    <a:pt x="258" y="325"/>
                    <a:pt x="258" y="325"/>
                    <a:pt x="258" y="325"/>
                  </a:cubicBezTo>
                  <a:cubicBezTo>
                    <a:pt x="316" y="325"/>
                    <a:pt x="316" y="325"/>
                    <a:pt x="316" y="325"/>
                  </a:cubicBezTo>
                  <a:cubicBezTo>
                    <a:pt x="316" y="5"/>
                    <a:pt x="316" y="5"/>
                    <a:pt x="316" y="5"/>
                  </a:cubicBezTo>
                  <a:cubicBezTo>
                    <a:pt x="258" y="5"/>
                    <a:pt x="258" y="5"/>
                    <a:pt x="258" y="5"/>
                  </a:cubicBezTo>
                  <a:lnTo>
                    <a:pt x="258" y="4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1" name="Freeform 6">
              <a:extLst>
                <a:ext uri="{FF2B5EF4-FFF2-40B4-BE49-F238E27FC236}">
                  <a16:creationId xmlns:a16="http://schemas.microsoft.com/office/drawing/2014/main" id="{0D99BE1D-1FCC-4CCE-B5BD-951479C13876}"/>
                </a:ext>
              </a:extLst>
            </p:cNvPr>
            <p:cNvSpPr>
              <a:spLocks/>
            </p:cNvSpPr>
            <p:nvPr/>
          </p:nvSpPr>
          <p:spPr bwMode="auto">
            <a:xfrm>
              <a:off x="8466138" y="2481263"/>
              <a:ext cx="1066800" cy="1227138"/>
            </a:xfrm>
            <a:custGeom>
              <a:avLst/>
              <a:gdLst>
                <a:gd name="T0" fmla="*/ 128 w 283"/>
                <a:gd name="T1" fmla="*/ 325 h 325"/>
                <a:gd name="T2" fmla="*/ 193 w 283"/>
                <a:gd name="T3" fmla="*/ 308 h 325"/>
                <a:gd name="T4" fmla="*/ 225 w 283"/>
                <a:gd name="T5" fmla="*/ 282 h 325"/>
                <a:gd name="T6" fmla="*/ 225 w 283"/>
                <a:gd name="T7" fmla="*/ 320 h 325"/>
                <a:gd name="T8" fmla="*/ 283 w 283"/>
                <a:gd name="T9" fmla="*/ 320 h 325"/>
                <a:gd name="T10" fmla="*/ 283 w 283"/>
                <a:gd name="T11" fmla="*/ 0 h 325"/>
                <a:gd name="T12" fmla="*/ 225 w 283"/>
                <a:gd name="T13" fmla="*/ 0 h 325"/>
                <a:gd name="T14" fmla="*/ 225 w 283"/>
                <a:gd name="T15" fmla="*/ 183 h 325"/>
                <a:gd name="T16" fmla="*/ 213 w 283"/>
                <a:gd name="T17" fmla="*/ 229 h 325"/>
                <a:gd name="T18" fmla="*/ 181 w 283"/>
                <a:gd name="T19" fmla="*/ 260 h 325"/>
                <a:gd name="T20" fmla="*/ 138 w 283"/>
                <a:gd name="T21" fmla="*/ 271 h 325"/>
                <a:gd name="T22" fmla="*/ 80 w 283"/>
                <a:gd name="T23" fmla="*/ 247 h 325"/>
                <a:gd name="T24" fmla="*/ 57 w 283"/>
                <a:gd name="T25" fmla="*/ 184 h 325"/>
                <a:gd name="T26" fmla="*/ 57 w 283"/>
                <a:gd name="T27" fmla="*/ 0 h 325"/>
                <a:gd name="T28" fmla="*/ 0 w 283"/>
                <a:gd name="T29" fmla="*/ 0 h 325"/>
                <a:gd name="T30" fmla="*/ 0 w 283"/>
                <a:gd name="T31" fmla="*/ 185 h 325"/>
                <a:gd name="T32" fmla="*/ 18 w 283"/>
                <a:gd name="T33" fmla="*/ 262 h 325"/>
                <a:gd name="T34" fmla="*/ 66 w 283"/>
                <a:gd name="T35" fmla="*/ 309 h 325"/>
                <a:gd name="T36" fmla="*/ 128 w 283"/>
                <a:gd name="T37" fmla="*/ 325 h 3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83" h="325">
                  <a:moveTo>
                    <a:pt x="128" y="325"/>
                  </a:moveTo>
                  <a:cubicBezTo>
                    <a:pt x="154" y="325"/>
                    <a:pt x="176" y="319"/>
                    <a:pt x="193" y="308"/>
                  </a:cubicBezTo>
                  <a:cubicBezTo>
                    <a:pt x="205" y="301"/>
                    <a:pt x="215" y="292"/>
                    <a:pt x="225" y="282"/>
                  </a:cubicBezTo>
                  <a:cubicBezTo>
                    <a:pt x="225" y="320"/>
                    <a:pt x="225" y="320"/>
                    <a:pt x="225" y="320"/>
                  </a:cubicBezTo>
                  <a:cubicBezTo>
                    <a:pt x="283" y="320"/>
                    <a:pt x="283" y="320"/>
                    <a:pt x="283" y="320"/>
                  </a:cubicBezTo>
                  <a:cubicBezTo>
                    <a:pt x="283" y="0"/>
                    <a:pt x="283" y="0"/>
                    <a:pt x="283" y="0"/>
                  </a:cubicBezTo>
                  <a:cubicBezTo>
                    <a:pt x="225" y="0"/>
                    <a:pt x="225" y="0"/>
                    <a:pt x="225" y="0"/>
                  </a:cubicBezTo>
                  <a:cubicBezTo>
                    <a:pt x="225" y="183"/>
                    <a:pt x="225" y="183"/>
                    <a:pt x="225" y="183"/>
                  </a:cubicBezTo>
                  <a:cubicBezTo>
                    <a:pt x="225" y="201"/>
                    <a:pt x="221" y="216"/>
                    <a:pt x="213" y="229"/>
                  </a:cubicBezTo>
                  <a:cubicBezTo>
                    <a:pt x="205" y="242"/>
                    <a:pt x="195" y="252"/>
                    <a:pt x="181" y="260"/>
                  </a:cubicBezTo>
                  <a:cubicBezTo>
                    <a:pt x="169" y="267"/>
                    <a:pt x="154" y="271"/>
                    <a:pt x="138" y="271"/>
                  </a:cubicBezTo>
                  <a:cubicBezTo>
                    <a:pt x="114" y="271"/>
                    <a:pt x="95" y="263"/>
                    <a:pt x="80" y="247"/>
                  </a:cubicBezTo>
                  <a:cubicBezTo>
                    <a:pt x="65" y="232"/>
                    <a:pt x="57" y="210"/>
                    <a:pt x="57" y="184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85"/>
                    <a:pt x="0" y="185"/>
                    <a:pt x="0" y="185"/>
                  </a:cubicBezTo>
                  <a:cubicBezTo>
                    <a:pt x="0" y="215"/>
                    <a:pt x="6" y="241"/>
                    <a:pt x="18" y="262"/>
                  </a:cubicBezTo>
                  <a:cubicBezTo>
                    <a:pt x="30" y="282"/>
                    <a:pt x="46" y="298"/>
                    <a:pt x="66" y="309"/>
                  </a:cubicBezTo>
                  <a:cubicBezTo>
                    <a:pt x="86" y="319"/>
                    <a:pt x="107" y="325"/>
                    <a:pt x="128" y="325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2" name="Freeform 7">
              <a:extLst>
                <a:ext uri="{FF2B5EF4-FFF2-40B4-BE49-F238E27FC236}">
                  <a16:creationId xmlns:a16="http://schemas.microsoft.com/office/drawing/2014/main" id="{7778DA0C-ED01-427E-A338-A41B7122833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47950" y="4157663"/>
              <a:ext cx="1017588" cy="1436688"/>
            </a:xfrm>
            <a:custGeom>
              <a:avLst/>
              <a:gdLst>
                <a:gd name="T0" fmla="*/ 213 w 270"/>
                <a:gd name="T1" fmla="*/ 288 h 381"/>
                <a:gd name="T2" fmla="*/ 184 w 270"/>
                <a:gd name="T3" fmla="*/ 323 h 381"/>
                <a:gd name="T4" fmla="*/ 137 w 270"/>
                <a:gd name="T5" fmla="*/ 335 h 381"/>
                <a:gd name="T6" fmla="*/ 90 w 270"/>
                <a:gd name="T7" fmla="*/ 323 h 381"/>
                <a:gd name="T8" fmla="*/ 60 w 270"/>
                <a:gd name="T9" fmla="*/ 288 h 381"/>
                <a:gd name="T10" fmla="*/ 49 w 270"/>
                <a:gd name="T11" fmla="*/ 241 h 381"/>
                <a:gd name="T12" fmla="*/ 60 w 270"/>
                <a:gd name="T13" fmla="*/ 193 h 381"/>
                <a:gd name="T14" fmla="*/ 90 w 270"/>
                <a:gd name="T15" fmla="*/ 159 h 381"/>
                <a:gd name="T16" fmla="*/ 137 w 270"/>
                <a:gd name="T17" fmla="*/ 146 h 381"/>
                <a:gd name="T18" fmla="*/ 184 w 270"/>
                <a:gd name="T19" fmla="*/ 159 h 381"/>
                <a:gd name="T20" fmla="*/ 213 w 270"/>
                <a:gd name="T21" fmla="*/ 193 h 381"/>
                <a:gd name="T22" fmla="*/ 223 w 270"/>
                <a:gd name="T23" fmla="*/ 241 h 381"/>
                <a:gd name="T24" fmla="*/ 213 w 270"/>
                <a:gd name="T25" fmla="*/ 288 h 381"/>
                <a:gd name="T26" fmla="*/ 221 w 270"/>
                <a:gd name="T27" fmla="*/ 138 h 381"/>
                <a:gd name="T28" fmla="*/ 190 w 270"/>
                <a:gd name="T29" fmla="*/ 114 h 381"/>
                <a:gd name="T30" fmla="*/ 132 w 270"/>
                <a:gd name="T31" fmla="*/ 101 h 381"/>
                <a:gd name="T32" fmla="*/ 62 w 270"/>
                <a:gd name="T33" fmla="*/ 120 h 381"/>
                <a:gd name="T34" fmla="*/ 16 w 270"/>
                <a:gd name="T35" fmla="*/ 170 h 381"/>
                <a:gd name="T36" fmla="*/ 0 w 270"/>
                <a:gd name="T37" fmla="*/ 241 h 381"/>
                <a:gd name="T38" fmla="*/ 16 w 270"/>
                <a:gd name="T39" fmla="*/ 311 h 381"/>
                <a:gd name="T40" fmla="*/ 62 w 270"/>
                <a:gd name="T41" fmla="*/ 362 h 381"/>
                <a:gd name="T42" fmla="*/ 132 w 270"/>
                <a:gd name="T43" fmla="*/ 381 h 381"/>
                <a:gd name="T44" fmla="*/ 190 w 270"/>
                <a:gd name="T45" fmla="*/ 368 h 381"/>
                <a:gd name="T46" fmla="*/ 221 w 270"/>
                <a:gd name="T47" fmla="*/ 344 h 381"/>
                <a:gd name="T48" fmla="*/ 221 w 270"/>
                <a:gd name="T49" fmla="*/ 377 h 381"/>
                <a:gd name="T50" fmla="*/ 270 w 270"/>
                <a:gd name="T51" fmla="*/ 377 h 381"/>
                <a:gd name="T52" fmla="*/ 270 w 270"/>
                <a:gd name="T53" fmla="*/ 0 h 381"/>
                <a:gd name="T54" fmla="*/ 221 w 270"/>
                <a:gd name="T55" fmla="*/ 0 h 381"/>
                <a:gd name="T56" fmla="*/ 221 w 270"/>
                <a:gd name="T57" fmla="*/ 138 h 3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70" h="381">
                  <a:moveTo>
                    <a:pt x="213" y="288"/>
                  </a:moveTo>
                  <a:cubicBezTo>
                    <a:pt x="206" y="303"/>
                    <a:pt x="196" y="314"/>
                    <a:pt x="184" y="323"/>
                  </a:cubicBezTo>
                  <a:cubicBezTo>
                    <a:pt x="171" y="331"/>
                    <a:pt x="156" y="335"/>
                    <a:pt x="137" y="335"/>
                  </a:cubicBezTo>
                  <a:cubicBezTo>
                    <a:pt x="119" y="335"/>
                    <a:pt x="103" y="331"/>
                    <a:pt x="90" y="323"/>
                  </a:cubicBezTo>
                  <a:cubicBezTo>
                    <a:pt x="77" y="314"/>
                    <a:pt x="67" y="303"/>
                    <a:pt x="60" y="288"/>
                  </a:cubicBezTo>
                  <a:cubicBezTo>
                    <a:pt x="53" y="274"/>
                    <a:pt x="49" y="258"/>
                    <a:pt x="49" y="241"/>
                  </a:cubicBezTo>
                  <a:cubicBezTo>
                    <a:pt x="49" y="224"/>
                    <a:pt x="53" y="208"/>
                    <a:pt x="60" y="193"/>
                  </a:cubicBezTo>
                  <a:cubicBezTo>
                    <a:pt x="67" y="179"/>
                    <a:pt x="77" y="168"/>
                    <a:pt x="90" y="159"/>
                  </a:cubicBezTo>
                  <a:cubicBezTo>
                    <a:pt x="103" y="151"/>
                    <a:pt x="119" y="146"/>
                    <a:pt x="137" y="146"/>
                  </a:cubicBezTo>
                  <a:cubicBezTo>
                    <a:pt x="156" y="146"/>
                    <a:pt x="171" y="151"/>
                    <a:pt x="184" y="159"/>
                  </a:cubicBezTo>
                  <a:cubicBezTo>
                    <a:pt x="196" y="168"/>
                    <a:pt x="206" y="179"/>
                    <a:pt x="213" y="193"/>
                  </a:cubicBezTo>
                  <a:cubicBezTo>
                    <a:pt x="219" y="208"/>
                    <a:pt x="223" y="224"/>
                    <a:pt x="223" y="241"/>
                  </a:cubicBezTo>
                  <a:cubicBezTo>
                    <a:pt x="223" y="258"/>
                    <a:pt x="219" y="274"/>
                    <a:pt x="213" y="288"/>
                  </a:cubicBezTo>
                  <a:moveTo>
                    <a:pt x="221" y="138"/>
                  </a:moveTo>
                  <a:cubicBezTo>
                    <a:pt x="212" y="128"/>
                    <a:pt x="202" y="120"/>
                    <a:pt x="190" y="114"/>
                  </a:cubicBezTo>
                  <a:cubicBezTo>
                    <a:pt x="174" y="105"/>
                    <a:pt x="154" y="101"/>
                    <a:pt x="132" y="101"/>
                  </a:cubicBezTo>
                  <a:cubicBezTo>
                    <a:pt x="106" y="101"/>
                    <a:pt x="82" y="107"/>
                    <a:pt x="62" y="120"/>
                  </a:cubicBezTo>
                  <a:cubicBezTo>
                    <a:pt x="43" y="132"/>
                    <a:pt x="27" y="149"/>
                    <a:pt x="16" y="170"/>
                  </a:cubicBezTo>
                  <a:cubicBezTo>
                    <a:pt x="6" y="191"/>
                    <a:pt x="0" y="215"/>
                    <a:pt x="0" y="241"/>
                  </a:cubicBezTo>
                  <a:cubicBezTo>
                    <a:pt x="0" y="266"/>
                    <a:pt x="6" y="290"/>
                    <a:pt x="16" y="311"/>
                  </a:cubicBezTo>
                  <a:cubicBezTo>
                    <a:pt x="27" y="333"/>
                    <a:pt x="43" y="350"/>
                    <a:pt x="62" y="362"/>
                  </a:cubicBezTo>
                  <a:cubicBezTo>
                    <a:pt x="82" y="375"/>
                    <a:pt x="106" y="381"/>
                    <a:pt x="132" y="381"/>
                  </a:cubicBezTo>
                  <a:cubicBezTo>
                    <a:pt x="154" y="381"/>
                    <a:pt x="174" y="377"/>
                    <a:pt x="190" y="368"/>
                  </a:cubicBezTo>
                  <a:cubicBezTo>
                    <a:pt x="202" y="361"/>
                    <a:pt x="212" y="354"/>
                    <a:pt x="221" y="344"/>
                  </a:cubicBezTo>
                  <a:cubicBezTo>
                    <a:pt x="221" y="377"/>
                    <a:pt x="221" y="377"/>
                    <a:pt x="221" y="377"/>
                  </a:cubicBezTo>
                  <a:cubicBezTo>
                    <a:pt x="270" y="377"/>
                    <a:pt x="270" y="377"/>
                    <a:pt x="270" y="377"/>
                  </a:cubicBezTo>
                  <a:cubicBezTo>
                    <a:pt x="270" y="0"/>
                    <a:pt x="270" y="0"/>
                    <a:pt x="270" y="0"/>
                  </a:cubicBezTo>
                  <a:cubicBezTo>
                    <a:pt x="221" y="0"/>
                    <a:pt x="221" y="0"/>
                    <a:pt x="221" y="0"/>
                  </a:cubicBezTo>
                  <a:lnTo>
                    <a:pt x="221" y="13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3" name="Freeform 8">
              <a:extLst>
                <a:ext uri="{FF2B5EF4-FFF2-40B4-BE49-F238E27FC236}">
                  <a16:creationId xmlns:a16="http://schemas.microsoft.com/office/drawing/2014/main" id="{92201318-050D-4E14-A5DE-75CF26246E7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81425" y="4538663"/>
              <a:ext cx="1017588" cy="1055688"/>
            </a:xfrm>
            <a:custGeom>
              <a:avLst/>
              <a:gdLst>
                <a:gd name="T0" fmla="*/ 52 w 270"/>
                <a:gd name="T1" fmla="*/ 114 h 280"/>
                <a:gd name="T2" fmla="*/ 78 w 270"/>
                <a:gd name="T3" fmla="*/ 66 h 280"/>
                <a:gd name="T4" fmla="*/ 135 w 270"/>
                <a:gd name="T5" fmla="*/ 45 h 280"/>
                <a:gd name="T6" fmla="*/ 192 w 270"/>
                <a:gd name="T7" fmla="*/ 66 h 280"/>
                <a:gd name="T8" fmla="*/ 218 w 270"/>
                <a:gd name="T9" fmla="*/ 114 h 280"/>
                <a:gd name="T10" fmla="*/ 52 w 270"/>
                <a:gd name="T11" fmla="*/ 114 h 280"/>
                <a:gd name="T12" fmla="*/ 207 w 270"/>
                <a:gd name="T13" fmla="*/ 19 h 280"/>
                <a:gd name="T14" fmla="*/ 135 w 270"/>
                <a:gd name="T15" fmla="*/ 0 h 280"/>
                <a:gd name="T16" fmla="*/ 63 w 270"/>
                <a:gd name="T17" fmla="*/ 19 h 280"/>
                <a:gd name="T18" fmla="*/ 17 w 270"/>
                <a:gd name="T19" fmla="*/ 69 h 280"/>
                <a:gd name="T20" fmla="*/ 0 w 270"/>
                <a:gd name="T21" fmla="*/ 140 h 280"/>
                <a:gd name="T22" fmla="*/ 17 w 270"/>
                <a:gd name="T23" fmla="*/ 210 h 280"/>
                <a:gd name="T24" fmla="*/ 66 w 270"/>
                <a:gd name="T25" fmla="*/ 261 h 280"/>
                <a:gd name="T26" fmla="*/ 138 w 270"/>
                <a:gd name="T27" fmla="*/ 280 h 280"/>
                <a:gd name="T28" fmla="*/ 217 w 270"/>
                <a:gd name="T29" fmla="*/ 257 h 280"/>
                <a:gd name="T30" fmla="*/ 262 w 270"/>
                <a:gd name="T31" fmla="*/ 197 h 280"/>
                <a:gd name="T32" fmla="*/ 265 w 270"/>
                <a:gd name="T33" fmla="*/ 190 h 280"/>
                <a:gd name="T34" fmla="*/ 211 w 270"/>
                <a:gd name="T35" fmla="*/ 190 h 280"/>
                <a:gd name="T36" fmla="*/ 210 w 270"/>
                <a:gd name="T37" fmla="*/ 193 h 280"/>
                <a:gd name="T38" fmla="*/ 182 w 270"/>
                <a:gd name="T39" fmla="*/ 223 h 280"/>
                <a:gd name="T40" fmla="*/ 138 w 270"/>
                <a:gd name="T41" fmla="*/ 234 h 280"/>
                <a:gd name="T42" fmla="*/ 95 w 270"/>
                <a:gd name="T43" fmla="*/ 224 h 280"/>
                <a:gd name="T44" fmla="*/ 65 w 270"/>
                <a:gd name="T45" fmla="*/ 195 h 280"/>
                <a:gd name="T46" fmla="*/ 52 w 270"/>
                <a:gd name="T47" fmla="*/ 161 h 280"/>
                <a:gd name="T48" fmla="*/ 270 w 270"/>
                <a:gd name="T49" fmla="*/ 161 h 280"/>
                <a:gd name="T50" fmla="*/ 270 w 270"/>
                <a:gd name="T51" fmla="*/ 140 h 280"/>
                <a:gd name="T52" fmla="*/ 254 w 270"/>
                <a:gd name="T53" fmla="*/ 69 h 280"/>
                <a:gd name="T54" fmla="*/ 207 w 270"/>
                <a:gd name="T55" fmla="*/ 19 h 2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270" h="280">
                  <a:moveTo>
                    <a:pt x="52" y="114"/>
                  </a:moveTo>
                  <a:cubicBezTo>
                    <a:pt x="56" y="95"/>
                    <a:pt x="65" y="79"/>
                    <a:pt x="78" y="66"/>
                  </a:cubicBezTo>
                  <a:cubicBezTo>
                    <a:pt x="92" y="52"/>
                    <a:pt x="112" y="45"/>
                    <a:pt x="135" y="45"/>
                  </a:cubicBezTo>
                  <a:cubicBezTo>
                    <a:pt x="159" y="45"/>
                    <a:pt x="178" y="52"/>
                    <a:pt x="192" y="66"/>
                  </a:cubicBezTo>
                  <a:cubicBezTo>
                    <a:pt x="206" y="79"/>
                    <a:pt x="214" y="95"/>
                    <a:pt x="218" y="114"/>
                  </a:cubicBezTo>
                  <a:lnTo>
                    <a:pt x="52" y="114"/>
                  </a:lnTo>
                  <a:close/>
                  <a:moveTo>
                    <a:pt x="207" y="19"/>
                  </a:moveTo>
                  <a:cubicBezTo>
                    <a:pt x="187" y="6"/>
                    <a:pt x="163" y="0"/>
                    <a:pt x="135" y="0"/>
                  </a:cubicBezTo>
                  <a:cubicBezTo>
                    <a:pt x="108" y="0"/>
                    <a:pt x="84" y="6"/>
                    <a:pt x="63" y="19"/>
                  </a:cubicBezTo>
                  <a:cubicBezTo>
                    <a:pt x="43" y="31"/>
                    <a:pt x="27" y="48"/>
                    <a:pt x="17" y="69"/>
                  </a:cubicBezTo>
                  <a:cubicBezTo>
                    <a:pt x="6" y="90"/>
                    <a:pt x="0" y="114"/>
                    <a:pt x="0" y="140"/>
                  </a:cubicBezTo>
                  <a:cubicBezTo>
                    <a:pt x="0" y="165"/>
                    <a:pt x="6" y="189"/>
                    <a:pt x="17" y="210"/>
                  </a:cubicBezTo>
                  <a:cubicBezTo>
                    <a:pt x="29" y="232"/>
                    <a:pt x="45" y="249"/>
                    <a:pt x="66" y="261"/>
                  </a:cubicBezTo>
                  <a:cubicBezTo>
                    <a:pt x="86" y="274"/>
                    <a:pt x="110" y="280"/>
                    <a:pt x="138" y="280"/>
                  </a:cubicBezTo>
                  <a:cubicBezTo>
                    <a:pt x="170" y="280"/>
                    <a:pt x="197" y="272"/>
                    <a:pt x="217" y="257"/>
                  </a:cubicBezTo>
                  <a:cubicBezTo>
                    <a:pt x="237" y="241"/>
                    <a:pt x="253" y="221"/>
                    <a:pt x="262" y="197"/>
                  </a:cubicBezTo>
                  <a:cubicBezTo>
                    <a:pt x="265" y="190"/>
                    <a:pt x="265" y="190"/>
                    <a:pt x="265" y="190"/>
                  </a:cubicBezTo>
                  <a:cubicBezTo>
                    <a:pt x="211" y="190"/>
                    <a:pt x="211" y="190"/>
                    <a:pt x="211" y="190"/>
                  </a:cubicBezTo>
                  <a:cubicBezTo>
                    <a:pt x="210" y="193"/>
                    <a:pt x="210" y="193"/>
                    <a:pt x="210" y="193"/>
                  </a:cubicBezTo>
                  <a:cubicBezTo>
                    <a:pt x="203" y="205"/>
                    <a:pt x="194" y="215"/>
                    <a:pt x="182" y="223"/>
                  </a:cubicBezTo>
                  <a:cubicBezTo>
                    <a:pt x="171" y="231"/>
                    <a:pt x="156" y="234"/>
                    <a:pt x="138" y="234"/>
                  </a:cubicBezTo>
                  <a:cubicBezTo>
                    <a:pt x="122" y="234"/>
                    <a:pt x="107" y="231"/>
                    <a:pt x="95" y="224"/>
                  </a:cubicBezTo>
                  <a:cubicBezTo>
                    <a:pt x="82" y="217"/>
                    <a:pt x="72" y="207"/>
                    <a:pt x="65" y="195"/>
                  </a:cubicBezTo>
                  <a:cubicBezTo>
                    <a:pt x="58" y="185"/>
                    <a:pt x="54" y="173"/>
                    <a:pt x="52" y="161"/>
                  </a:cubicBezTo>
                  <a:cubicBezTo>
                    <a:pt x="270" y="161"/>
                    <a:pt x="270" y="161"/>
                    <a:pt x="270" y="161"/>
                  </a:cubicBezTo>
                  <a:cubicBezTo>
                    <a:pt x="270" y="140"/>
                    <a:pt x="270" y="140"/>
                    <a:pt x="270" y="140"/>
                  </a:cubicBezTo>
                  <a:cubicBezTo>
                    <a:pt x="270" y="114"/>
                    <a:pt x="265" y="90"/>
                    <a:pt x="254" y="69"/>
                  </a:cubicBezTo>
                  <a:cubicBezTo>
                    <a:pt x="243" y="48"/>
                    <a:pt x="227" y="31"/>
                    <a:pt x="207" y="1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4" name="Freeform 9">
              <a:extLst>
                <a:ext uri="{FF2B5EF4-FFF2-40B4-BE49-F238E27FC236}">
                  <a16:creationId xmlns:a16="http://schemas.microsoft.com/office/drawing/2014/main" id="{C9F3E543-2242-43F1-8935-6D0FDAD5552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424613" y="4538663"/>
              <a:ext cx="1016000" cy="1055688"/>
            </a:xfrm>
            <a:custGeom>
              <a:avLst/>
              <a:gdLst>
                <a:gd name="T0" fmla="*/ 213 w 270"/>
                <a:gd name="T1" fmla="*/ 187 h 280"/>
                <a:gd name="T2" fmla="*/ 184 w 270"/>
                <a:gd name="T3" fmla="*/ 222 h 280"/>
                <a:gd name="T4" fmla="*/ 137 w 270"/>
                <a:gd name="T5" fmla="*/ 234 h 280"/>
                <a:gd name="T6" fmla="*/ 90 w 270"/>
                <a:gd name="T7" fmla="*/ 222 h 280"/>
                <a:gd name="T8" fmla="*/ 60 w 270"/>
                <a:gd name="T9" fmla="*/ 187 h 280"/>
                <a:gd name="T10" fmla="*/ 49 w 270"/>
                <a:gd name="T11" fmla="*/ 140 h 280"/>
                <a:gd name="T12" fmla="*/ 60 w 270"/>
                <a:gd name="T13" fmla="*/ 92 h 280"/>
                <a:gd name="T14" fmla="*/ 90 w 270"/>
                <a:gd name="T15" fmla="*/ 58 h 280"/>
                <a:gd name="T16" fmla="*/ 137 w 270"/>
                <a:gd name="T17" fmla="*/ 45 h 280"/>
                <a:gd name="T18" fmla="*/ 184 w 270"/>
                <a:gd name="T19" fmla="*/ 58 h 280"/>
                <a:gd name="T20" fmla="*/ 213 w 270"/>
                <a:gd name="T21" fmla="*/ 92 h 280"/>
                <a:gd name="T22" fmla="*/ 223 w 270"/>
                <a:gd name="T23" fmla="*/ 140 h 280"/>
                <a:gd name="T24" fmla="*/ 213 w 270"/>
                <a:gd name="T25" fmla="*/ 187 h 280"/>
                <a:gd name="T26" fmla="*/ 221 w 270"/>
                <a:gd name="T27" fmla="*/ 37 h 280"/>
                <a:gd name="T28" fmla="*/ 190 w 270"/>
                <a:gd name="T29" fmla="*/ 13 h 280"/>
                <a:gd name="T30" fmla="*/ 132 w 270"/>
                <a:gd name="T31" fmla="*/ 0 h 280"/>
                <a:gd name="T32" fmla="*/ 62 w 270"/>
                <a:gd name="T33" fmla="*/ 19 h 280"/>
                <a:gd name="T34" fmla="*/ 16 w 270"/>
                <a:gd name="T35" fmla="*/ 69 h 280"/>
                <a:gd name="T36" fmla="*/ 0 w 270"/>
                <a:gd name="T37" fmla="*/ 140 h 280"/>
                <a:gd name="T38" fmla="*/ 16 w 270"/>
                <a:gd name="T39" fmla="*/ 210 h 280"/>
                <a:gd name="T40" fmla="*/ 62 w 270"/>
                <a:gd name="T41" fmla="*/ 261 h 280"/>
                <a:gd name="T42" fmla="*/ 132 w 270"/>
                <a:gd name="T43" fmla="*/ 280 h 280"/>
                <a:gd name="T44" fmla="*/ 190 w 270"/>
                <a:gd name="T45" fmla="*/ 267 h 280"/>
                <a:gd name="T46" fmla="*/ 221 w 270"/>
                <a:gd name="T47" fmla="*/ 243 h 280"/>
                <a:gd name="T48" fmla="*/ 221 w 270"/>
                <a:gd name="T49" fmla="*/ 276 h 280"/>
                <a:gd name="T50" fmla="*/ 270 w 270"/>
                <a:gd name="T51" fmla="*/ 276 h 280"/>
                <a:gd name="T52" fmla="*/ 270 w 270"/>
                <a:gd name="T53" fmla="*/ 4 h 280"/>
                <a:gd name="T54" fmla="*/ 221 w 270"/>
                <a:gd name="T55" fmla="*/ 4 h 280"/>
                <a:gd name="T56" fmla="*/ 221 w 270"/>
                <a:gd name="T57" fmla="*/ 37 h 2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70" h="280">
                  <a:moveTo>
                    <a:pt x="213" y="187"/>
                  </a:moveTo>
                  <a:cubicBezTo>
                    <a:pt x="206" y="202"/>
                    <a:pt x="196" y="213"/>
                    <a:pt x="184" y="222"/>
                  </a:cubicBezTo>
                  <a:cubicBezTo>
                    <a:pt x="171" y="230"/>
                    <a:pt x="155" y="234"/>
                    <a:pt x="137" y="234"/>
                  </a:cubicBezTo>
                  <a:cubicBezTo>
                    <a:pt x="119" y="234"/>
                    <a:pt x="103" y="230"/>
                    <a:pt x="90" y="222"/>
                  </a:cubicBezTo>
                  <a:cubicBezTo>
                    <a:pt x="77" y="213"/>
                    <a:pt x="67" y="202"/>
                    <a:pt x="60" y="187"/>
                  </a:cubicBezTo>
                  <a:cubicBezTo>
                    <a:pt x="53" y="173"/>
                    <a:pt x="49" y="157"/>
                    <a:pt x="49" y="140"/>
                  </a:cubicBezTo>
                  <a:cubicBezTo>
                    <a:pt x="49" y="123"/>
                    <a:pt x="53" y="107"/>
                    <a:pt x="60" y="92"/>
                  </a:cubicBezTo>
                  <a:cubicBezTo>
                    <a:pt x="67" y="78"/>
                    <a:pt x="77" y="67"/>
                    <a:pt x="90" y="58"/>
                  </a:cubicBezTo>
                  <a:cubicBezTo>
                    <a:pt x="103" y="50"/>
                    <a:pt x="119" y="45"/>
                    <a:pt x="137" y="45"/>
                  </a:cubicBezTo>
                  <a:cubicBezTo>
                    <a:pt x="155" y="45"/>
                    <a:pt x="171" y="50"/>
                    <a:pt x="184" y="58"/>
                  </a:cubicBezTo>
                  <a:cubicBezTo>
                    <a:pt x="196" y="67"/>
                    <a:pt x="206" y="78"/>
                    <a:pt x="213" y="92"/>
                  </a:cubicBezTo>
                  <a:cubicBezTo>
                    <a:pt x="219" y="107"/>
                    <a:pt x="223" y="123"/>
                    <a:pt x="223" y="140"/>
                  </a:cubicBezTo>
                  <a:cubicBezTo>
                    <a:pt x="223" y="157"/>
                    <a:pt x="219" y="173"/>
                    <a:pt x="213" y="187"/>
                  </a:cubicBezTo>
                  <a:moveTo>
                    <a:pt x="221" y="37"/>
                  </a:moveTo>
                  <a:cubicBezTo>
                    <a:pt x="212" y="27"/>
                    <a:pt x="202" y="19"/>
                    <a:pt x="190" y="13"/>
                  </a:cubicBezTo>
                  <a:cubicBezTo>
                    <a:pt x="174" y="4"/>
                    <a:pt x="154" y="0"/>
                    <a:pt x="132" y="0"/>
                  </a:cubicBezTo>
                  <a:cubicBezTo>
                    <a:pt x="105" y="0"/>
                    <a:pt x="82" y="6"/>
                    <a:pt x="62" y="19"/>
                  </a:cubicBezTo>
                  <a:cubicBezTo>
                    <a:pt x="43" y="31"/>
                    <a:pt x="27" y="48"/>
                    <a:pt x="16" y="69"/>
                  </a:cubicBezTo>
                  <a:cubicBezTo>
                    <a:pt x="6" y="90"/>
                    <a:pt x="0" y="114"/>
                    <a:pt x="0" y="140"/>
                  </a:cubicBezTo>
                  <a:cubicBezTo>
                    <a:pt x="0" y="165"/>
                    <a:pt x="6" y="189"/>
                    <a:pt x="16" y="210"/>
                  </a:cubicBezTo>
                  <a:cubicBezTo>
                    <a:pt x="27" y="232"/>
                    <a:pt x="43" y="249"/>
                    <a:pt x="62" y="261"/>
                  </a:cubicBezTo>
                  <a:cubicBezTo>
                    <a:pt x="82" y="274"/>
                    <a:pt x="105" y="280"/>
                    <a:pt x="132" y="280"/>
                  </a:cubicBezTo>
                  <a:cubicBezTo>
                    <a:pt x="154" y="280"/>
                    <a:pt x="174" y="276"/>
                    <a:pt x="190" y="267"/>
                  </a:cubicBezTo>
                  <a:cubicBezTo>
                    <a:pt x="202" y="260"/>
                    <a:pt x="212" y="253"/>
                    <a:pt x="221" y="243"/>
                  </a:cubicBezTo>
                  <a:cubicBezTo>
                    <a:pt x="221" y="276"/>
                    <a:pt x="221" y="276"/>
                    <a:pt x="221" y="276"/>
                  </a:cubicBezTo>
                  <a:cubicBezTo>
                    <a:pt x="270" y="276"/>
                    <a:pt x="270" y="276"/>
                    <a:pt x="270" y="276"/>
                  </a:cubicBezTo>
                  <a:cubicBezTo>
                    <a:pt x="270" y="4"/>
                    <a:pt x="270" y="4"/>
                    <a:pt x="270" y="4"/>
                  </a:cubicBezTo>
                  <a:cubicBezTo>
                    <a:pt x="221" y="4"/>
                    <a:pt x="221" y="4"/>
                    <a:pt x="221" y="4"/>
                  </a:cubicBezTo>
                  <a:lnTo>
                    <a:pt x="221" y="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5" name="Freeform 10">
              <a:extLst>
                <a:ext uri="{FF2B5EF4-FFF2-40B4-BE49-F238E27FC236}">
                  <a16:creationId xmlns:a16="http://schemas.microsoft.com/office/drawing/2014/main" id="{7DD6CD3B-EA57-4726-8185-6D09FA01DC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659688" y="4538663"/>
              <a:ext cx="557213" cy="1041400"/>
            </a:xfrm>
            <a:custGeom>
              <a:avLst/>
              <a:gdLst>
                <a:gd name="T0" fmla="*/ 97 w 148"/>
                <a:gd name="T1" fmla="*/ 8 h 276"/>
                <a:gd name="T2" fmla="*/ 66 w 148"/>
                <a:gd name="T3" fmla="*/ 29 h 276"/>
                <a:gd name="T4" fmla="*/ 49 w 148"/>
                <a:gd name="T5" fmla="*/ 51 h 276"/>
                <a:gd name="T6" fmla="*/ 49 w 148"/>
                <a:gd name="T7" fmla="*/ 4 h 276"/>
                <a:gd name="T8" fmla="*/ 0 w 148"/>
                <a:gd name="T9" fmla="*/ 4 h 276"/>
                <a:gd name="T10" fmla="*/ 0 w 148"/>
                <a:gd name="T11" fmla="*/ 276 h 276"/>
                <a:gd name="T12" fmla="*/ 49 w 148"/>
                <a:gd name="T13" fmla="*/ 276 h 276"/>
                <a:gd name="T14" fmla="*/ 49 w 148"/>
                <a:gd name="T15" fmla="*/ 156 h 276"/>
                <a:gd name="T16" fmla="*/ 60 w 148"/>
                <a:gd name="T17" fmla="*/ 103 h 276"/>
                <a:gd name="T18" fmla="*/ 91 w 148"/>
                <a:gd name="T19" fmla="*/ 64 h 276"/>
                <a:gd name="T20" fmla="*/ 138 w 148"/>
                <a:gd name="T21" fmla="*/ 49 h 276"/>
                <a:gd name="T22" fmla="*/ 148 w 148"/>
                <a:gd name="T23" fmla="*/ 49 h 276"/>
                <a:gd name="T24" fmla="*/ 148 w 148"/>
                <a:gd name="T25" fmla="*/ 0 h 276"/>
                <a:gd name="T26" fmla="*/ 141 w 148"/>
                <a:gd name="T27" fmla="*/ 0 h 276"/>
                <a:gd name="T28" fmla="*/ 97 w 148"/>
                <a:gd name="T29" fmla="*/ 8 h 2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48" h="276">
                  <a:moveTo>
                    <a:pt x="97" y="8"/>
                  </a:moveTo>
                  <a:cubicBezTo>
                    <a:pt x="85" y="14"/>
                    <a:pt x="74" y="21"/>
                    <a:pt x="66" y="29"/>
                  </a:cubicBezTo>
                  <a:cubicBezTo>
                    <a:pt x="59" y="36"/>
                    <a:pt x="53" y="44"/>
                    <a:pt x="49" y="51"/>
                  </a:cubicBezTo>
                  <a:cubicBezTo>
                    <a:pt x="49" y="4"/>
                    <a:pt x="49" y="4"/>
                    <a:pt x="49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276"/>
                    <a:pt x="0" y="276"/>
                    <a:pt x="0" y="276"/>
                  </a:cubicBezTo>
                  <a:cubicBezTo>
                    <a:pt x="49" y="276"/>
                    <a:pt x="49" y="276"/>
                    <a:pt x="49" y="276"/>
                  </a:cubicBezTo>
                  <a:cubicBezTo>
                    <a:pt x="49" y="156"/>
                    <a:pt x="49" y="156"/>
                    <a:pt x="49" y="156"/>
                  </a:cubicBezTo>
                  <a:cubicBezTo>
                    <a:pt x="49" y="137"/>
                    <a:pt x="53" y="120"/>
                    <a:pt x="60" y="103"/>
                  </a:cubicBezTo>
                  <a:cubicBezTo>
                    <a:pt x="67" y="87"/>
                    <a:pt x="78" y="74"/>
                    <a:pt x="91" y="64"/>
                  </a:cubicBezTo>
                  <a:cubicBezTo>
                    <a:pt x="104" y="54"/>
                    <a:pt x="120" y="49"/>
                    <a:pt x="138" y="49"/>
                  </a:cubicBezTo>
                  <a:cubicBezTo>
                    <a:pt x="148" y="49"/>
                    <a:pt x="148" y="49"/>
                    <a:pt x="148" y="49"/>
                  </a:cubicBezTo>
                  <a:cubicBezTo>
                    <a:pt x="148" y="0"/>
                    <a:pt x="148" y="0"/>
                    <a:pt x="148" y="0"/>
                  </a:cubicBezTo>
                  <a:cubicBezTo>
                    <a:pt x="141" y="0"/>
                    <a:pt x="141" y="0"/>
                    <a:pt x="141" y="0"/>
                  </a:cubicBezTo>
                  <a:cubicBezTo>
                    <a:pt x="124" y="0"/>
                    <a:pt x="109" y="3"/>
                    <a:pt x="97" y="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BE7EAE1F-3AA8-49AD-95DA-3E049D5518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42313" y="4552950"/>
              <a:ext cx="184150" cy="10271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B7D447C8-3F4A-4A92-8D06-E4AE7FFBF3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34375" y="4195763"/>
              <a:ext cx="196850" cy="2301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8" name="Freeform 13">
              <a:extLst>
                <a:ext uri="{FF2B5EF4-FFF2-40B4-BE49-F238E27FC236}">
                  <a16:creationId xmlns:a16="http://schemas.microsoft.com/office/drawing/2014/main" id="{06A7F1A9-5D11-40D9-9099-8A120F1E5DC6}"/>
                </a:ext>
              </a:extLst>
            </p:cNvPr>
            <p:cNvSpPr>
              <a:spLocks/>
            </p:cNvSpPr>
            <p:nvPr/>
          </p:nvSpPr>
          <p:spPr bwMode="auto">
            <a:xfrm>
              <a:off x="8674100" y="4538663"/>
              <a:ext cx="869950" cy="1055688"/>
            </a:xfrm>
            <a:custGeom>
              <a:avLst/>
              <a:gdLst>
                <a:gd name="T0" fmla="*/ 217 w 231"/>
                <a:gd name="T1" fmla="*/ 154 h 280"/>
                <a:gd name="T2" fmla="*/ 183 w 231"/>
                <a:gd name="T3" fmla="*/ 131 h 280"/>
                <a:gd name="T4" fmla="*/ 140 w 231"/>
                <a:gd name="T5" fmla="*/ 118 h 280"/>
                <a:gd name="T6" fmla="*/ 98 w 231"/>
                <a:gd name="T7" fmla="*/ 109 h 280"/>
                <a:gd name="T8" fmla="*/ 67 w 231"/>
                <a:gd name="T9" fmla="*/ 96 h 280"/>
                <a:gd name="T10" fmla="*/ 57 w 231"/>
                <a:gd name="T11" fmla="*/ 76 h 280"/>
                <a:gd name="T12" fmla="*/ 114 w 231"/>
                <a:gd name="T13" fmla="*/ 43 h 280"/>
                <a:gd name="T14" fmla="*/ 158 w 231"/>
                <a:gd name="T15" fmla="*/ 54 h 280"/>
                <a:gd name="T16" fmla="*/ 173 w 231"/>
                <a:gd name="T17" fmla="*/ 80 h 280"/>
                <a:gd name="T18" fmla="*/ 174 w 231"/>
                <a:gd name="T19" fmla="*/ 84 h 280"/>
                <a:gd name="T20" fmla="*/ 223 w 231"/>
                <a:gd name="T21" fmla="*/ 84 h 280"/>
                <a:gd name="T22" fmla="*/ 223 w 231"/>
                <a:gd name="T23" fmla="*/ 79 h 280"/>
                <a:gd name="T24" fmla="*/ 208 w 231"/>
                <a:gd name="T25" fmla="*/ 40 h 280"/>
                <a:gd name="T26" fmla="*/ 174 w 231"/>
                <a:gd name="T27" fmla="*/ 11 h 280"/>
                <a:gd name="T28" fmla="*/ 115 w 231"/>
                <a:gd name="T29" fmla="*/ 0 h 280"/>
                <a:gd name="T30" fmla="*/ 35 w 231"/>
                <a:gd name="T31" fmla="*/ 20 h 280"/>
                <a:gd name="T32" fmla="*/ 7 w 231"/>
                <a:gd name="T33" fmla="*/ 80 h 280"/>
                <a:gd name="T34" fmla="*/ 21 w 231"/>
                <a:gd name="T35" fmla="*/ 121 h 280"/>
                <a:gd name="T36" fmla="*/ 56 w 231"/>
                <a:gd name="T37" fmla="*/ 144 h 280"/>
                <a:gd name="T38" fmla="*/ 99 w 231"/>
                <a:gd name="T39" fmla="*/ 156 h 280"/>
                <a:gd name="T40" fmla="*/ 141 w 231"/>
                <a:gd name="T41" fmla="*/ 166 h 280"/>
                <a:gd name="T42" fmla="*/ 171 w 231"/>
                <a:gd name="T43" fmla="*/ 179 h 280"/>
                <a:gd name="T44" fmla="*/ 182 w 231"/>
                <a:gd name="T45" fmla="*/ 200 h 280"/>
                <a:gd name="T46" fmla="*/ 176 w 231"/>
                <a:gd name="T47" fmla="*/ 218 h 280"/>
                <a:gd name="T48" fmla="*/ 160 w 231"/>
                <a:gd name="T49" fmla="*/ 230 h 280"/>
                <a:gd name="T50" fmla="*/ 138 w 231"/>
                <a:gd name="T51" fmla="*/ 235 h 280"/>
                <a:gd name="T52" fmla="*/ 120 w 231"/>
                <a:gd name="T53" fmla="*/ 237 h 280"/>
                <a:gd name="T54" fmla="*/ 81 w 231"/>
                <a:gd name="T55" fmla="*/ 229 h 280"/>
                <a:gd name="T56" fmla="*/ 60 w 231"/>
                <a:gd name="T57" fmla="*/ 211 h 280"/>
                <a:gd name="T58" fmla="*/ 51 w 231"/>
                <a:gd name="T59" fmla="*/ 188 h 280"/>
                <a:gd name="T60" fmla="*/ 51 w 231"/>
                <a:gd name="T61" fmla="*/ 184 h 280"/>
                <a:gd name="T62" fmla="*/ 0 w 231"/>
                <a:gd name="T63" fmla="*/ 184 h 280"/>
                <a:gd name="T64" fmla="*/ 1 w 231"/>
                <a:gd name="T65" fmla="*/ 189 h 280"/>
                <a:gd name="T66" fmla="*/ 16 w 231"/>
                <a:gd name="T67" fmla="*/ 234 h 280"/>
                <a:gd name="T68" fmla="*/ 56 w 231"/>
                <a:gd name="T69" fmla="*/ 267 h 280"/>
                <a:gd name="T70" fmla="*/ 119 w 231"/>
                <a:gd name="T71" fmla="*/ 280 h 280"/>
                <a:gd name="T72" fmla="*/ 200 w 231"/>
                <a:gd name="T73" fmla="*/ 259 h 280"/>
                <a:gd name="T74" fmla="*/ 231 w 231"/>
                <a:gd name="T75" fmla="*/ 196 h 280"/>
                <a:gd name="T76" fmla="*/ 217 w 231"/>
                <a:gd name="T77" fmla="*/ 154 h 2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1" h="280">
                  <a:moveTo>
                    <a:pt x="217" y="154"/>
                  </a:moveTo>
                  <a:cubicBezTo>
                    <a:pt x="208" y="144"/>
                    <a:pt x="197" y="136"/>
                    <a:pt x="183" y="131"/>
                  </a:cubicBezTo>
                  <a:cubicBezTo>
                    <a:pt x="169" y="125"/>
                    <a:pt x="155" y="121"/>
                    <a:pt x="140" y="118"/>
                  </a:cubicBezTo>
                  <a:cubicBezTo>
                    <a:pt x="125" y="115"/>
                    <a:pt x="111" y="112"/>
                    <a:pt x="98" y="109"/>
                  </a:cubicBezTo>
                  <a:cubicBezTo>
                    <a:pt x="85" y="105"/>
                    <a:pt x="75" y="101"/>
                    <a:pt x="67" y="96"/>
                  </a:cubicBezTo>
                  <a:cubicBezTo>
                    <a:pt x="60" y="91"/>
                    <a:pt x="57" y="85"/>
                    <a:pt x="57" y="76"/>
                  </a:cubicBezTo>
                  <a:cubicBezTo>
                    <a:pt x="57" y="68"/>
                    <a:pt x="57" y="43"/>
                    <a:pt x="114" y="43"/>
                  </a:cubicBezTo>
                  <a:cubicBezTo>
                    <a:pt x="135" y="43"/>
                    <a:pt x="150" y="47"/>
                    <a:pt x="158" y="54"/>
                  </a:cubicBezTo>
                  <a:cubicBezTo>
                    <a:pt x="167" y="61"/>
                    <a:pt x="172" y="70"/>
                    <a:pt x="173" y="80"/>
                  </a:cubicBezTo>
                  <a:cubicBezTo>
                    <a:pt x="174" y="84"/>
                    <a:pt x="174" y="84"/>
                    <a:pt x="174" y="84"/>
                  </a:cubicBezTo>
                  <a:cubicBezTo>
                    <a:pt x="223" y="84"/>
                    <a:pt x="223" y="84"/>
                    <a:pt x="223" y="84"/>
                  </a:cubicBezTo>
                  <a:cubicBezTo>
                    <a:pt x="223" y="79"/>
                    <a:pt x="223" y="79"/>
                    <a:pt x="223" y="79"/>
                  </a:cubicBezTo>
                  <a:cubicBezTo>
                    <a:pt x="221" y="65"/>
                    <a:pt x="216" y="52"/>
                    <a:pt x="208" y="40"/>
                  </a:cubicBezTo>
                  <a:cubicBezTo>
                    <a:pt x="201" y="28"/>
                    <a:pt x="189" y="19"/>
                    <a:pt x="174" y="11"/>
                  </a:cubicBezTo>
                  <a:cubicBezTo>
                    <a:pt x="158" y="4"/>
                    <a:pt x="139" y="0"/>
                    <a:pt x="115" y="0"/>
                  </a:cubicBezTo>
                  <a:cubicBezTo>
                    <a:pt x="80" y="0"/>
                    <a:pt x="53" y="7"/>
                    <a:pt x="35" y="20"/>
                  </a:cubicBezTo>
                  <a:cubicBezTo>
                    <a:pt x="17" y="34"/>
                    <a:pt x="7" y="54"/>
                    <a:pt x="7" y="80"/>
                  </a:cubicBezTo>
                  <a:cubicBezTo>
                    <a:pt x="7" y="97"/>
                    <a:pt x="12" y="111"/>
                    <a:pt x="21" y="121"/>
                  </a:cubicBezTo>
                  <a:cubicBezTo>
                    <a:pt x="30" y="131"/>
                    <a:pt x="42" y="138"/>
                    <a:pt x="56" y="144"/>
                  </a:cubicBezTo>
                  <a:cubicBezTo>
                    <a:pt x="69" y="149"/>
                    <a:pt x="84" y="153"/>
                    <a:pt x="99" y="156"/>
                  </a:cubicBezTo>
                  <a:cubicBezTo>
                    <a:pt x="113" y="159"/>
                    <a:pt x="127" y="163"/>
                    <a:pt x="141" y="166"/>
                  </a:cubicBezTo>
                  <a:cubicBezTo>
                    <a:pt x="153" y="169"/>
                    <a:pt x="164" y="174"/>
                    <a:pt x="171" y="179"/>
                  </a:cubicBezTo>
                  <a:cubicBezTo>
                    <a:pt x="178" y="184"/>
                    <a:pt x="182" y="191"/>
                    <a:pt x="182" y="200"/>
                  </a:cubicBezTo>
                  <a:cubicBezTo>
                    <a:pt x="182" y="208"/>
                    <a:pt x="180" y="214"/>
                    <a:pt x="176" y="218"/>
                  </a:cubicBezTo>
                  <a:cubicBezTo>
                    <a:pt x="171" y="223"/>
                    <a:pt x="166" y="227"/>
                    <a:pt x="160" y="230"/>
                  </a:cubicBezTo>
                  <a:cubicBezTo>
                    <a:pt x="153" y="232"/>
                    <a:pt x="146" y="234"/>
                    <a:pt x="138" y="235"/>
                  </a:cubicBezTo>
                  <a:cubicBezTo>
                    <a:pt x="131" y="236"/>
                    <a:pt x="125" y="237"/>
                    <a:pt x="120" y="237"/>
                  </a:cubicBezTo>
                  <a:cubicBezTo>
                    <a:pt x="104" y="237"/>
                    <a:pt x="91" y="234"/>
                    <a:pt x="81" y="229"/>
                  </a:cubicBezTo>
                  <a:cubicBezTo>
                    <a:pt x="72" y="225"/>
                    <a:pt x="64" y="219"/>
                    <a:pt x="60" y="211"/>
                  </a:cubicBezTo>
                  <a:cubicBezTo>
                    <a:pt x="55" y="204"/>
                    <a:pt x="52" y="196"/>
                    <a:pt x="51" y="188"/>
                  </a:cubicBezTo>
                  <a:cubicBezTo>
                    <a:pt x="51" y="184"/>
                    <a:pt x="51" y="184"/>
                    <a:pt x="51" y="184"/>
                  </a:cubicBezTo>
                  <a:cubicBezTo>
                    <a:pt x="0" y="184"/>
                    <a:pt x="0" y="184"/>
                    <a:pt x="0" y="184"/>
                  </a:cubicBezTo>
                  <a:cubicBezTo>
                    <a:pt x="1" y="189"/>
                    <a:pt x="1" y="189"/>
                    <a:pt x="1" y="189"/>
                  </a:cubicBezTo>
                  <a:cubicBezTo>
                    <a:pt x="2" y="205"/>
                    <a:pt x="7" y="220"/>
                    <a:pt x="16" y="234"/>
                  </a:cubicBezTo>
                  <a:cubicBezTo>
                    <a:pt x="25" y="248"/>
                    <a:pt x="39" y="259"/>
                    <a:pt x="56" y="267"/>
                  </a:cubicBezTo>
                  <a:cubicBezTo>
                    <a:pt x="73" y="276"/>
                    <a:pt x="95" y="280"/>
                    <a:pt x="119" y="280"/>
                  </a:cubicBezTo>
                  <a:cubicBezTo>
                    <a:pt x="153" y="280"/>
                    <a:pt x="180" y="273"/>
                    <a:pt x="200" y="259"/>
                  </a:cubicBezTo>
                  <a:cubicBezTo>
                    <a:pt x="221" y="245"/>
                    <a:pt x="231" y="224"/>
                    <a:pt x="231" y="196"/>
                  </a:cubicBezTo>
                  <a:cubicBezTo>
                    <a:pt x="231" y="179"/>
                    <a:pt x="226" y="165"/>
                    <a:pt x="217" y="15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9" name="Freeform 14">
              <a:extLst>
                <a:ext uri="{FF2B5EF4-FFF2-40B4-BE49-F238E27FC236}">
                  <a16:creationId xmlns:a16="http://schemas.microsoft.com/office/drawing/2014/main" id="{A1F08BDD-0620-401A-8CE1-5FDD89A3DB2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83213" y="1749425"/>
              <a:ext cx="663575" cy="638175"/>
            </a:xfrm>
            <a:custGeom>
              <a:avLst/>
              <a:gdLst>
                <a:gd name="T0" fmla="*/ 36 w 176"/>
                <a:gd name="T1" fmla="*/ 168 h 169"/>
                <a:gd name="T2" fmla="*/ 151 w 176"/>
                <a:gd name="T3" fmla="*/ 118 h 169"/>
                <a:gd name="T4" fmla="*/ 142 w 176"/>
                <a:gd name="T5" fmla="*/ 17 h 169"/>
                <a:gd name="T6" fmla="*/ 96 w 176"/>
                <a:gd name="T7" fmla="*/ 0 h 169"/>
                <a:gd name="T8" fmla="*/ 41 w 176"/>
                <a:gd name="T9" fmla="*/ 26 h 169"/>
                <a:gd name="T10" fmla="*/ 20 w 176"/>
                <a:gd name="T11" fmla="*/ 164 h 169"/>
                <a:gd name="T12" fmla="*/ 36 w 176"/>
                <a:gd name="T13" fmla="*/ 168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6" h="169">
                  <a:moveTo>
                    <a:pt x="36" y="168"/>
                  </a:moveTo>
                  <a:cubicBezTo>
                    <a:pt x="67" y="168"/>
                    <a:pt x="130" y="143"/>
                    <a:pt x="151" y="118"/>
                  </a:cubicBezTo>
                  <a:cubicBezTo>
                    <a:pt x="176" y="88"/>
                    <a:pt x="172" y="42"/>
                    <a:pt x="142" y="17"/>
                  </a:cubicBezTo>
                  <a:cubicBezTo>
                    <a:pt x="129" y="6"/>
                    <a:pt x="113" y="0"/>
                    <a:pt x="96" y="0"/>
                  </a:cubicBezTo>
                  <a:cubicBezTo>
                    <a:pt x="74" y="0"/>
                    <a:pt x="54" y="10"/>
                    <a:pt x="41" y="26"/>
                  </a:cubicBezTo>
                  <a:cubicBezTo>
                    <a:pt x="17" y="55"/>
                    <a:pt x="0" y="145"/>
                    <a:pt x="20" y="164"/>
                  </a:cubicBezTo>
                  <a:cubicBezTo>
                    <a:pt x="24" y="167"/>
                    <a:pt x="29" y="169"/>
                    <a:pt x="36" y="16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0" name="Freeform 15">
              <a:extLst>
                <a:ext uri="{FF2B5EF4-FFF2-40B4-BE49-F238E27FC236}">
                  <a16:creationId xmlns:a16="http://schemas.microsoft.com/office/drawing/2014/main" id="{7303E0A6-7FC1-449D-A878-80BF0E3A43A4}"/>
                </a:ext>
              </a:extLst>
            </p:cNvPr>
            <p:cNvSpPr>
              <a:spLocks/>
            </p:cNvSpPr>
            <p:nvPr/>
          </p:nvSpPr>
          <p:spPr bwMode="auto">
            <a:xfrm>
              <a:off x="2662238" y="1270000"/>
              <a:ext cx="765175" cy="728663"/>
            </a:xfrm>
            <a:custGeom>
              <a:avLst/>
              <a:gdLst>
                <a:gd name="T0" fmla="*/ 30 w 203"/>
                <a:gd name="T1" fmla="*/ 152 h 193"/>
                <a:gd name="T2" fmla="*/ 160 w 203"/>
                <a:gd name="T3" fmla="*/ 193 h 193"/>
                <a:gd name="T4" fmla="*/ 197 w 203"/>
                <a:gd name="T5" fmla="*/ 183 h 193"/>
                <a:gd name="T6" fmla="*/ 203 w 203"/>
                <a:gd name="T7" fmla="*/ 160 h 193"/>
                <a:gd name="T8" fmla="*/ 147 w 203"/>
                <a:gd name="T9" fmla="*/ 23 h 193"/>
                <a:gd name="T10" fmla="*/ 88 w 203"/>
                <a:gd name="T11" fmla="*/ 0 h 193"/>
                <a:gd name="T12" fmla="*/ 24 w 203"/>
                <a:gd name="T13" fmla="*/ 29 h 193"/>
                <a:gd name="T14" fmla="*/ 1 w 203"/>
                <a:gd name="T15" fmla="*/ 92 h 193"/>
                <a:gd name="T16" fmla="*/ 30 w 203"/>
                <a:gd name="T17" fmla="*/ 152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03" h="193">
                  <a:moveTo>
                    <a:pt x="30" y="152"/>
                  </a:moveTo>
                  <a:cubicBezTo>
                    <a:pt x="56" y="176"/>
                    <a:pt x="120" y="193"/>
                    <a:pt x="160" y="193"/>
                  </a:cubicBezTo>
                  <a:cubicBezTo>
                    <a:pt x="178" y="193"/>
                    <a:pt x="190" y="190"/>
                    <a:pt x="197" y="183"/>
                  </a:cubicBezTo>
                  <a:cubicBezTo>
                    <a:pt x="201" y="179"/>
                    <a:pt x="203" y="171"/>
                    <a:pt x="203" y="160"/>
                  </a:cubicBezTo>
                  <a:cubicBezTo>
                    <a:pt x="202" y="121"/>
                    <a:pt x="175" y="48"/>
                    <a:pt x="147" y="23"/>
                  </a:cubicBezTo>
                  <a:cubicBezTo>
                    <a:pt x="131" y="8"/>
                    <a:pt x="110" y="0"/>
                    <a:pt x="88" y="0"/>
                  </a:cubicBezTo>
                  <a:cubicBezTo>
                    <a:pt x="64" y="0"/>
                    <a:pt x="40" y="11"/>
                    <a:pt x="24" y="29"/>
                  </a:cubicBezTo>
                  <a:cubicBezTo>
                    <a:pt x="8" y="47"/>
                    <a:pt x="0" y="69"/>
                    <a:pt x="1" y="92"/>
                  </a:cubicBezTo>
                  <a:cubicBezTo>
                    <a:pt x="3" y="115"/>
                    <a:pt x="13" y="137"/>
                    <a:pt x="30" y="15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1" name="Freeform 16">
              <a:extLst>
                <a:ext uri="{FF2B5EF4-FFF2-40B4-BE49-F238E27FC236}">
                  <a16:creationId xmlns:a16="http://schemas.microsoft.com/office/drawing/2014/main" id="{C2B26ABA-6772-41CD-BFA2-8CFB061119B2}"/>
                </a:ext>
              </a:extLst>
            </p:cNvPr>
            <p:cNvSpPr>
              <a:spLocks/>
            </p:cNvSpPr>
            <p:nvPr/>
          </p:nvSpPr>
          <p:spPr bwMode="auto">
            <a:xfrm>
              <a:off x="2659063" y="3406775"/>
              <a:ext cx="633413" cy="471488"/>
            </a:xfrm>
            <a:custGeom>
              <a:avLst/>
              <a:gdLst>
                <a:gd name="T0" fmla="*/ 10 w 168"/>
                <a:gd name="T1" fmla="*/ 31 h 125"/>
                <a:gd name="T2" fmla="*/ 5 w 168"/>
                <a:gd name="T3" fmla="*/ 79 h 125"/>
                <a:gd name="T4" fmla="*/ 65 w 168"/>
                <a:gd name="T5" fmla="*/ 125 h 125"/>
                <a:gd name="T6" fmla="*/ 81 w 168"/>
                <a:gd name="T7" fmla="*/ 122 h 125"/>
                <a:gd name="T8" fmla="*/ 163 w 168"/>
                <a:gd name="T9" fmla="*/ 34 h 125"/>
                <a:gd name="T10" fmla="*/ 67 w 168"/>
                <a:gd name="T11" fmla="*/ 0 h 125"/>
                <a:gd name="T12" fmla="*/ 48 w 168"/>
                <a:gd name="T13" fmla="*/ 2 h 125"/>
                <a:gd name="T14" fmla="*/ 10 w 168"/>
                <a:gd name="T15" fmla="*/ 31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68" h="125">
                  <a:moveTo>
                    <a:pt x="10" y="31"/>
                  </a:moveTo>
                  <a:cubicBezTo>
                    <a:pt x="2" y="46"/>
                    <a:pt x="0" y="63"/>
                    <a:pt x="5" y="79"/>
                  </a:cubicBezTo>
                  <a:cubicBezTo>
                    <a:pt x="12" y="106"/>
                    <a:pt x="37" y="125"/>
                    <a:pt x="65" y="125"/>
                  </a:cubicBezTo>
                  <a:cubicBezTo>
                    <a:pt x="70" y="125"/>
                    <a:pt x="76" y="124"/>
                    <a:pt x="81" y="122"/>
                  </a:cubicBezTo>
                  <a:cubicBezTo>
                    <a:pt x="112" y="114"/>
                    <a:pt x="168" y="58"/>
                    <a:pt x="163" y="34"/>
                  </a:cubicBezTo>
                  <a:cubicBezTo>
                    <a:pt x="160" y="16"/>
                    <a:pt x="101" y="0"/>
                    <a:pt x="67" y="0"/>
                  </a:cubicBezTo>
                  <a:cubicBezTo>
                    <a:pt x="60" y="0"/>
                    <a:pt x="53" y="1"/>
                    <a:pt x="48" y="2"/>
                  </a:cubicBezTo>
                  <a:cubicBezTo>
                    <a:pt x="32" y="6"/>
                    <a:pt x="19" y="17"/>
                    <a:pt x="10" y="31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2" name="Freeform 17">
              <a:extLst>
                <a:ext uri="{FF2B5EF4-FFF2-40B4-BE49-F238E27FC236}">
                  <a16:creationId xmlns:a16="http://schemas.microsoft.com/office/drawing/2014/main" id="{09E135B4-2575-4086-A081-93F481F60CB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100388" y="1614488"/>
              <a:ext cx="3775075" cy="3965575"/>
            </a:xfrm>
            <a:custGeom>
              <a:avLst/>
              <a:gdLst>
                <a:gd name="T0" fmla="*/ 747 w 1002"/>
                <a:gd name="T1" fmla="*/ 881 h 1051"/>
                <a:gd name="T2" fmla="*/ 638 w 1002"/>
                <a:gd name="T3" fmla="*/ 741 h 1051"/>
                <a:gd name="T4" fmla="*/ 805 w 1002"/>
                <a:gd name="T5" fmla="*/ 760 h 1051"/>
                <a:gd name="T6" fmla="*/ 805 w 1002"/>
                <a:gd name="T7" fmla="*/ 862 h 1051"/>
                <a:gd name="T8" fmla="*/ 844 w 1002"/>
                <a:gd name="T9" fmla="*/ 279 h 1051"/>
                <a:gd name="T10" fmla="*/ 942 w 1002"/>
                <a:gd name="T11" fmla="*/ 360 h 1051"/>
                <a:gd name="T12" fmla="*/ 777 w 1002"/>
                <a:gd name="T13" fmla="*/ 304 h 1051"/>
                <a:gd name="T14" fmla="*/ 629 w 1002"/>
                <a:gd name="T15" fmla="*/ 546 h 1051"/>
                <a:gd name="T16" fmla="*/ 592 w 1002"/>
                <a:gd name="T17" fmla="*/ 386 h 1051"/>
                <a:gd name="T18" fmla="*/ 703 w 1002"/>
                <a:gd name="T19" fmla="*/ 467 h 1051"/>
                <a:gd name="T20" fmla="*/ 762 w 1002"/>
                <a:gd name="T21" fmla="*/ 532 h 1051"/>
                <a:gd name="T22" fmla="*/ 940 w 1002"/>
                <a:gd name="T23" fmla="*/ 527 h 1051"/>
                <a:gd name="T24" fmla="*/ 996 w 1002"/>
                <a:gd name="T25" fmla="*/ 449 h 1051"/>
                <a:gd name="T26" fmla="*/ 932 w 1002"/>
                <a:gd name="T27" fmla="*/ 452 h 1051"/>
                <a:gd name="T28" fmla="*/ 848 w 1002"/>
                <a:gd name="T29" fmla="*/ 501 h 1051"/>
                <a:gd name="T30" fmla="*/ 761 w 1002"/>
                <a:gd name="T31" fmla="*/ 455 h 1051"/>
                <a:gd name="T32" fmla="*/ 1002 w 1002"/>
                <a:gd name="T33" fmla="*/ 414 h 1051"/>
                <a:gd name="T34" fmla="*/ 983 w 1002"/>
                <a:gd name="T35" fmla="*/ 307 h 1051"/>
                <a:gd name="T36" fmla="*/ 844 w 1002"/>
                <a:gd name="T37" fmla="*/ 225 h 1051"/>
                <a:gd name="T38" fmla="*/ 715 w 1002"/>
                <a:gd name="T39" fmla="*/ 289 h 1051"/>
                <a:gd name="T40" fmla="*/ 709 w 1002"/>
                <a:gd name="T41" fmla="*/ 299 h 1051"/>
                <a:gd name="T42" fmla="*/ 450 w 1002"/>
                <a:gd name="T43" fmla="*/ 284 h 1051"/>
                <a:gd name="T44" fmla="*/ 480 w 1002"/>
                <a:gd name="T45" fmla="*/ 211 h 1051"/>
                <a:gd name="T46" fmla="*/ 303 w 1002"/>
                <a:gd name="T47" fmla="*/ 217 h 1051"/>
                <a:gd name="T48" fmla="*/ 111 w 1002"/>
                <a:gd name="T49" fmla="*/ 254 h 1051"/>
                <a:gd name="T50" fmla="*/ 219 w 1002"/>
                <a:gd name="T51" fmla="*/ 388 h 1051"/>
                <a:gd name="T52" fmla="*/ 285 w 1002"/>
                <a:gd name="T53" fmla="*/ 551 h 1051"/>
                <a:gd name="T54" fmla="*/ 202 w 1002"/>
                <a:gd name="T55" fmla="*/ 664 h 1051"/>
                <a:gd name="T56" fmla="*/ 303 w 1002"/>
                <a:gd name="T57" fmla="*/ 652 h 1051"/>
                <a:gd name="T58" fmla="*/ 364 w 1002"/>
                <a:gd name="T59" fmla="*/ 565 h 1051"/>
                <a:gd name="T60" fmla="*/ 674 w 1002"/>
                <a:gd name="T61" fmla="*/ 694 h 1051"/>
                <a:gd name="T62" fmla="*/ 588 w 1002"/>
                <a:gd name="T63" fmla="*/ 694 h 1051"/>
                <a:gd name="T64" fmla="*/ 638 w 1002"/>
                <a:gd name="T65" fmla="*/ 1051 h 1051"/>
                <a:gd name="T66" fmla="*/ 749 w 1002"/>
                <a:gd name="T67" fmla="*/ 927 h 1051"/>
                <a:gd name="T68" fmla="*/ 874 w 1002"/>
                <a:gd name="T69" fmla="*/ 811 h 10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002" h="1051">
                  <a:moveTo>
                    <a:pt x="805" y="862"/>
                  </a:moveTo>
                  <a:cubicBezTo>
                    <a:pt x="792" y="874"/>
                    <a:pt x="772" y="881"/>
                    <a:pt x="747" y="881"/>
                  </a:cubicBezTo>
                  <a:cubicBezTo>
                    <a:pt x="638" y="881"/>
                    <a:pt x="638" y="881"/>
                    <a:pt x="638" y="881"/>
                  </a:cubicBezTo>
                  <a:cubicBezTo>
                    <a:pt x="638" y="741"/>
                    <a:pt x="638" y="741"/>
                    <a:pt x="638" y="741"/>
                  </a:cubicBezTo>
                  <a:cubicBezTo>
                    <a:pt x="747" y="741"/>
                    <a:pt x="747" y="741"/>
                    <a:pt x="747" y="741"/>
                  </a:cubicBezTo>
                  <a:cubicBezTo>
                    <a:pt x="772" y="741"/>
                    <a:pt x="792" y="748"/>
                    <a:pt x="805" y="760"/>
                  </a:cubicBezTo>
                  <a:cubicBezTo>
                    <a:pt x="818" y="772"/>
                    <a:pt x="824" y="789"/>
                    <a:pt x="824" y="811"/>
                  </a:cubicBezTo>
                  <a:cubicBezTo>
                    <a:pt x="824" y="833"/>
                    <a:pt x="818" y="850"/>
                    <a:pt x="805" y="862"/>
                  </a:cubicBezTo>
                  <a:moveTo>
                    <a:pt x="777" y="304"/>
                  </a:moveTo>
                  <a:cubicBezTo>
                    <a:pt x="794" y="287"/>
                    <a:pt x="816" y="279"/>
                    <a:pt x="844" y="279"/>
                  </a:cubicBezTo>
                  <a:cubicBezTo>
                    <a:pt x="872" y="279"/>
                    <a:pt x="894" y="287"/>
                    <a:pt x="911" y="304"/>
                  </a:cubicBezTo>
                  <a:cubicBezTo>
                    <a:pt x="927" y="319"/>
                    <a:pt x="937" y="338"/>
                    <a:pt x="942" y="360"/>
                  </a:cubicBezTo>
                  <a:cubicBezTo>
                    <a:pt x="747" y="360"/>
                    <a:pt x="747" y="360"/>
                    <a:pt x="747" y="360"/>
                  </a:cubicBezTo>
                  <a:cubicBezTo>
                    <a:pt x="752" y="338"/>
                    <a:pt x="762" y="319"/>
                    <a:pt x="777" y="304"/>
                  </a:cubicBezTo>
                  <a:moveTo>
                    <a:pt x="854" y="741"/>
                  </a:moveTo>
                  <a:cubicBezTo>
                    <a:pt x="854" y="741"/>
                    <a:pt x="796" y="648"/>
                    <a:pt x="629" y="546"/>
                  </a:cubicBezTo>
                  <a:cubicBezTo>
                    <a:pt x="598" y="527"/>
                    <a:pt x="578" y="509"/>
                    <a:pt x="565" y="492"/>
                  </a:cubicBezTo>
                  <a:cubicBezTo>
                    <a:pt x="540" y="455"/>
                    <a:pt x="541" y="386"/>
                    <a:pt x="592" y="386"/>
                  </a:cubicBezTo>
                  <a:cubicBezTo>
                    <a:pt x="651" y="386"/>
                    <a:pt x="703" y="467"/>
                    <a:pt x="703" y="467"/>
                  </a:cubicBezTo>
                  <a:cubicBezTo>
                    <a:pt x="703" y="467"/>
                    <a:pt x="703" y="467"/>
                    <a:pt x="703" y="467"/>
                  </a:cubicBezTo>
                  <a:cubicBezTo>
                    <a:pt x="704" y="469"/>
                    <a:pt x="705" y="471"/>
                    <a:pt x="706" y="473"/>
                  </a:cubicBezTo>
                  <a:cubicBezTo>
                    <a:pt x="719" y="498"/>
                    <a:pt x="738" y="518"/>
                    <a:pt x="762" y="532"/>
                  </a:cubicBezTo>
                  <a:cubicBezTo>
                    <a:pt x="786" y="547"/>
                    <a:pt x="815" y="555"/>
                    <a:pt x="847" y="555"/>
                  </a:cubicBezTo>
                  <a:cubicBezTo>
                    <a:pt x="885" y="555"/>
                    <a:pt x="916" y="545"/>
                    <a:pt x="940" y="527"/>
                  </a:cubicBezTo>
                  <a:cubicBezTo>
                    <a:pt x="964" y="509"/>
                    <a:pt x="982" y="486"/>
                    <a:pt x="993" y="457"/>
                  </a:cubicBezTo>
                  <a:cubicBezTo>
                    <a:pt x="996" y="449"/>
                    <a:pt x="996" y="449"/>
                    <a:pt x="996" y="449"/>
                  </a:cubicBezTo>
                  <a:cubicBezTo>
                    <a:pt x="933" y="449"/>
                    <a:pt x="933" y="449"/>
                    <a:pt x="933" y="449"/>
                  </a:cubicBezTo>
                  <a:cubicBezTo>
                    <a:pt x="932" y="452"/>
                    <a:pt x="932" y="452"/>
                    <a:pt x="932" y="452"/>
                  </a:cubicBezTo>
                  <a:cubicBezTo>
                    <a:pt x="924" y="467"/>
                    <a:pt x="913" y="478"/>
                    <a:pt x="899" y="488"/>
                  </a:cubicBezTo>
                  <a:cubicBezTo>
                    <a:pt x="886" y="496"/>
                    <a:pt x="868" y="501"/>
                    <a:pt x="848" y="501"/>
                  </a:cubicBezTo>
                  <a:cubicBezTo>
                    <a:pt x="828" y="501"/>
                    <a:pt x="811" y="497"/>
                    <a:pt x="796" y="489"/>
                  </a:cubicBezTo>
                  <a:cubicBezTo>
                    <a:pt x="782" y="480"/>
                    <a:pt x="770" y="469"/>
                    <a:pt x="761" y="455"/>
                  </a:cubicBezTo>
                  <a:cubicBezTo>
                    <a:pt x="754" y="443"/>
                    <a:pt x="748" y="429"/>
                    <a:pt x="746" y="414"/>
                  </a:cubicBezTo>
                  <a:cubicBezTo>
                    <a:pt x="1002" y="414"/>
                    <a:pt x="1002" y="414"/>
                    <a:pt x="1002" y="414"/>
                  </a:cubicBezTo>
                  <a:cubicBezTo>
                    <a:pt x="1002" y="390"/>
                    <a:pt x="1002" y="390"/>
                    <a:pt x="1002" y="390"/>
                  </a:cubicBezTo>
                  <a:cubicBezTo>
                    <a:pt x="1002" y="360"/>
                    <a:pt x="996" y="332"/>
                    <a:pt x="983" y="307"/>
                  </a:cubicBezTo>
                  <a:cubicBezTo>
                    <a:pt x="971" y="282"/>
                    <a:pt x="952" y="262"/>
                    <a:pt x="929" y="248"/>
                  </a:cubicBezTo>
                  <a:cubicBezTo>
                    <a:pt x="905" y="233"/>
                    <a:pt x="877" y="225"/>
                    <a:pt x="844" y="225"/>
                  </a:cubicBezTo>
                  <a:cubicBezTo>
                    <a:pt x="812" y="225"/>
                    <a:pt x="783" y="233"/>
                    <a:pt x="760" y="248"/>
                  </a:cubicBezTo>
                  <a:cubicBezTo>
                    <a:pt x="742" y="259"/>
                    <a:pt x="727" y="273"/>
                    <a:pt x="715" y="289"/>
                  </a:cubicBezTo>
                  <a:cubicBezTo>
                    <a:pt x="713" y="292"/>
                    <a:pt x="712" y="294"/>
                    <a:pt x="710" y="298"/>
                  </a:cubicBezTo>
                  <a:cubicBezTo>
                    <a:pt x="710" y="298"/>
                    <a:pt x="709" y="298"/>
                    <a:pt x="709" y="299"/>
                  </a:cubicBezTo>
                  <a:cubicBezTo>
                    <a:pt x="690" y="334"/>
                    <a:pt x="632" y="345"/>
                    <a:pt x="620" y="347"/>
                  </a:cubicBezTo>
                  <a:cubicBezTo>
                    <a:pt x="573" y="358"/>
                    <a:pt x="467" y="329"/>
                    <a:pt x="450" y="284"/>
                  </a:cubicBezTo>
                  <a:cubicBezTo>
                    <a:pt x="446" y="267"/>
                    <a:pt x="454" y="246"/>
                    <a:pt x="480" y="211"/>
                  </a:cubicBezTo>
                  <a:cubicBezTo>
                    <a:pt x="480" y="211"/>
                    <a:pt x="480" y="211"/>
                    <a:pt x="480" y="211"/>
                  </a:cubicBezTo>
                  <a:cubicBezTo>
                    <a:pt x="554" y="135"/>
                    <a:pt x="495" y="0"/>
                    <a:pt x="389" y="3"/>
                  </a:cubicBezTo>
                  <a:cubicBezTo>
                    <a:pt x="279" y="1"/>
                    <a:pt x="222" y="142"/>
                    <a:pt x="303" y="217"/>
                  </a:cubicBezTo>
                  <a:cubicBezTo>
                    <a:pt x="338" y="243"/>
                    <a:pt x="392" y="276"/>
                    <a:pt x="373" y="319"/>
                  </a:cubicBezTo>
                  <a:cubicBezTo>
                    <a:pt x="341" y="399"/>
                    <a:pt x="135" y="369"/>
                    <a:pt x="111" y="254"/>
                  </a:cubicBezTo>
                  <a:cubicBezTo>
                    <a:pt x="91" y="185"/>
                    <a:pt x="0" y="227"/>
                    <a:pt x="35" y="292"/>
                  </a:cubicBezTo>
                  <a:cubicBezTo>
                    <a:pt x="63" y="345"/>
                    <a:pt x="158" y="370"/>
                    <a:pt x="219" y="388"/>
                  </a:cubicBezTo>
                  <a:cubicBezTo>
                    <a:pt x="345" y="425"/>
                    <a:pt x="367" y="441"/>
                    <a:pt x="360" y="492"/>
                  </a:cubicBezTo>
                  <a:cubicBezTo>
                    <a:pt x="358" y="510"/>
                    <a:pt x="336" y="551"/>
                    <a:pt x="285" y="551"/>
                  </a:cubicBezTo>
                  <a:cubicBezTo>
                    <a:pt x="253" y="548"/>
                    <a:pt x="222" y="546"/>
                    <a:pt x="199" y="570"/>
                  </a:cubicBezTo>
                  <a:cubicBezTo>
                    <a:pt x="174" y="595"/>
                    <a:pt x="175" y="640"/>
                    <a:pt x="202" y="664"/>
                  </a:cubicBezTo>
                  <a:cubicBezTo>
                    <a:pt x="230" y="692"/>
                    <a:pt x="281" y="686"/>
                    <a:pt x="302" y="653"/>
                  </a:cubicBezTo>
                  <a:cubicBezTo>
                    <a:pt x="302" y="653"/>
                    <a:pt x="303" y="652"/>
                    <a:pt x="303" y="652"/>
                  </a:cubicBezTo>
                  <a:cubicBezTo>
                    <a:pt x="303" y="652"/>
                    <a:pt x="303" y="651"/>
                    <a:pt x="304" y="651"/>
                  </a:cubicBezTo>
                  <a:cubicBezTo>
                    <a:pt x="324" y="618"/>
                    <a:pt x="319" y="601"/>
                    <a:pt x="364" y="565"/>
                  </a:cubicBezTo>
                  <a:cubicBezTo>
                    <a:pt x="399" y="537"/>
                    <a:pt x="521" y="519"/>
                    <a:pt x="622" y="567"/>
                  </a:cubicBezTo>
                  <a:cubicBezTo>
                    <a:pt x="724" y="616"/>
                    <a:pt x="746" y="694"/>
                    <a:pt x="674" y="694"/>
                  </a:cubicBezTo>
                  <a:cubicBezTo>
                    <a:pt x="674" y="694"/>
                    <a:pt x="674" y="694"/>
                    <a:pt x="674" y="694"/>
                  </a:cubicBezTo>
                  <a:cubicBezTo>
                    <a:pt x="588" y="694"/>
                    <a:pt x="588" y="694"/>
                    <a:pt x="588" y="694"/>
                  </a:cubicBezTo>
                  <a:cubicBezTo>
                    <a:pt x="588" y="1051"/>
                    <a:pt x="588" y="1051"/>
                    <a:pt x="588" y="1051"/>
                  </a:cubicBezTo>
                  <a:cubicBezTo>
                    <a:pt x="638" y="1051"/>
                    <a:pt x="638" y="1051"/>
                    <a:pt x="638" y="1051"/>
                  </a:cubicBezTo>
                  <a:cubicBezTo>
                    <a:pt x="638" y="927"/>
                    <a:pt x="638" y="927"/>
                    <a:pt x="638" y="927"/>
                  </a:cubicBezTo>
                  <a:cubicBezTo>
                    <a:pt x="749" y="927"/>
                    <a:pt x="749" y="927"/>
                    <a:pt x="749" y="927"/>
                  </a:cubicBezTo>
                  <a:cubicBezTo>
                    <a:pt x="787" y="927"/>
                    <a:pt x="818" y="917"/>
                    <a:pt x="840" y="896"/>
                  </a:cubicBezTo>
                  <a:cubicBezTo>
                    <a:pt x="862" y="875"/>
                    <a:pt x="874" y="846"/>
                    <a:pt x="874" y="811"/>
                  </a:cubicBezTo>
                  <a:cubicBezTo>
                    <a:pt x="874" y="783"/>
                    <a:pt x="867" y="760"/>
                    <a:pt x="854" y="74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dirty="0"/>
            </a:p>
          </p:txBody>
        </p:sp>
      </p:grpSp>
    </p:spTree>
    <p:extLst>
      <p:ext uri="{BB962C8B-B14F-4D97-AF65-F5344CB8AC3E}">
        <p14:creationId xmlns:p14="http://schemas.microsoft.com/office/powerpoint/2010/main" val="4171268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90C1648-9F17-48FB-8E15-B7634819F35E}"/>
              </a:ext>
            </a:extLst>
          </p:cNvPr>
          <p:cNvSpPr/>
          <p:nvPr userDrawn="1"/>
        </p:nvSpPr>
        <p:spPr>
          <a:xfrm>
            <a:off x="308466" y="308465"/>
            <a:ext cx="11575069" cy="62410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sz="1200" dirty="0"/>
          </a:p>
        </p:txBody>
      </p:sp>
      <p:sp>
        <p:nvSpPr>
          <p:cNvPr id="7" name="Titre 6">
            <a:extLst>
              <a:ext uri="{FF2B5EF4-FFF2-40B4-BE49-F238E27FC236}">
                <a16:creationId xmlns:a16="http://schemas.microsoft.com/office/drawing/2014/main" id="{11CB0B80-FFBA-4B21-9621-8E755F23F7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7557" y="631925"/>
            <a:ext cx="10656887" cy="2022375"/>
          </a:xfrm>
        </p:spPr>
        <p:txBody>
          <a:bodyPr anchor="t">
            <a:normAutofit/>
          </a:bodyPr>
          <a:lstStyle>
            <a:lvl1pPr>
              <a:defRPr sz="6400"/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BDD592A9-1B46-48A1-ACB4-91ABACB9660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66764" y="2902050"/>
            <a:ext cx="7593466" cy="923330"/>
          </a:xfrm>
        </p:spPr>
        <p:txBody>
          <a:bodyPr/>
          <a:lstStyle>
            <a:lvl1pPr>
              <a:spcBef>
                <a:spcPts val="1200"/>
              </a:spcBef>
              <a:defRPr sz="3000" b="0" u="none"/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0" name="Espace réservé du texte 8">
            <a:extLst>
              <a:ext uri="{FF2B5EF4-FFF2-40B4-BE49-F238E27FC236}">
                <a16:creationId xmlns:a16="http://schemas.microsoft.com/office/drawing/2014/main" id="{C540577A-528E-41B3-AA89-2DD3AB4DC3C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201842" y="3471824"/>
            <a:ext cx="1418658" cy="3062377"/>
          </a:xfrm>
        </p:spPr>
        <p:txBody>
          <a:bodyPr wrap="none"/>
          <a:lstStyle>
            <a:lvl1pPr algn="r">
              <a:spcBef>
                <a:spcPts val="1200"/>
              </a:spcBef>
              <a:defRPr sz="20000" b="1" u="none"/>
            </a:lvl1pPr>
          </a:lstStyle>
          <a:p>
            <a:pPr lvl="0"/>
            <a:r>
              <a:rPr lang="fr-FR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8318633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pour une image  10">
            <a:extLst>
              <a:ext uri="{FF2B5EF4-FFF2-40B4-BE49-F238E27FC236}">
                <a16:creationId xmlns:a16="http://schemas.microsoft.com/office/drawing/2014/main" id="{BE36F8D4-835C-49D0-9130-3D32D7C4062B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-1588"/>
            <a:ext cx="12192000" cy="6859588"/>
          </a:xfrm>
        </p:spPr>
        <p:txBody>
          <a:bodyPr lIns="360000" rIns="360000" bIns="900000" anchor="ctr">
            <a:noAutofit/>
          </a:bodyPr>
          <a:lstStyle>
            <a:lvl1pPr algn="ctr">
              <a:defRPr sz="1000" cap="all" spc="100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fr-FR" dirty="0"/>
              <a:t>Cliquez sur l’icône ci-dessous pour insérer une nouvelle image puis placez-la en arrière-plan &gt; Clic droit sur l’image &gt; Arrière-plan</a:t>
            </a:r>
          </a:p>
        </p:txBody>
      </p:sp>
    </p:spTree>
    <p:extLst>
      <p:ext uri="{BB962C8B-B14F-4D97-AF65-F5344CB8AC3E}">
        <p14:creationId xmlns:p14="http://schemas.microsoft.com/office/powerpoint/2010/main" val="674587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mair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3AD119C-3ABD-42D8-8670-436A3A64D449}"/>
              </a:ext>
            </a:extLst>
          </p:cNvPr>
          <p:cNvSpPr/>
          <p:nvPr userDrawn="1"/>
        </p:nvSpPr>
        <p:spPr>
          <a:xfrm>
            <a:off x="308466" y="308465"/>
            <a:ext cx="11575069" cy="62410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sz="1200" dirty="0"/>
          </a:p>
        </p:txBody>
      </p:sp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768348" y="698500"/>
            <a:ext cx="10655299" cy="415498"/>
          </a:xfrm>
        </p:spPr>
        <p:txBody>
          <a:bodyPr wrap="square" lIns="0" tIns="0" rIns="0" bIns="0" anchor="t">
            <a:spAutoFit/>
          </a:bodyPr>
          <a:lstStyle>
            <a:lvl1pPr>
              <a:defRPr cap="all" baseline="0"/>
            </a:lvl1pPr>
          </a:lstStyle>
          <a:p>
            <a:r>
              <a:rPr lang="fr-FR" dirty="0"/>
              <a:t>Sommaire</a:t>
            </a:r>
          </a:p>
        </p:txBody>
      </p:sp>
      <p:sp>
        <p:nvSpPr>
          <p:cNvPr id="15" name="Espace réservé du texte 14">
            <a:extLst>
              <a:ext uri="{FF2B5EF4-FFF2-40B4-BE49-F238E27FC236}">
                <a16:creationId xmlns:a16="http://schemas.microsoft.com/office/drawing/2014/main" id="{D126FAF0-6B07-4D37-9A35-CAC932E1FDF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946897" y="2122486"/>
            <a:ext cx="4476750" cy="492443"/>
          </a:xfrm>
        </p:spPr>
        <p:txBody>
          <a:bodyPr/>
          <a:lstStyle>
            <a:lvl1pPr marL="288000" indent="-288000">
              <a:spcBef>
                <a:spcPts val="2400"/>
              </a:spcBef>
              <a:buFont typeface="+mj-lt"/>
              <a:buAutoNum type="arabicPeriod"/>
              <a:defRPr lang="fr-FR" sz="1600" b="1" u="none" dirty="0" smtClean="0"/>
            </a:lvl1pPr>
            <a:lvl2pPr marL="457200" indent="-457200">
              <a:buFont typeface="+mj-lt"/>
              <a:buAutoNum type="arabicPeriod"/>
              <a:defRPr lang="fr-FR" dirty="0" smtClean="0"/>
            </a:lvl2pPr>
            <a:lvl3pPr marL="709200" indent="-457200">
              <a:buFont typeface="+mj-lt"/>
              <a:buAutoNum type="arabicPeriod"/>
              <a:defRPr lang="fr-FR" dirty="0" smtClean="0"/>
            </a:lvl3pPr>
            <a:lvl4pPr marL="709200" indent="-457200">
              <a:buFont typeface="+mj-lt"/>
              <a:buAutoNum type="arabicPeriod"/>
              <a:defRPr lang="fr-FR" dirty="0" smtClean="0"/>
            </a:lvl4pPr>
            <a:lvl5pPr marL="594900" indent="-342900">
              <a:buFont typeface="+mj-lt"/>
              <a:buAutoNum type="arabicPeriod"/>
              <a:defRPr lang="fr-FR" dirty="0"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41522961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F11897AE-73C1-4259-AF5E-D82C01EAF6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BD1BE4-CD17-43AC-A077-88CD7C37981B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4" name="Espace réservé du texte 9">
            <a:extLst>
              <a:ext uri="{FF2B5EF4-FFF2-40B4-BE49-F238E27FC236}">
                <a16:creationId xmlns:a16="http://schemas.microsoft.com/office/drawing/2014/main" id="{25C4BAAE-9A72-4220-912D-E62BF542684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93619" y="6235004"/>
            <a:ext cx="7200000" cy="276999"/>
          </a:xfrm>
        </p:spPr>
        <p:txBody>
          <a:bodyPr/>
          <a:lstStyle>
            <a:lvl1pPr algn="ctr">
              <a:defRPr sz="1800" b="0" u="none"/>
            </a:lvl1pPr>
          </a:lstStyle>
          <a:p>
            <a:pPr lvl="0"/>
            <a:r>
              <a:rPr lang="fr-FR" dirty="0"/>
              <a:t>Titre de la présentation</a:t>
            </a:r>
          </a:p>
        </p:txBody>
      </p:sp>
      <p:grpSp>
        <p:nvGrpSpPr>
          <p:cNvPr id="5" name="Groupe 4">
            <a:extLst>
              <a:ext uri="{FF2B5EF4-FFF2-40B4-BE49-F238E27FC236}">
                <a16:creationId xmlns:a16="http://schemas.microsoft.com/office/drawing/2014/main" id="{55F5F8D8-E8D0-404B-8835-36AF78A8EC37}"/>
              </a:ext>
            </a:extLst>
          </p:cNvPr>
          <p:cNvGrpSpPr/>
          <p:nvPr userDrawn="1"/>
        </p:nvGrpSpPr>
        <p:grpSpPr>
          <a:xfrm>
            <a:off x="10795808" y="5852159"/>
            <a:ext cx="1012811" cy="635105"/>
            <a:chOff x="2647950" y="1270000"/>
            <a:chExt cx="6896100" cy="4324351"/>
          </a:xfrm>
          <a:solidFill>
            <a:schemeClr val="accent1"/>
          </a:solidFill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ACC29BDB-959A-4CC0-ADE5-C46188BCED0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026275" y="2463800"/>
              <a:ext cx="1190625" cy="1244600"/>
            </a:xfrm>
            <a:custGeom>
              <a:avLst/>
              <a:gdLst>
                <a:gd name="T0" fmla="*/ 249 w 316"/>
                <a:gd name="T1" fmla="*/ 221 h 330"/>
                <a:gd name="T2" fmla="*/ 215 w 316"/>
                <a:gd name="T3" fmla="*/ 261 h 330"/>
                <a:gd name="T4" fmla="*/ 160 w 316"/>
                <a:gd name="T5" fmla="*/ 276 h 330"/>
                <a:gd name="T6" fmla="*/ 105 w 316"/>
                <a:gd name="T7" fmla="*/ 261 h 330"/>
                <a:gd name="T8" fmla="*/ 70 w 316"/>
                <a:gd name="T9" fmla="*/ 221 h 330"/>
                <a:gd name="T10" fmla="*/ 57 w 316"/>
                <a:gd name="T11" fmla="*/ 165 h 330"/>
                <a:gd name="T12" fmla="*/ 70 w 316"/>
                <a:gd name="T13" fmla="*/ 109 h 330"/>
                <a:gd name="T14" fmla="*/ 105 w 316"/>
                <a:gd name="T15" fmla="*/ 69 h 330"/>
                <a:gd name="T16" fmla="*/ 160 w 316"/>
                <a:gd name="T17" fmla="*/ 54 h 330"/>
                <a:gd name="T18" fmla="*/ 215 w 316"/>
                <a:gd name="T19" fmla="*/ 69 h 330"/>
                <a:gd name="T20" fmla="*/ 249 w 316"/>
                <a:gd name="T21" fmla="*/ 109 h 330"/>
                <a:gd name="T22" fmla="*/ 261 w 316"/>
                <a:gd name="T23" fmla="*/ 165 h 330"/>
                <a:gd name="T24" fmla="*/ 249 w 316"/>
                <a:gd name="T25" fmla="*/ 221 h 330"/>
                <a:gd name="T26" fmla="*/ 258 w 316"/>
                <a:gd name="T27" fmla="*/ 44 h 330"/>
                <a:gd name="T28" fmla="*/ 223 w 316"/>
                <a:gd name="T29" fmla="*/ 16 h 330"/>
                <a:gd name="T30" fmla="*/ 154 w 316"/>
                <a:gd name="T31" fmla="*/ 0 h 330"/>
                <a:gd name="T32" fmla="*/ 73 w 316"/>
                <a:gd name="T33" fmla="*/ 23 h 330"/>
                <a:gd name="T34" fmla="*/ 19 w 316"/>
                <a:gd name="T35" fmla="*/ 82 h 330"/>
                <a:gd name="T36" fmla="*/ 0 w 316"/>
                <a:gd name="T37" fmla="*/ 165 h 330"/>
                <a:gd name="T38" fmla="*/ 19 w 316"/>
                <a:gd name="T39" fmla="*/ 248 h 330"/>
                <a:gd name="T40" fmla="*/ 73 w 316"/>
                <a:gd name="T41" fmla="*/ 307 h 330"/>
                <a:gd name="T42" fmla="*/ 154 w 316"/>
                <a:gd name="T43" fmla="*/ 330 h 330"/>
                <a:gd name="T44" fmla="*/ 223 w 316"/>
                <a:gd name="T45" fmla="*/ 314 h 330"/>
                <a:gd name="T46" fmla="*/ 258 w 316"/>
                <a:gd name="T47" fmla="*/ 286 h 330"/>
                <a:gd name="T48" fmla="*/ 258 w 316"/>
                <a:gd name="T49" fmla="*/ 325 h 330"/>
                <a:gd name="T50" fmla="*/ 316 w 316"/>
                <a:gd name="T51" fmla="*/ 325 h 330"/>
                <a:gd name="T52" fmla="*/ 316 w 316"/>
                <a:gd name="T53" fmla="*/ 5 h 330"/>
                <a:gd name="T54" fmla="*/ 258 w 316"/>
                <a:gd name="T55" fmla="*/ 5 h 330"/>
                <a:gd name="T56" fmla="*/ 258 w 316"/>
                <a:gd name="T57" fmla="*/ 44 h 3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316" h="330">
                  <a:moveTo>
                    <a:pt x="249" y="221"/>
                  </a:moveTo>
                  <a:cubicBezTo>
                    <a:pt x="241" y="237"/>
                    <a:pt x="230" y="251"/>
                    <a:pt x="215" y="261"/>
                  </a:cubicBezTo>
                  <a:cubicBezTo>
                    <a:pt x="201" y="271"/>
                    <a:pt x="182" y="276"/>
                    <a:pt x="160" y="276"/>
                  </a:cubicBezTo>
                  <a:cubicBezTo>
                    <a:pt x="139" y="276"/>
                    <a:pt x="120" y="271"/>
                    <a:pt x="105" y="261"/>
                  </a:cubicBezTo>
                  <a:cubicBezTo>
                    <a:pt x="90" y="251"/>
                    <a:pt x="78" y="237"/>
                    <a:pt x="70" y="221"/>
                  </a:cubicBezTo>
                  <a:cubicBezTo>
                    <a:pt x="62" y="204"/>
                    <a:pt x="57" y="185"/>
                    <a:pt x="57" y="165"/>
                  </a:cubicBezTo>
                  <a:cubicBezTo>
                    <a:pt x="57" y="145"/>
                    <a:pt x="61" y="126"/>
                    <a:pt x="70" y="109"/>
                  </a:cubicBezTo>
                  <a:cubicBezTo>
                    <a:pt x="78" y="93"/>
                    <a:pt x="90" y="79"/>
                    <a:pt x="105" y="69"/>
                  </a:cubicBezTo>
                  <a:cubicBezTo>
                    <a:pt x="121" y="59"/>
                    <a:pt x="139" y="54"/>
                    <a:pt x="160" y="54"/>
                  </a:cubicBezTo>
                  <a:cubicBezTo>
                    <a:pt x="182" y="54"/>
                    <a:pt x="201" y="59"/>
                    <a:pt x="215" y="69"/>
                  </a:cubicBezTo>
                  <a:cubicBezTo>
                    <a:pt x="230" y="79"/>
                    <a:pt x="241" y="92"/>
                    <a:pt x="249" y="109"/>
                  </a:cubicBezTo>
                  <a:cubicBezTo>
                    <a:pt x="257" y="126"/>
                    <a:pt x="261" y="145"/>
                    <a:pt x="261" y="165"/>
                  </a:cubicBezTo>
                  <a:cubicBezTo>
                    <a:pt x="261" y="185"/>
                    <a:pt x="257" y="204"/>
                    <a:pt x="249" y="221"/>
                  </a:cubicBezTo>
                  <a:moveTo>
                    <a:pt x="258" y="44"/>
                  </a:moveTo>
                  <a:cubicBezTo>
                    <a:pt x="248" y="33"/>
                    <a:pt x="236" y="23"/>
                    <a:pt x="223" y="16"/>
                  </a:cubicBezTo>
                  <a:cubicBezTo>
                    <a:pt x="204" y="6"/>
                    <a:pt x="181" y="0"/>
                    <a:pt x="154" y="0"/>
                  </a:cubicBezTo>
                  <a:cubicBezTo>
                    <a:pt x="123" y="0"/>
                    <a:pt x="96" y="8"/>
                    <a:pt x="73" y="23"/>
                  </a:cubicBezTo>
                  <a:cubicBezTo>
                    <a:pt x="50" y="37"/>
                    <a:pt x="31" y="57"/>
                    <a:pt x="19" y="82"/>
                  </a:cubicBezTo>
                  <a:cubicBezTo>
                    <a:pt x="6" y="107"/>
                    <a:pt x="0" y="135"/>
                    <a:pt x="0" y="165"/>
                  </a:cubicBezTo>
                  <a:cubicBezTo>
                    <a:pt x="0" y="195"/>
                    <a:pt x="6" y="223"/>
                    <a:pt x="19" y="248"/>
                  </a:cubicBezTo>
                  <a:cubicBezTo>
                    <a:pt x="31" y="273"/>
                    <a:pt x="50" y="293"/>
                    <a:pt x="73" y="307"/>
                  </a:cubicBezTo>
                  <a:cubicBezTo>
                    <a:pt x="96" y="322"/>
                    <a:pt x="123" y="330"/>
                    <a:pt x="154" y="330"/>
                  </a:cubicBezTo>
                  <a:cubicBezTo>
                    <a:pt x="181" y="330"/>
                    <a:pt x="204" y="324"/>
                    <a:pt x="223" y="314"/>
                  </a:cubicBezTo>
                  <a:cubicBezTo>
                    <a:pt x="236" y="307"/>
                    <a:pt x="248" y="297"/>
                    <a:pt x="258" y="286"/>
                  </a:cubicBezTo>
                  <a:cubicBezTo>
                    <a:pt x="258" y="325"/>
                    <a:pt x="258" y="325"/>
                    <a:pt x="258" y="325"/>
                  </a:cubicBezTo>
                  <a:cubicBezTo>
                    <a:pt x="316" y="325"/>
                    <a:pt x="316" y="325"/>
                    <a:pt x="316" y="325"/>
                  </a:cubicBezTo>
                  <a:cubicBezTo>
                    <a:pt x="316" y="5"/>
                    <a:pt x="316" y="5"/>
                    <a:pt x="316" y="5"/>
                  </a:cubicBezTo>
                  <a:cubicBezTo>
                    <a:pt x="258" y="5"/>
                    <a:pt x="258" y="5"/>
                    <a:pt x="258" y="5"/>
                  </a:cubicBezTo>
                  <a:lnTo>
                    <a:pt x="258" y="4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DF628762-3E91-4C77-AEDD-4DED23C2C2BD}"/>
                </a:ext>
              </a:extLst>
            </p:cNvPr>
            <p:cNvSpPr>
              <a:spLocks/>
            </p:cNvSpPr>
            <p:nvPr/>
          </p:nvSpPr>
          <p:spPr bwMode="auto">
            <a:xfrm>
              <a:off x="8466138" y="2481263"/>
              <a:ext cx="1066800" cy="1227138"/>
            </a:xfrm>
            <a:custGeom>
              <a:avLst/>
              <a:gdLst>
                <a:gd name="T0" fmla="*/ 128 w 283"/>
                <a:gd name="T1" fmla="*/ 325 h 325"/>
                <a:gd name="T2" fmla="*/ 193 w 283"/>
                <a:gd name="T3" fmla="*/ 308 h 325"/>
                <a:gd name="T4" fmla="*/ 225 w 283"/>
                <a:gd name="T5" fmla="*/ 282 h 325"/>
                <a:gd name="T6" fmla="*/ 225 w 283"/>
                <a:gd name="T7" fmla="*/ 320 h 325"/>
                <a:gd name="T8" fmla="*/ 283 w 283"/>
                <a:gd name="T9" fmla="*/ 320 h 325"/>
                <a:gd name="T10" fmla="*/ 283 w 283"/>
                <a:gd name="T11" fmla="*/ 0 h 325"/>
                <a:gd name="T12" fmla="*/ 225 w 283"/>
                <a:gd name="T13" fmla="*/ 0 h 325"/>
                <a:gd name="T14" fmla="*/ 225 w 283"/>
                <a:gd name="T15" fmla="*/ 183 h 325"/>
                <a:gd name="T16" fmla="*/ 213 w 283"/>
                <a:gd name="T17" fmla="*/ 229 h 325"/>
                <a:gd name="T18" fmla="*/ 181 w 283"/>
                <a:gd name="T19" fmla="*/ 260 h 325"/>
                <a:gd name="T20" fmla="*/ 138 w 283"/>
                <a:gd name="T21" fmla="*/ 271 h 325"/>
                <a:gd name="T22" fmla="*/ 80 w 283"/>
                <a:gd name="T23" fmla="*/ 247 h 325"/>
                <a:gd name="T24" fmla="*/ 57 w 283"/>
                <a:gd name="T25" fmla="*/ 184 h 325"/>
                <a:gd name="T26" fmla="*/ 57 w 283"/>
                <a:gd name="T27" fmla="*/ 0 h 325"/>
                <a:gd name="T28" fmla="*/ 0 w 283"/>
                <a:gd name="T29" fmla="*/ 0 h 325"/>
                <a:gd name="T30" fmla="*/ 0 w 283"/>
                <a:gd name="T31" fmla="*/ 185 h 325"/>
                <a:gd name="T32" fmla="*/ 18 w 283"/>
                <a:gd name="T33" fmla="*/ 262 h 325"/>
                <a:gd name="T34" fmla="*/ 66 w 283"/>
                <a:gd name="T35" fmla="*/ 309 h 325"/>
                <a:gd name="T36" fmla="*/ 128 w 283"/>
                <a:gd name="T37" fmla="*/ 325 h 3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83" h="325">
                  <a:moveTo>
                    <a:pt x="128" y="325"/>
                  </a:moveTo>
                  <a:cubicBezTo>
                    <a:pt x="154" y="325"/>
                    <a:pt x="176" y="319"/>
                    <a:pt x="193" y="308"/>
                  </a:cubicBezTo>
                  <a:cubicBezTo>
                    <a:pt x="205" y="301"/>
                    <a:pt x="215" y="292"/>
                    <a:pt x="225" y="282"/>
                  </a:cubicBezTo>
                  <a:cubicBezTo>
                    <a:pt x="225" y="320"/>
                    <a:pt x="225" y="320"/>
                    <a:pt x="225" y="320"/>
                  </a:cubicBezTo>
                  <a:cubicBezTo>
                    <a:pt x="283" y="320"/>
                    <a:pt x="283" y="320"/>
                    <a:pt x="283" y="320"/>
                  </a:cubicBezTo>
                  <a:cubicBezTo>
                    <a:pt x="283" y="0"/>
                    <a:pt x="283" y="0"/>
                    <a:pt x="283" y="0"/>
                  </a:cubicBezTo>
                  <a:cubicBezTo>
                    <a:pt x="225" y="0"/>
                    <a:pt x="225" y="0"/>
                    <a:pt x="225" y="0"/>
                  </a:cubicBezTo>
                  <a:cubicBezTo>
                    <a:pt x="225" y="183"/>
                    <a:pt x="225" y="183"/>
                    <a:pt x="225" y="183"/>
                  </a:cubicBezTo>
                  <a:cubicBezTo>
                    <a:pt x="225" y="201"/>
                    <a:pt x="221" y="216"/>
                    <a:pt x="213" y="229"/>
                  </a:cubicBezTo>
                  <a:cubicBezTo>
                    <a:pt x="205" y="242"/>
                    <a:pt x="195" y="252"/>
                    <a:pt x="181" y="260"/>
                  </a:cubicBezTo>
                  <a:cubicBezTo>
                    <a:pt x="169" y="267"/>
                    <a:pt x="154" y="271"/>
                    <a:pt x="138" y="271"/>
                  </a:cubicBezTo>
                  <a:cubicBezTo>
                    <a:pt x="114" y="271"/>
                    <a:pt x="95" y="263"/>
                    <a:pt x="80" y="247"/>
                  </a:cubicBezTo>
                  <a:cubicBezTo>
                    <a:pt x="65" y="232"/>
                    <a:pt x="57" y="210"/>
                    <a:pt x="57" y="184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85"/>
                    <a:pt x="0" y="185"/>
                    <a:pt x="0" y="185"/>
                  </a:cubicBezTo>
                  <a:cubicBezTo>
                    <a:pt x="0" y="215"/>
                    <a:pt x="6" y="241"/>
                    <a:pt x="18" y="262"/>
                  </a:cubicBezTo>
                  <a:cubicBezTo>
                    <a:pt x="30" y="282"/>
                    <a:pt x="46" y="298"/>
                    <a:pt x="66" y="309"/>
                  </a:cubicBezTo>
                  <a:cubicBezTo>
                    <a:pt x="86" y="319"/>
                    <a:pt x="107" y="325"/>
                    <a:pt x="128" y="325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20DB59C4-AF1F-49B5-A843-EB89939D3EB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47950" y="4157663"/>
              <a:ext cx="1017588" cy="1436688"/>
            </a:xfrm>
            <a:custGeom>
              <a:avLst/>
              <a:gdLst>
                <a:gd name="T0" fmla="*/ 213 w 270"/>
                <a:gd name="T1" fmla="*/ 288 h 381"/>
                <a:gd name="T2" fmla="*/ 184 w 270"/>
                <a:gd name="T3" fmla="*/ 323 h 381"/>
                <a:gd name="T4" fmla="*/ 137 w 270"/>
                <a:gd name="T5" fmla="*/ 335 h 381"/>
                <a:gd name="T6" fmla="*/ 90 w 270"/>
                <a:gd name="T7" fmla="*/ 323 h 381"/>
                <a:gd name="T8" fmla="*/ 60 w 270"/>
                <a:gd name="T9" fmla="*/ 288 h 381"/>
                <a:gd name="T10" fmla="*/ 49 w 270"/>
                <a:gd name="T11" fmla="*/ 241 h 381"/>
                <a:gd name="T12" fmla="*/ 60 w 270"/>
                <a:gd name="T13" fmla="*/ 193 h 381"/>
                <a:gd name="T14" fmla="*/ 90 w 270"/>
                <a:gd name="T15" fmla="*/ 159 h 381"/>
                <a:gd name="T16" fmla="*/ 137 w 270"/>
                <a:gd name="T17" fmla="*/ 146 h 381"/>
                <a:gd name="T18" fmla="*/ 184 w 270"/>
                <a:gd name="T19" fmla="*/ 159 h 381"/>
                <a:gd name="T20" fmla="*/ 213 w 270"/>
                <a:gd name="T21" fmla="*/ 193 h 381"/>
                <a:gd name="T22" fmla="*/ 223 w 270"/>
                <a:gd name="T23" fmla="*/ 241 h 381"/>
                <a:gd name="T24" fmla="*/ 213 w 270"/>
                <a:gd name="T25" fmla="*/ 288 h 381"/>
                <a:gd name="T26" fmla="*/ 221 w 270"/>
                <a:gd name="T27" fmla="*/ 138 h 381"/>
                <a:gd name="T28" fmla="*/ 190 w 270"/>
                <a:gd name="T29" fmla="*/ 114 h 381"/>
                <a:gd name="T30" fmla="*/ 132 w 270"/>
                <a:gd name="T31" fmla="*/ 101 h 381"/>
                <a:gd name="T32" fmla="*/ 62 w 270"/>
                <a:gd name="T33" fmla="*/ 120 h 381"/>
                <a:gd name="T34" fmla="*/ 16 w 270"/>
                <a:gd name="T35" fmla="*/ 170 h 381"/>
                <a:gd name="T36" fmla="*/ 0 w 270"/>
                <a:gd name="T37" fmla="*/ 241 h 381"/>
                <a:gd name="T38" fmla="*/ 16 w 270"/>
                <a:gd name="T39" fmla="*/ 311 h 381"/>
                <a:gd name="T40" fmla="*/ 62 w 270"/>
                <a:gd name="T41" fmla="*/ 362 h 381"/>
                <a:gd name="T42" fmla="*/ 132 w 270"/>
                <a:gd name="T43" fmla="*/ 381 h 381"/>
                <a:gd name="T44" fmla="*/ 190 w 270"/>
                <a:gd name="T45" fmla="*/ 368 h 381"/>
                <a:gd name="T46" fmla="*/ 221 w 270"/>
                <a:gd name="T47" fmla="*/ 344 h 381"/>
                <a:gd name="T48" fmla="*/ 221 w 270"/>
                <a:gd name="T49" fmla="*/ 377 h 381"/>
                <a:gd name="T50" fmla="*/ 270 w 270"/>
                <a:gd name="T51" fmla="*/ 377 h 381"/>
                <a:gd name="T52" fmla="*/ 270 w 270"/>
                <a:gd name="T53" fmla="*/ 0 h 381"/>
                <a:gd name="T54" fmla="*/ 221 w 270"/>
                <a:gd name="T55" fmla="*/ 0 h 381"/>
                <a:gd name="T56" fmla="*/ 221 w 270"/>
                <a:gd name="T57" fmla="*/ 138 h 3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70" h="381">
                  <a:moveTo>
                    <a:pt x="213" y="288"/>
                  </a:moveTo>
                  <a:cubicBezTo>
                    <a:pt x="206" y="303"/>
                    <a:pt x="196" y="314"/>
                    <a:pt x="184" y="323"/>
                  </a:cubicBezTo>
                  <a:cubicBezTo>
                    <a:pt x="171" y="331"/>
                    <a:pt x="156" y="335"/>
                    <a:pt x="137" y="335"/>
                  </a:cubicBezTo>
                  <a:cubicBezTo>
                    <a:pt x="119" y="335"/>
                    <a:pt x="103" y="331"/>
                    <a:pt x="90" y="323"/>
                  </a:cubicBezTo>
                  <a:cubicBezTo>
                    <a:pt x="77" y="314"/>
                    <a:pt x="67" y="303"/>
                    <a:pt x="60" y="288"/>
                  </a:cubicBezTo>
                  <a:cubicBezTo>
                    <a:pt x="53" y="274"/>
                    <a:pt x="49" y="258"/>
                    <a:pt x="49" y="241"/>
                  </a:cubicBezTo>
                  <a:cubicBezTo>
                    <a:pt x="49" y="224"/>
                    <a:pt x="53" y="208"/>
                    <a:pt x="60" y="193"/>
                  </a:cubicBezTo>
                  <a:cubicBezTo>
                    <a:pt x="67" y="179"/>
                    <a:pt x="77" y="168"/>
                    <a:pt x="90" y="159"/>
                  </a:cubicBezTo>
                  <a:cubicBezTo>
                    <a:pt x="103" y="151"/>
                    <a:pt x="119" y="146"/>
                    <a:pt x="137" y="146"/>
                  </a:cubicBezTo>
                  <a:cubicBezTo>
                    <a:pt x="156" y="146"/>
                    <a:pt x="171" y="151"/>
                    <a:pt x="184" y="159"/>
                  </a:cubicBezTo>
                  <a:cubicBezTo>
                    <a:pt x="196" y="168"/>
                    <a:pt x="206" y="179"/>
                    <a:pt x="213" y="193"/>
                  </a:cubicBezTo>
                  <a:cubicBezTo>
                    <a:pt x="219" y="208"/>
                    <a:pt x="223" y="224"/>
                    <a:pt x="223" y="241"/>
                  </a:cubicBezTo>
                  <a:cubicBezTo>
                    <a:pt x="223" y="258"/>
                    <a:pt x="219" y="274"/>
                    <a:pt x="213" y="288"/>
                  </a:cubicBezTo>
                  <a:moveTo>
                    <a:pt x="221" y="138"/>
                  </a:moveTo>
                  <a:cubicBezTo>
                    <a:pt x="212" y="128"/>
                    <a:pt x="202" y="120"/>
                    <a:pt x="190" y="114"/>
                  </a:cubicBezTo>
                  <a:cubicBezTo>
                    <a:pt x="174" y="105"/>
                    <a:pt x="154" y="101"/>
                    <a:pt x="132" y="101"/>
                  </a:cubicBezTo>
                  <a:cubicBezTo>
                    <a:pt x="106" y="101"/>
                    <a:pt x="82" y="107"/>
                    <a:pt x="62" y="120"/>
                  </a:cubicBezTo>
                  <a:cubicBezTo>
                    <a:pt x="43" y="132"/>
                    <a:pt x="27" y="149"/>
                    <a:pt x="16" y="170"/>
                  </a:cubicBezTo>
                  <a:cubicBezTo>
                    <a:pt x="6" y="191"/>
                    <a:pt x="0" y="215"/>
                    <a:pt x="0" y="241"/>
                  </a:cubicBezTo>
                  <a:cubicBezTo>
                    <a:pt x="0" y="266"/>
                    <a:pt x="6" y="290"/>
                    <a:pt x="16" y="311"/>
                  </a:cubicBezTo>
                  <a:cubicBezTo>
                    <a:pt x="27" y="333"/>
                    <a:pt x="43" y="350"/>
                    <a:pt x="62" y="362"/>
                  </a:cubicBezTo>
                  <a:cubicBezTo>
                    <a:pt x="82" y="375"/>
                    <a:pt x="106" y="381"/>
                    <a:pt x="132" y="381"/>
                  </a:cubicBezTo>
                  <a:cubicBezTo>
                    <a:pt x="154" y="381"/>
                    <a:pt x="174" y="377"/>
                    <a:pt x="190" y="368"/>
                  </a:cubicBezTo>
                  <a:cubicBezTo>
                    <a:pt x="202" y="361"/>
                    <a:pt x="212" y="354"/>
                    <a:pt x="221" y="344"/>
                  </a:cubicBezTo>
                  <a:cubicBezTo>
                    <a:pt x="221" y="377"/>
                    <a:pt x="221" y="377"/>
                    <a:pt x="221" y="377"/>
                  </a:cubicBezTo>
                  <a:cubicBezTo>
                    <a:pt x="270" y="377"/>
                    <a:pt x="270" y="377"/>
                    <a:pt x="270" y="377"/>
                  </a:cubicBezTo>
                  <a:cubicBezTo>
                    <a:pt x="270" y="0"/>
                    <a:pt x="270" y="0"/>
                    <a:pt x="270" y="0"/>
                  </a:cubicBezTo>
                  <a:cubicBezTo>
                    <a:pt x="221" y="0"/>
                    <a:pt x="221" y="0"/>
                    <a:pt x="221" y="0"/>
                  </a:cubicBezTo>
                  <a:lnTo>
                    <a:pt x="221" y="13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308B576F-C42B-483B-875B-DDC7241AC48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81425" y="4538663"/>
              <a:ext cx="1017588" cy="1055688"/>
            </a:xfrm>
            <a:custGeom>
              <a:avLst/>
              <a:gdLst>
                <a:gd name="T0" fmla="*/ 52 w 270"/>
                <a:gd name="T1" fmla="*/ 114 h 280"/>
                <a:gd name="T2" fmla="*/ 78 w 270"/>
                <a:gd name="T3" fmla="*/ 66 h 280"/>
                <a:gd name="T4" fmla="*/ 135 w 270"/>
                <a:gd name="T5" fmla="*/ 45 h 280"/>
                <a:gd name="T6" fmla="*/ 192 w 270"/>
                <a:gd name="T7" fmla="*/ 66 h 280"/>
                <a:gd name="T8" fmla="*/ 218 w 270"/>
                <a:gd name="T9" fmla="*/ 114 h 280"/>
                <a:gd name="T10" fmla="*/ 52 w 270"/>
                <a:gd name="T11" fmla="*/ 114 h 280"/>
                <a:gd name="T12" fmla="*/ 207 w 270"/>
                <a:gd name="T13" fmla="*/ 19 h 280"/>
                <a:gd name="T14" fmla="*/ 135 w 270"/>
                <a:gd name="T15" fmla="*/ 0 h 280"/>
                <a:gd name="T16" fmla="*/ 63 w 270"/>
                <a:gd name="T17" fmla="*/ 19 h 280"/>
                <a:gd name="T18" fmla="*/ 17 w 270"/>
                <a:gd name="T19" fmla="*/ 69 h 280"/>
                <a:gd name="T20" fmla="*/ 0 w 270"/>
                <a:gd name="T21" fmla="*/ 140 h 280"/>
                <a:gd name="T22" fmla="*/ 17 w 270"/>
                <a:gd name="T23" fmla="*/ 210 h 280"/>
                <a:gd name="T24" fmla="*/ 66 w 270"/>
                <a:gd name="T25" fmla="*/ 261 h 280"/>
                <a:gd name="T26" fmla="*/ 138 w 270"/>
                <a:gd name="T27" fmla="*/ 280 h 280"/>
                <a:gd name="T28" fmla="*/ 217 w 270"/>
                <a:gd name="T29" fmla="*/ 257 h 280"/>
                <a:gd name="T30" fmla="*/ 262 w 270"/>
                <a:gd name="T31" fmla="*/ 197 h 280"/>
                <a:gd name="T32" fmla="*/ 265 w 270"/>
                <a:gd name="T33" fmla="*/ 190 h 280"/>
                <a:gd name="T34" fmla="*/ 211 w 270"/>
                <a:gd name="T35" fmla="*/ 190 h 280"/>
                <a:gd name="T36" fmla="*/ 210 w 270"/>
                <a:gd name="T37" fmla="*/ 193 h 280"/>
                <a:gd name="T38" fmla="*/ 182 w 270"/>
                <a:gd name="T39" fmla="*/ 223 h 280"/>
                <a:gd name="T40" fmla="*/ 138 w 270"/>
                <a:gd name="T41" fmla="*/ 234 h 280"/>
                <a:gd name="T42" fmla="*/ 95 w 270"/>
                <a:gd name="T43" fmla="*/ 224 h 280"/>
                <a:gd name="T44" fmla="*/ 65 w 270"/>
                <a:gd name="T45" fmla="*/ 195 h 280"/>
                <a:gd name="T46" fmla="*/ 52 w 270"/>
                <a:gd name="T47" fmla="*/ 161 h 280"/>
                <a:gd name="T48" fmla="*/ 270 w 270"/>
                <a:gd name="T49" fmla="*/ 161 h 280"/>
                <a:gd name="T50" fmla="*/ 270 w 270"/>
                <a:gd name="T51" fmla="*/ 140 h 280"/>
                <a:gd name="T52" fmla="*/ 254 w 270"/>
                <a:gd name="T53" fmla="*/ 69 h 280"/>
                <a:gd name="T54" fmla="*/ 207 w 270"/>
                <a:gd name="T55" fmla="*/ 19 h 2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270" h="280">
                  <a:moveTo>
                    <a:pt x="52" y="114"/>
                  </a:moveTo>
                  <a:cubicBezTo>
                    <a:pt x="56" y="95"/>
                    <a:pt x="65" y="79"/>
                    <a:pt x="78" y="66"/>
                  </a:cubicBezTo>
                  <a:cubicBezTo>
                    <a:pt x="92" y="52"/>
                    <a:pt x="112" y="45"/>
                    <a:pt x="135" y="45"/>
                  </a:cubicBezTo>
                  <a:cubicBezTo>
                    <a:pt x="159" y="45"/>
                    <a:pt x="178" y="52"/>
                    <a:pt x="192" y="66"/>
                  </a:cubicBezTo>
                  <a:cubicBezTo>
                    <a:pt x="206" y="79"/>
                    <a:pt x="214" y="95"/>
                    <a:pt x="218" y="114"/>
                  </a:cubicBezTo>
                  <a:lnTo>
                    <a:pt x="52" y="114"/>
                  </a:lnTo>
                  <a:close/>
                  <a:moveTo>
                    <a:pt x="207" y="19"/>
                  </a:moveTo>
                  <a:cubicBezTo>
                    <a:pt x="187" y="6"/>
                    <a:pt x="163" y="0"/>
                    <a:pt x="135" y="0"/>
                  </a:cubicBezTo>
                  <a:cubicBezTo>
                    <a:pt x="108" y="0"/>
                    <a:pt x="84" y="6"/>
                    <a:pt x="63" y="19"/>
                  </a:cubicBezTo>
                  <a:cubicBezTo>
                    <a:pt x="43" y="31"/>
                    <a:pt x="27" y="48"/>
                    <a:pt x="17" y="69"/>
                  </a:cubicBezTo>
                  <a:cubicBezTo>
                    <a:pt x="6" y="90"/>
                    <a:pt x="0" y="114"/>
                    <a:pt x="0" y="140"/>
                  </a:cubicBezTo>
                  <a:cubicBezTo>
                    <a:pt x="0" y="165"/>
                    <a:pt x="6" y="189"/>
                    <a:pt x="17" y="210"/>
                  </a:cubicBezTo>
                  <a:cubicBezTo>
                    <a:pt x="29" y="232"/>
                    <a:pt x="45" y="249"/>
                    <a:pt x="66" y="261"/>
                  </a:cubicBezTo>
                  <a:cubicBezTo>
                    <a:pt x="86" y="274"/>
                    <a:pt x="110" y="280"/>
                    <a:pt x="138" y="280"/>
                  </a:cubicBezTo>
                  <a:cubicBezTo>
                    <a:pt x="170" y="280"/>
                    <a:pt x="197" y="272"/>
                    <a:pt x="217" y="257"/>
                  </a:cubicBezTo>
                  <a:cubicBezTo>
                    <a:pt x="237" y="241"/>
                    <a:pt x="253" y="221"/>
                    <a:pt x="262" y="197"/>
                  </a:cubicBezTo>
                  <a:cubicBezTo>
                    <a:pt x="265" y="190"/>
                    <a:pt x="265" y="190"/>
                    <a:pt x="265" y="190"/>
                  </a:cubicBezTo>
                  <a:cubicBezTo>
                    <a:pt x="211" y="190"/>
                    <a:pt x="211" y="190"/>
                    <a:pt x="211" y="190"/>
                  </a:cubicBezTo>
                  <a:cubicBezTo>
                    <a:pt x="210" y="193"/>
                    <a:pt x="210" y="193"/>
                    <a:pt x="210" y="193"/>
                  </a:cubicBezTo>
                  <a:cubicBezTo>
                    <a:pt x="203" y="205"/>
                    <a:pt x="194" y="215"/>
                    <a:pt x="182" y="223"/>
                  </a:cubicBezTo>
                  <a:cubicBezTo>
                    <a:pt x="171" y="231"/>
                    <a:pt x="156" y="234"/>
                    <a:pt x="138" y="234"/>
                  </a:cubicBezTo>
                  <a:cubicBezTo>
                    <a:pt x="122" y="234"/>
                    <a:pt x="107" y="231"/>
                    <a:pt x="95" y="224"/>
                  </a:cubicBezTo>
                  <a:cubicBezTo>
                    <a:pt x="82" y="217"/>
                    <a:pt x="72" y="207"/>
                    <a:pt x="65" y="195"/>
                  </a:cubicBezTo>
                  <a:cubicBezTo>
                    <a:pt x="58" y="185"/>
                    <a:pt x="54" y="173"/>
                    <a:pt x="52" y="161"/>
                  </a:cubicBezTo>
                  <a:cubicBezTo>
                    <a:pt x="270" y="161"/>
                    <a:pt x="270" y="161"/>
                    <a:pt x="270" y="161"/>
                  </a:cubicBezTo>
                  <a:cubicBezTo>
                    <a:pt x="270" y="140"/>
                    <a:pt x="270" y="140"/>
                    <a:pt x="270" y="140"/>
                  </a:cubicBezTo>
                  <a:cubicBezTo>
                    <a:pt x="270" y="114"/>
                    <a:pt x="265" y="90"/>
                    <a:pt x="254" y="69"/>
                  </a:cubicBezTo>
                  <a:cubicBezTo>
                    <a:pt x="243" y="48"/>
                    <a:pt x="227" y="31"/>
                    <a:pt x="207" y="1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95CFABD6-5FAA-43A3-9C75-F00A4F22EBB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424613" y="4538663"/>
              <a:ext cx="1016000" cy="1055688"/>
            </a:xfrm>
            <a:custGeom>
              <a:avLst/>
              <a:gdLst>
                <a:gd name="T0" fmla="*/ 213 w 270"/>
                <a:gd name="T1" fmla="*/ 187 h 280"/>
                <a:gd name="T2" fmla="*/ 184 w 270"/>
                <a:gd name="T3" fmla="*/ 222 h 280"/>
                <a:gd name="T4" fmla="*/ 137 w 270"/>
                <a:gd name="T5" fmla="*/ 234 h 280"/>
                <a:gd name="T6" fmla="*/ 90 w 270"/>
                <a:gd name="T7" fmla="*/ 222 h 280"/>
                <a:gd name="T8" fmla="*/ 60 w 270"/>
                <a:gd name="T9" fmla="*/ 187 h 280"/>
                <a:gd name="T10" fmla="*/ 49 w 270"/>
                <a:gd name="T11" fmla="*/ 140 h 280"/>
                <a:gd name="T12" fmla="*/ 60 w 270"/>
                <a:gd name="T13" fmla="*/ 92 h 280"/>
                <a:gd name="T14" fmla="*/ 90 w 270"/>
                <a:gd name="T15" fmla="*/ 58 h 280"/>
                <a:gd name="T16" fmla="*/ 137 w 270"/>
                <a:gd name="T17" fmla="*/ 45 h 280"/>
                <a:gd name="T18" fmla="*/ 184 w 270"/>
                <a:gd name="T19" fmla="*/ 58 h 280"/>
                <a:gd name="T20" fmla="*/ 213 w 270"/>
                <a:gd name="T21" fmla="*/ 92 h 280"/>
                <a:gd name="T22" fmla="*/ 223 w 270"/>
                <a:gd name="T23" fmla="*/ 140 h 280"/>
                <a:gd name="T24" fmla="*/ 213 w 270"/>
                <a:gd name="T25" fmla="*/ 187 h 280"/>
                <a:gd name="T26" fmla="*/ 221 w 270"/>
                <a:gd name="T27" fmla="*/ 37 h 280"/>
                <a:gd name="T28" fmla="*/ 190 w 270"/>
                <a:gd name="T29" fmla="*/ 13 h 280"/>
                <a:gd name="T30" fmla="*/ 132 w 270"/>
                <a:gd name="T31" fmla="*/ 0 h 280"/>
                <a:gd name="T32" fmla="*/ 62 w 270"/>
                <a:gd name="T33" fmla="*/ 19 h 280"/>
                <a:gd name="T34" fmla="*/ 16 w 270"/>
                <a:gd name="T35" fmla="*/ 69 h 280"/>
                <a:gd name="T36" fmla="*/ 0 w 270"/>
                <a:gd name="T37" fmla="*/ 140 h 280"/>
                <a:gd name="T38" fmla="*/ 16 w 270"/>
                <a:gd name="T39" fmla="*/ 210 h 280"/>
                <a:gd name="T40" fmla="*/ 62 w 270"/>
                <a:gd name="T41" fmla="*/ 261 h 280"/>
                <a:gd name="T42" fmla="*/ 132 w 270"/>
                <a:gd name="T43" fmla="*/ 280 h 280"/>
                <a:gd name="T44" fmla="*/ 190 w 270"/>
                <a:gd name="T45" fmla="*/ 267 h 280"/>
                <a:gd name="T46" fmla="*/ 221 w 270"/>
                <a:gd name="T47" fmla="*/ 243 h 280"/>
                <a:gd name="T48" fmla="*/ 221 w 270"/>
                <a:gd name="T49" fmla="*/ 276 h 280"/>
                <a:gd name="T50" fmla="*/ 270 w 270"/>
                <a:gd name="T51" fmla="*/ 276 h 280"/>
                <a:gd name="T52" fmla="*/ 270 w 270"/>
                <a:gd name="T53" fmla="*/ 4 h 280"/>
                <a:gd name="T54" fmla="*/ 221 w 270"/>
                <a:gd name="T55" fmla="*/ 4 h 280"/>
                <a:gd name="T56" fmla="*/ 221 w 270"/>
                <a:gd name="T57" fmla="*/ 37 h 2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70" h="280">
                  <a:moveTo>
                    <a:pt x="213" y="187"/>
                  </a:moveTo>
                  <a:cubicBezTo>
                    <a:pt x="206" y="202"/>
                    <a:pt x="196" y="213"/>
                    <a:pt x="184" y="222"/>
                  </a:cubicBezTo>
                  <a:cubicBezTo>
                    <a:pt x="171" y="230"/>
                    <a:pt x="155" y="234"/>
                    <a:pt x="137" y="234"/>
                  </a:cubicBezTo>
                  <a:cubicBezTo>
                    <a:pt x="119" y="234"/>
                    <a:pt x="103" y="230"/>
                    <a:pt x="90" y="222"/>
                  </a:cubicBezTo>
                  <a:cubicBezTo>
                    <a:pt x="77" y="213"/>
                    <a:pt x="67" y="202"/>
                    <a:pt x="60" y="187"/>
                  </a:cubicBezTo>
                  <a:cubicBezTo>
                    <a:pt x="53" y="173"/>
                    <a:pt x="49" y="157"/>
                    <a:pt x="49" y="140"/>
                  </a:cubicBezTo>
                  <a:cubicBezTo>
                    <a:pt x="49" y="123"/>
                    <a:pt x="53" y="107"/>
                    <a:pt x="60" y="92"/>
                  </a:cubicBezTo>
                  <a:cubicBezTo>
                    <a:pt x="67" y="78"/>
                    <a:pt x="77" y="67"/>
                    <a:pt x="90" y="58"/>
                  </a:cubicBezTo>
                  <a:cubicBezTo>
                    <a:pt x="103" y="50"/>
                    <a:pt x="119" y="45"/>
                    <a:pt x="137" y="45"/>
                  </a:cubicBezTo>
                  <a:cubicBezTo>
                    <a:pt x="155" y="45"/>
                    <a:pt x="171" y="50"/>
                    <a:pt x="184" y="58"/>
                  </a:cubicBezTo>
                  <a:cubicBezTo>
                    <a:pt x="196" y="67"/>
                    <a:pt x="206" y="78"/>
                    <a:pt x="213" y="92"/>
                  </a:cubicBezTo>
                  <a:cubicBezTo>
                    <a:pt x="219" y="107"/>
                    <a:pt x="223" y="123"/>
                    <a:pt x="223" y="140"/>
                  </a:cubicBezTo>
                  <a:cubicBezTo>
                    <a:pt x="223" y="157"/>
                    <a:pt x="219" y="173"/>
                    <a:pt x="213" y="187"/>
                  </a:cubicBezTo>
                  <a:moveTo>
                    <a:pt x="221" y="37"/>
                  </a:moveTo>
                  <a:cubicBezTo>
                    <a:pt x="212" y="27"/>
                    <a:pt x="202" y="19"/>
                    <a:pt x="190" y="13"/>
                  </a:cubicBezTo>
                  <a:cubicBezTo>
                    <a:pt x="174" y="4"/>
                    <a:pt x="154" y="0"/>
                    <a:pt x="132" y="0"/>
                  </a:cubicBezTo>
                  <a:cubicBezTo>
                    <a:pt x="105" y="0"/>
                    <a:pt x="82" y="6"/>
                    <a:pt x="62" y="19"/>
                  </a:cubicBezTo>
                  <a:cubicBezTo>
                    <a:pt x="43" y="31"/>
                    <a:pt x="27" y="48"/>
                    <a:pt x="16" y="69"/>
                  </a:cubicBezTo>
                  <a:cubicBezTo>
                    <a:pt x="6" y="90"/>
                    <a:pt x="0" y="114"/>
                    <a:pt x="0" y="140"/>
                  </a:cubicBezTo>
                  <a:cubicBezTo>
                    <a:pt x="0" y="165"/>
                    <a:pt x="6" y="189"/>
                    <a:pt x="16" y="210"/>
                  </a:cubicBezTo>
                  <a:cubicBezTo>
                    <a:pt x="27" y="232"/>
                    <a:pt x="43" y="249"/>
                    <a:pt x="62" y="261"/>
                  </a:cubicBezTo>
                  <a:cubicBezTo>
                    <a:pt x="82" y="274"/>
                    <a:pt x="105" y="280"/>
                    <a:pt x="132" y="280"/>
                  </a:cubicBezTo>
                  <a:cubicBezTo>
                    <a:pt x="154" y="280"/>
                    <a:pt x="174" y="276"/>
                    <a:pt x="190" y="267"/>
                  </a:cubicBezTo>
                  <a:cubicBezTo>
                    <a:pt x="202" y="260"/>
                    <a:pt x="212" y="253"/>
                    <a:pt x="221" y="243"/>
                  </a:cubicBezTo>
                  <a:cubicBezTo>
                    <a:pt x="221" y="276"/>
                    <a:pt x="221" y="276"/>
                    <a:pt x="221" y="276"/>
                  </a:cubicBezTo>
                  <a:cubicBezTo>
                    <a:pt x="270" y="276"/>
                    <a:pt x="270" y="276"/>
                    <a:pt x="270" y="276"/>
                  </a:cubicBezTo>
                  <a:cubicBezTo>
                    <a:pt x="270" y="4"/>
                    <a:pt x="270" y="4"/>
                    <a:pt x="270" y="4"/>
                  </a:cubicBezTo>
                  <a:cubicBezTo>
                    <a:pt x="221" y="4"/>
                    <a:pt x="221" y="4"/>
                    <a:pt x="221" y="4"/>
                  </a:cubicBezTo>
                  <a:lnTo>
                    <a:pt x="221" y="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02C332E-E86B-4477-AEEB-3DBFEB4D90D1}"/>
                </a:ext>
              </a:extLst>
            </p:cNvPr>
            <p:cNvSpPr>
              <a:spLocks/>
            </p:cNvSpPr>
            <p:nvPr/>
          </p:nvSpPr>
          <p:spPr bwMode="auto">
            <a:xfrm>
              <a:off x="7659688" y="4538663"/>
              <a:ext cx="557213" cy="1041400"/>
            </a:xfrm>
            <a:custGeom>
              <a:avLst/>
              <a:gdLst>
                <a:gd name="T0" fmla="*/ 97 w 148"/>
                <a:gd name="T1" fmla="*/ 8 h 276"/>
                <a:gd name="T2" fmla="*/ 66 w 148"/>
                <a:gd name="T3" fmla="*/ 29 h 276"/>
                <a:gd name="T4" fmla="*/ 49 w 148"/>
                <a:gd name="T5" fmla="*/ 51 h 276"/>
                <a:gd name="T6" fmla="*/ 49 w 148"/>
                <a:gd name="T7" fmla="*/ 4 h 276"/>
                <a:gd name="T8" fmla="*/ 0 w 148"/>
                <a:gd name="T9" fmla="*/ 4 h 276"/>
                <a:gd name="T10" fmla="*/ 0 w 148"/>
                <a:gd name="T11" fmla="*/ 276 h 276"/>
                <a:gd name="T12" fmla="*/ 49 w 148"/>
                <a:gd name="T13" fmla="*/ 276 h 276"/>
                <a:gd name="T14" fmla="*/ 49 w 148"/>
                <a:gd name="T15" fmla="*/ 156 h 276"/>
                <a:gd name="T16" fmla="*/ 60 w 148"/>
                <a:gd name="T17" fmla="*/ 103 h 276"/>
                <a:gd name="T18" fmla="*/ 91 w 148"/>
                <a:gd name="T19" fmla="*/ 64 h 276"/>
                <a:gd name="T20" fmla="*/ 138 w 148"/>
                <a:gd name="T21" fmla="*/ 49 h 276"/>
                <a:gd name="T22" fmla="*/ 148 w 148"/>
                <a:gd name="T23" fmla="*/ 49 h 276"/>
                <a:gd name="T24" fmla="*/ 148 w 148"/>
                <a:gd name="T25" fmla="*/ 0 h 276"/>
                <a:gd name="T26" fmla="*/ 141 w 148"/>
                <a:gd name="T27" fmla="*/ 0 h 276"/>
                <a:gd name="T28" fmla="*/ 97 w 148"/>
                <a:gd name="T29" fmla="*/ 8 h 2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48" h="276">
                  <a:moveTo>
                    <a:pt x="97" y="8"/>
                  </a:moveTo>
                  <a:cubicBezTo>
                    <a:pt x="85" y="14"/>
                    <a:pt x="74" y="21"/>
                    <a:pt x="66" y="29"/>
                  </a:cubicBezTo>
                  <a:cubicBezTo>
                    <a:pt x="59" y="36"/>
                    <a:pt x="53" y="44"/>
                    <a:pt x="49" y="51"/>
                  </a:cubicBezTo>
                  <a:cubicBezTo>
                    <a:pt x="49" y="4"/>
                    <a:pt x="49" y="4"/>
                    <a:pt x="49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276"/>
                    <a:pt x="0" y="276"/>
                    <a:pt x="0" y="276"/>
                  </a:cubicBezTo>
                  <a:cubicBezTo>
                    <a:pt x="49" y="276"/>
                    <a:pt x="49" y="276"/>
                    <a:pt x="49" y="276"/>
                  </a:cubicBezTo>
                  <a:cubicBezTo>
                    <a:pt x="49" y="156"/>
                    <a:pt x="49" y="156"/>
                    <a:pt x="49" y="156"/>
                  </a:cubicBezTo>
                  <a:cubicBezTo>
                    <a:pt x="49" y="137"/>
                    <a:pt x="53" y="120"/>
                    <a:pt x="60" y="103"/>
                  </a:cubicBezTo>
                  <a:cubicBezTo>
                    <a:pt x="67" y="87"/>
                    <a:pt x="78" y="74"/>
                    <a:pt x="91" y="64"/>
                  </a:cubicBezTo>
                  <a:cubicBezTo>
                    <a:pt x="104" y="54"/>
                    <a:pt x="120" y="49"/>
                    <a:pt x="138" y="49"/>
                  </a:cubicBezTo>
                  <a:cubicBezTo>
                    <a:pt x="148" y="49"/>
                    <a:pt x="148" y="49"/>
                    <a:pt x="148" y="49"/>
                  </a:cubicBezTo>
                  <a:cubicBezTo>
                    <a:pt x="148" y="0"/>
                    <a:pt x="148" y="0"/>
                    <a:pt x="148" y="0"/>
                  </a:cubicBezTo>
                  <a:cubicBezTo>
                    <a:pt x="141" y="0"/>
                    <a:pt x="141" y="0"/>
                    <a:pt x="141" y="0"/>
                  </a:cubicBezTo>
                  <a:cubicBezTo>
                    <a:pt x="124" y="0"/>
                    <a:pt x="109" y="3"/>
                    <a:pt x="97" y="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13DCF23-4D73-4B03-B31C-A416378C3D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42313" y="4552950"/>
              <a:ext cx="184150" cy="10271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D76F61B-E7D2-4617-BBDB-0B081C8A5D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34375" y="4195763"/>
              <a:ext cx="196850" cy="2301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7D042A71-7ADC-461F-B13A-2D3ABF626F32}"/>
                </a:ext>
              </a:extLst>
            </p:cNvPr>
            <p:cNvSpPr>
              <a:spLocks/>
            </p:cNvSpPr>
            <p:nvPr/>
          </p:nvSpPr>
          <p:spPr bwMode="auto">
            <a:xfrm>
              <a:off x="8674100" y="4538663"/>
              <a:ext cx="869950" cy="1055688"/>
            </a:xfrm>
            <a:custGeom>
              <a:avLst/>
              <a:gdLst>
                <a:gd name="T0" fmla="*/ 217 w 231"/>
                <a:gd name="T1" fmla="*/ 154 h 280"/>
                <a:gd name="T2" fmla="*/ 183 w 231"/>
                <a:gd name="T3" fmla="*/ 131 h 280"/>
                <a:gd name="T4" fmla="*/ 140 w 231"/>
                <a:gd name="T5" fmla="*/ 118 h 280"/>
                <a:gd name="T6" fmla="*/ 98 w 231"/>
                <a:gd name="T7" fmla="*/ 109 h 280"/>
                <a:gd name="T8" fmla="*/ 67 w 231"/>
                <a:gd name="T9" fmla="*/ 96 h 280"/>
                <a:gd name="T10" fmla="*/ 57 w 231"/>
                <a:gd name="T11" fmla="*/ 76 h 280"/>
                <a:gd name="T12" fmla="*/ 114 w 231"/>
                <a:gd name="T13" fmla="*/ 43 h 280"/>
                <a:gd name="T14" fmla="*/ 158 w 231"/>
                <a:gd name="T15" fmla="*/ 54 h 280"/>
                <a:gd name="T16" fmla="*/ 173 w 231"/>
                <a:gd name="T17" fmla="*/ 80 h 280"/>
                <a:gd name="T18" fmla="*/ 174 w 231"/>
                <a:gd name="T19" fmla="*/ 84 h 280"/>
                <a:gd name="T20" fmla="*/ 223 w 231"/>
                <a:gd name="T21" fmla="*/ 84 h 280"/>
                <a:gd name="T22" fmla="*/ 223 w 231"/>
                <a:gd name="T23" fmla="*/ 79 h 280"/>
                <a:gd name="T24" fmla="*/ 208 w 231"/>
                <a:gd name="T25" fmla="*/ 40 h 280"/>
                <a:gd name="T26" fmla="*/ 174 w 231"/>
                <a:gd name="T27" fmla="*/ 11 h 280"/>
                <a:gd name="T28" fmla="*/ 115 w 231"/>
                <a:gd name="T29" fmla="*/ 0 h 280"/>
                <a:gd name="T30" fmla="*/ 35 w 231"/>
                <a:gd name="T31" fmla="*/ 20 h 280"/>
                <a:gd name="T32" fmla="*/ 7 w 231"/>
                <a:gd name="T33" fmla="*/ 80 h 280"/>
                <a:gd name="T34" fmla="*/ 21 w 231"/>
                <a:gd name="T35" fmla="*/ 121 h 280"/>
                <a:gd name="T36" fmla="*/ 56 w 231"/>
                <a:gd name="T37" fmla="*/ 144 h 280"/>
                <a:gd name="T38" fmla="*/ 99 w 231"/>
                <a:gd name="T39" fmla="*/ 156 h 280"/>
                <a:gd name="T40" fmla="*/ 141 w 231"/>
                <a:gd name="T41" fmla="*/ 166 h 280"/>
                <a:gd name="T42" fmla="*/ 171 w 231"/>
                <a:gd name="T43" fmla="*/ 179 h 280"/>
                <a:gd name="T44" fmla="*/ 182 w 231"/>
                <a:gd name="T45" fmla="*/ 200 h 280"/>
                <a:gd name="T46" fmla="*/ 176 w 231"/>
                <a:gd name="T47" fmla="*/ 218 h 280"/>
                <a:gd name="T48" fmla="*/ 160 w 231"/>
                <a:gd name="T49" fmla="*/ 230 h 280"/>
                <a:gd name="T50" fmla="*/ 138 w 231"/>
                <a:gd name="T51" fmla="*/ 235 h 280"/>
                <a:gd name="T52" fmla="*/ 120 w 231"/>
                <a:gd name="T53" fmla="*/ 237 h 280"/>
                <a:gd name="T54" fmla="*/ 81 w 231"/>
                <a:gd name="T55" fmla="*/ 229 h 280"/>
                <a:gd name="T56" fmla="*/ 60 w 231"/>
                <a:gd name="T57" fmla="*/ 211 h 280"/>
                <a:gd name="T58" fmla="*/ 51 w 231"/>
                <a:gd name="T59" fmla="*/ 188 h 280"/>
                <a:gd name="T60" fmla="*/ 51 w 231"/>
                <a:gd name="T61" fmla="*/ 184 h 280"/>
                <a:gd name="T62" fmla="*/ 0 w 231"/>
                <a:gd name="T63" fmla="*/ 184 h 280"/>
                <a:gd name="T64" fmla="*/ 1 w 231"/>
                <a:gd name="T65" fmla="*/ 189 h 280"/>
                <a:gd name="T66" fmla="*/ 16 w 231"/>
                <a:gd name="T67" fmla="*/ 234 h 280"/>
                <a:gd name="T68" fmla="*/ 56 w 231"/>
                <a:gd name="T69" fmla="*/ 267 h 280"/>
                <a:gd name="T70" fmla="*/ 119 w 231"/>
                <a:gd name="T71" fmla="*/ 280 h 280"/>
                <a:gd name="T72" fmla="*/ 200 w 231"/>
                <a:gd name="T73" fmla="*/ 259 h 280"/>
                <a:gd name="T74" fmla="*/ 231 w 231"/>
                <a:gd name="T75" fmla="*/ 196 h 280"/>
                <a:gd name="T76" fmla="*/ 217 w 231"/>
                <a:gd name="T77" fmla="*/ 154 h 2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1" h="280">
                  <a:moveTo>
                    <a:pt x="217" y="154"/>
                  </a:moveTo>
                  <a:cubicBezTo>
                    <a:pt x="208" y="144"/>
                    <a:pt x="197" y="136"/>
                    <a:pt x="183" y="131"/>
                  </a:cubicBezTo>
                  <a:cubicBezTo>
                    <a:pt x="169" y="125"/>
                    <a:pt x="155" y="121"/>
                    <a:pt x="140" y="118"/>
                  </a:cubicBezTo>
                  <a:cubicBezTo>
                    <a:pt x="125" y="115"/>
                    <a:pt x="111" y="112"/>
                    <a:pt x="98" y="109"/>
                  </a:cubicBezTo>
                  <a:cubicBezTo>
                    <a:pt x="85" y="105"/>
                    <a:pt x="75" y="101"/>
                    <a:pt x="67" y="96"/>
                  </a:cubicBezTo>
                  <a:cubicBezTo>
                    <a:pt x="60" y="91"/>
                    <a:pt x="57" y="85"/>
                    <a:pt x="57" y="76"/>
                  </a:cubicBezTo>
                  <a:cubicBezTo>
                    <a:pt x="57" y="68"/>
                    <a:pt x="57" y="43"/>
                    <a:pt x="114" y="43"/>
                  </a:cubicBezTo>
                  <a:cubicBezTo>
                    <a:pt x="135" y="43"/>
                    <a:pt x="150" y="47"/>
                    <a:pt x="158" y="54"/>
                  </a:cubicBezTo>
                  <a:cubicBezTo>
                    <a:pt x="167" y="61"/>
                    <a:pt x="172" y="70"/>
                    <a:pt x="173" y="80"/>
                  </a:cubicBezTo>
                  <a:cubicBezTo>
                    <a:pt x="174" y="84"/>
                    <a:pt x="174" y="84"/>
                    <a:pt x="174" y="84"/>
                  </a:cubicBezTo>
                  <a:cubicBezTo>
                    <a:pt x="223" y="84"/>
                    <a:pt x="223" y="84"/>
                    <a:pt x="223" y="84"/>
                  </a:cubicBezTo>
                  <a:cubicBezTo>
                    <a:pt x="223" y="79"/>
                    <a:pt x="223" y="79"/>
                    <a:pt x="223" y="79"/>
                  </a:cubicBezTo>
                  <a:cubicBezTo>
                    <a:pt x="221" y="65"/>
                    <a:pt x="216" y="52"/>
                    <a:pt x="208" y="40"/>
                  </a:cubicBezTo>
                  <a:cubicBezTo>
                    <a:pt x="201" y="28"/>
                    <a:pt x="189" y="19"/>
                    <a:pt x="174" y="11"/>
                  </a:cubicBezTo>
                  <a:cubicBezTo>
                    <a:pt x="158" y="4"/>
                    <a:pt x="139" y="0"/>
                    <a:pt x="115" y="0"/>
                  </a:cubicBezTo>
                  <a:cubicBezTo>
                    <a:pt x="80" y="0"/>
                    <a:pt x="53" y="7"/>
                    <a:pt x="35" y="20"/>
                  </a:cubicBezTo>
                  <a:cubicBezTo>
                    <a:pt x="17" y="34"/>
                    <a:pt x="7" y="54"/>
                    <a:pt x="7" y="80"/>
                  </a:cubicBezTo>
                  <a:cubicBezTo>
                    <a:pt x="7" y="97"/>
                    <a:pt x="12" y="111"/>
                    <a:pt x="21" y="121"/>
                  </a:cubicBezTo>
                  <a:cubicBezTo>
                    <a:pt x="30" y="131"/>
                    <a:pt x="42" y="138"/>
                    <a:pt x="56" y="144"/>
                  </a:cubicBezTo>
                  <a:cubicBezTo>
                    <a:pt x="69" y="149"/>
                    <a:pt x="84" y="153"/>
                    <a:pt x="99" y="156"/>
                  </a:cubicBezTo>
                  <a:cubicBezTo>
                    <a:pt x="113" y="159"/>
                    <a:pt x="127" y="163"/>
                    <a:pt x="141" y="166"/>
                  </a:cubicBezTo>
                  <a:cubicBezTo>
                    <a:pt x="153" y="169"/>
                    <a:pt x="164" y="174"/>
                    <a:pt x="171" y="179"/>
                  </a:cubicBezTo>
                  <a:cubicBezTo>
                    <a:pt x="178" y="184"/>
                    <a:pt x="182" y="191"/>
                    <a:pt x="182" y="200"/>
                  </a:cubicBezTo>
                  <a:cubicBezTo>
                    <a:pt x="182" y="208"/>
                    <a:pt x="180" y="214"/>
                    <a:pt x="176" y="218"/>
                  </a:cubicBezTo>
                  <a:cubicBezTo>
                    <a:pt x="171" y="223"/>
                    <a:pt x="166" y="227"/>
                    <a:pt x="160" y="230"/>
                  </a:cubicBezTo>
                  <a:cubicBezTo>
                    <a:pt x="153" y="232"/>
                    <a:pt x="146" y="234"/>
                    <a:pt x="138" y="235"/>
                  </a:cubicBezTo>
                  <a:cubicBezTo>
                    <a:pt x="131" y="236"/>
                    <a:pt x="125" y="237"/>
                    <a:pt x="120" y="237"/>
                  </a:cubicBezTo>
                  <a:cubicBezTo>
                    <a:pt x="104" y="237"/>
                    <a:pt x="91" y="234"/>
                    <a:pt x="81" y="229"/>
                  </a:cubicBezTo>
                  <a:cubicBezTo>
                    <a:pt x="72" y="225"/>
                    <a:pt x="64" y="219"/>
                    <a:pt x="60" y="211"/>
                  </a:cubicBezTo>
                  <a:cubicBezTo>
                    <a:pt x="55" y="204"/>
                    <a:pt x="52" y="196"/>
                    <a:pt x="51" y="188"/>
                  </a:cubicBezTo>
                  <a:cubicBezTo>
                    <a:pt x="51" y="184"/>
                    <a:pt x="51" y="184"/>
                    <a:pt x="51" y="184"/>
                  </a:cubicBezTo>
                  <a:cubicBezTo>
                    <a:pt x="0" y="184"/>
                    <a:pt x="0" y="184"/>
                    <a:pt x="0" y="184"/>
                  </a:cubicBezTo>
                  <a:cubicBezTo>
                    <a:pt x="1" y="189"/>
                    <a:pt x="1" y="189"/>
                    <a:pt x="1" y="189"/>
                  </a:cubicBezTo>
                  <a:cubicBezTo>
                    <a:pt x="2" y="205"/>
                    <a:pt x="7" y="220"/>
                    <a:pt x="16" y="234"/>
                  </a:cubicBezTo>
                  <a:cubicBezTo>
                    <a:pt x="25" y="248"/>
                    <a:pt x="39" y="259"/>
                    <a:pt x="56" y="267"/>
                  </a:cubicBezTo>
                  <a:cubicBezTo>
                    <a:pt x="73" y="276"/>
                    <a:pt x="95" y="280"/>
                    <a:pt x="119" y="280"/>
                  </a:cubicBezTo>
                  <a:cubicBezTo>
                    <a:pt x="153" y="280"/>
                    <a:pt x="180" y="273"/>
                    <a:pt x="200" y="259"/>
                  </a:cubicBezTo>
                  <a:cubicBezTo>
                    <a:pt x="221" y="245"/>
                    <a:pt x="231" y="224"/>
                    <a:pt x="231" y="196"/>
                  </a:cubicBezTo>
                  <a:cubicBezTo>
                    <a:pt x="231" y="179"/>
                    <a:pt x="226" y="165"/>
                    <a:pt x="217" y="15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40DF8460-DE57-4CC4-8897-79A522E464E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83213" y="1749425"/>
              <a:ext cx="663575" cy="638175"/>
            </a:xfrm>
            <a:custGeom>
              <a:avLst/>
              <a:gdLst>
                <a:gd name="T0" fmla="*/ 36 w 176"/>
                <a:gd name="T1" fmla="*/ 168 h 169"/>
                <a:gd name="T2" fmla="*/ 151 w 176"/>
                <a:gd name="T3" fmla="*/ 118 h 169"/>
                <a:gd name="T4" fmla="*/ 142 w 176"/>
                <a:gd name="T5" fmla="*/ 17 h 169"/>
                <a:gd name="T6" fmla="*/ 96 w 176"/>
                <a:gd name="T7" fmla="*/ 0 h 169"/>
                <a:gd name="T8" fmla="*/ 41 w 176"/>
                <a:gd name="T9" fmla="*/ 26 h 169"/>
                <a:gd name="T10" fmla="*/ 20 w 176"/>
                <a:gd name="T11" fmla="*/ 164 h 169"/>
                <a:gd name="T12" fmla="*/ 36 w 176"/>
                <a:gd name="T13" fmla="*/ 168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6" h="169">
                  <a:moveTo>
                    <a:pt x="36" y="168"/>
                  </a:moveTo>
                  <a:cubicBezTo>
                    <a:pt x="67" y="168"/>
                    <a:pt x="130" y="143"/>
                    <a:pt x="151" y="118"/>
                  </a:cubicBezTo>
                  <a:cubicBezTo>
                    <a:pt x="176" y="88"/>
                    <a:pt x="172" y="42"/>
                    <a:pt x="142" y="17"/>
                  </a:cubicBezTo>
                  <a:cubicBezTo>
                    <a:pt x="129" y="6"/>
                    <a:pt x="113" y="0"/>
                    <a:pt x="96" y="0"/>
                  </a:cubicBezTo>
                  <a:cubicBezTo>
                    <a:pt x="74" y="0"/>
                    <a:pt x="54" y="10"/>
                    <a:pt x="41" y="26"/>
                  </a:cubicBezTo>
                  <a:cubicBezTo>
                    <a:pt x="17" y="55"/>
                    <a:pt x="0" y="145"/>
                    <a:pt x="20" y="164"/>
                  </a:cubicBezTo>
                  <a:cubicBezTo>
                    <a:pt x="24" y="167"/>
                    <a:pt x="29" y="169"/>
                    <a:pt x="36" y="16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925A8141-78E7-4C5B-B215-2500A10402D1}"/>
                </a:ext>
              </a:extLst>
            </p:cNvPr>
            <p:cNvSpPr>
              <a:spLocks/>
            </p:cNvSpPr>
            <p:nvPr/>
          </p:nvSpPr>
          <p:spPr bwMode="auto">
            <a:xfrm>
              <a:off x="2662238" y="1270000"/>
              <a:ext cx="765175" cy="728663"/>
            </a:xfrm>
            <a:custGeom>
              <a:avLst/>
              <a:gdLst>
                <a:gd name="T0" fmla="*/ 30 w 203"/>
                <a:gd name="T1" fmla="*/ 152 h 193"/>
                <a:gd name="T2" fmla="*/ 160 w 203"/>
                <a:gd name="T3" fmla="*/ 193 h 193"/>
                <a:gd name="T4" fmla="*/ 197 w 203"/>
                <a:gd name="T5" fmla="*/ 183 h 193"/>
                <a:gd name="T6" fmla="*/ 203 w 203"/>
                <a:gd name="T7" fmla="*/ 160 h 193"/>
                <a:gd name="T8" fmla="*/ 147 w 203"/>
                <a:gd name="T9" fmla="*/ 23 h 193"/>
                <a:gd name="T10" fmla="*/ 88 w 203"/>
                <a:gd name="T11" fmla="*/ 0 h 193"/>
                <a:gd name="T12" fmla="*/ 24 w 203"/>
                <a:gd name="T13" fmla="*/ 29 h 193"/>
                <a:gd name="T14" fmla="*/ 1 w 203"/>
                <a:gd name="T15" fmla="*/ 92 h 193"/>
                <a:gd name="T16" fmla="*/ 30 w 203"/>
                <a:gd name="T17" fmla="*/ 152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03" h="193">
                  <a:moveTo>
                    <a:pt x="30" y="152"/>
                  </a:moveTo>
                  <a:cubicBezTo>
                    <a:pt x="56" y="176"/>
                    <a:pt x="120" y="193"/>
                    <a:pt x="160" y="193"/>
                  </a:cubicBezTo>
                  <a:cubicBezTo>
                    <a:pt x="178" y="193"/>
                    <a:pt x="190" y="190"/>
                    <a:pt x="197" y="183"/>
                  </a:cubicBezTo>
                  <a:cubicBezTo>
                    <a:pt x="201" y="179"/>
                    <a:pt x="203" y="171"/>
                    <a:pt x="203" y="160"/>
                  </a:cubicBezTo>
                  <a:cubicBezTo>
                    <a:pt x="202" y="121"/>
                    <a:pt x="175" y="48"/>
                    <a:pt x="147" y="23"/>
                  </a:cubicBezTo>
                  <a:cubicBezTo>
                    <a:pt x="131" y="8"/>
                    <a:pt x="110" y="0"/>
                    <a:pt x="88" y="0"/>
                  </a:cubicBezTo>
                  <a:cubicBezTo>
                    <a:pt x="64" y="0"/>
                    <a:pt x="40" y="11"/>
                    <a:pt x="24" y="29"/>
                  </a:cubicBezTo>
                  <a:cubicBezTo>
                    <a:pt x="8" y="47"/>
                    <a:pt x="0" y="69"/>
                    <a:pt x="1" y="92"/>
                  </a:cubicBezTo>
                  <a:cubicBezTo>
                    <a:pt x="3" y="115"/>
                    <a:pt x="13" y="137"/>
                    <a:pt x="30" y="15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F337F42C-0513-417A-B3A2-E91F74D8E5D0}"/>
                </a:ext>
              </a:extLst>
            </p:cNvPr>
            <p:cNvSpPr>
              <a:spLocks/>
            </p:cNvSpPr>
            <p:nvPr/>
          </p:nvSpPr>
          <p:spPr bwMode="auto">
            <a:xfrm>
              <a:off x="2659063" y="3406775"/>
              <a:ext cx="633413" cy="471488"/>
            </a:xfrm>
            <a:custGeom>
              <a:avLst/>
              <a:gdLst>
                <a:gd name="T0" fmla="*/ 10 w 168"/>
                <a:gd name="T1" fmla="*/ 31 h 125"/>
                <a:gd name="T2" fmla="*/ 5 w 168"/>
                <a:gd name="T3" fmla="*/ 79 h 125"/>
                <a:gd name="T4" fmla="*/ 65 w 168"/>
                <a:gd name="T5" fmla="*/ 125 h 125"/>
                <a:gd name="T6" fmla="*/ 81 w 168"/>
                <a:gd name="T7" fmla="*/ 122 h 125"/>
                <a:gd name="T8" fmla="*/ 163 w 168"/>
                <a:gd name="T9" fmla="*/ 34 h 125"/>
                <a:gd name="T10" fmla="*/ 67 w 168"/>
                <a:gd name="T11" fmla="*/ 0 h 125"/>
                <a:gd name="T12" fmla="*/ 48 w 168"/>
                <a:gd name="T13" fmla="*/ 2 h 125"/>
                <a:gd name="T14" fmla="*/ 10 w 168"/>
                <a:gd name="T15" fmla="*/ 31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68" h="125">
                  <a:moveTo>
                    <a:pt x="10" y="31"/>
                  </a:moveTo>
                  <a:cubicBezTo>
                    <a:pt x="2" y="46"/>
                    <a:pt x="0" y="63"/>
                    <a:pt x="5" y="79"/>
                  </a:cubicBezTo>
                  <a:cubicBezTo>
                    <a:pt x="12" y="106"/>
                    <a:pt x="37" y="125"/>
                    <a:pt x="65" y="125"/>
                  </a:cubicBezTo>
                  <a:cubicBezTo>
                    <a:pt x="70" y="125"/>
                    <a:pt x="76" y="124"/>
                    <a:pt x="81" y="122"/>
                  </a:cubicBezTo>
                  <a:cubicBezTo>
                    <a:pt x="112" y="114"/>
                    <a:pt x="168" y="58"/>
                    <a:pt x="163" y="34"/>
                  </a:cubicBezTo>
                  <a:cubicBezTo>
                    <a:pt x="160" y="16"/>
                    <a:pt x="101" y="0"/>
                    <a:pt x="67" y="0"/>
                  </a:cubicBezTo>
                  <a:cubicBezTo>
                    <a:pt x="60" y="0"/>
                    <a:pt x="53" y="1"/>
                    <a:pt x="48" y="2"/>
                  </a:cubicBezTo>
                  <a:cubicBezTo>
                    <a:pt x="32" y="6"/>
                    <a:pt x="19" y="17"/>
                    <a:pt x="10" y="31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C5A1D27E-8A36-4C6B-B044-366BBBC0708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100388" y="1614488"/>
              <a:ext cx="3775075" cy="3965575"/>
            </a:xfrm>
            <a:custGeom>
              <a:avLst/>
              <a:gdLst>
                <a:gd name="T0" fmla="*/ 747 w 1002"/>
                <a:gd name="T1" fmla="*/ 881 h 1051"/>
                <a:gd name="T2" fmla="*/ 638 w 1002"/>
                <a:gd name="T3" fmla="*/ 741 h 1051"/>
                <a:gd name="T4" fmla="*/ 805 w 1002"/>
                <a:gd name="T5" fmla="*/ 760 h 1051"/>
                <a:gd name="T6" fmla="*/ 805 w 1002"/>
                <a:gd name="T7" fmla="*/ 862 h 1051"/>
                <a:gd name="T8" fmla="*/ 844 w 1002"/>
                <a:gd name="T9" fmla="*/ 279 h 1051"/>
                <a:gd name="T10" fmla="*/ 942 w 1002"/>
                <a:gd name="T11" fmla="*/ 360 h 1051"/>
                <a:gd name="T12" fmla="*/ 777 w 1002"/>
                <a:gd name="T13" fmla="*/ 304 h 1051"/>
                <a:gd name="T14" fmla="*/ 629 w 1002"/>
                <a:gd name="T15" fmla="*/ 546 h 1051"/>
                <a:gd name="T16" fmla="*/ 592 w 1002"/>
                <a:gd name="T17" fmla="*/ 386 h 1051"/>
                <a:gd name="T18" fmla="*/ 703 w 1002"/>
                <a:gd name="T19" fmla="*/ 467 h 1051"/>
                <a:gd name="T20" fmla="*/ 762 w 1002"/>
                <a:gd name="T21" fmla="*/ 532 h 1051"/>
                <a:gd name="T22" fmla="*/ 940 w 1002"/>
                <a:gd name="T23" fmla="*/ 527 h 1051"/>
                <a:gd name="T24" fmla="*/ 996 w 1002"/>
                <a:gd name="T25" fmla="*/ 449 h 1051"/>
                <a:gd name="T26" fmla="*/ 932 w 1002"/>
                <a:gd name="T27" fmla="*/ 452 h 1051"/>
                <a:gd name="T28" fmla="*/ 848 w 1002"/>
                <a:gd name="T29" fmla="*/ 501 h 1051"/>
                <a:gd name="T30" fmla="*/ 761 w 1002"/>
                <a:gd name="T31" fmla="*/ 455 h 1051"/>
                <a:gd name="T32" fmla="*/ 1002 w 1002"/>
                <a:gd name="T33" fmla="*/ 414 h 1051"/>
                <a:gd name="T34" fmla="*/ 983 w 1002"/>
                <a:gd name="T35" fmla="*/ 307 h 1051"/>
                <a:gd name="T36" fmla="*/ 844 w 1002"/>
                <a:gd name="T37" fmla="*/ 225 h 1051"/>
                <a:gd name="T38" fmla="*/ 715 w 1002"/>
                <a:gd name="T39" fmla="*/ 289 h 1051"/>
                <a:gd name="T40" fmla="*/ 709 w 1002"/>
                <a:gd name="T41" fmla="*/ 299 h 1051"/>
                <a:gd name="T42" fmla="*/ 450 w 1002"/>
                <a:gd name="T43" fmla="*/ 284 h 1051"/>
                <a:gd name="T44" fmla="*/ 480 w 1002"/>
                <a:gd name="T45" fmla="*/ 211 h 1051"/>
                <a:gd name="T46" fmla="*/ 303 w 1002"/>
                <a:gd name="T47" fmla="*/ 217 h 1051"/>
                <a:gd name="T48" fmla="*/ 111 w 1002"/>
                <a:gd name="T49" fmla="*/ 254 h 1051"/>
                <a:gd name="T50" fmla="*/ 219 w 1002"/>
                <a:gd name="T51" fmla="*/ 388 h 1051"/>
                <a:gd name="T52" fmla="*/ 285 w 1002"/>
                <a:gd name="T53" fmla="*/ 551 h 1051"/>
                <a:gd name="T54" fmla="*/ 202 w 1002"/>
                <a:gd name="T55" fmla="*/ 664 h 1051"/>
                <a:gd name="T56" fmla="*/ 303 w 1002"/>
                <a:gd name="T57" fmla="*/ 652 h 1051"/>
                <a:gd name="T58" fmla="*/ 364 w 1002"/>
                <a:gd name="T59" fmla="*/ 565 h 1051"/>
                <a:gd name="T60" fmla="*/ 674 w 1002"/>
                <a:gd name="T61" fmla="*/ 694 h 1051"/>
                <a:gd name="T62" fmla="*/ 588 w 1002"/>
                <a:gd name="T63" fmla="*/ 694 h 1051"/>
                <a:gd name="T64" fmla="*/ 638 w 1002"/>
                <a:gd name="T65" fmla="*/ 1051 h 1051"/>
                <a:gd name="T66" fmla="*/ 749 w 1002"/>
                <a:gd name="T67" fmla="*/ 927 h 1051"/>
                <a:gd name="T68" fmla="*/ 874 w 1002"/>
                <a:gd name="T69" fmla="*/ 811 h 10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002" h="1051">
                  <a:moveTo>
                    <a:pt x="805" y="862"/>
                  </a:moveTo>
                  <a:cubicBezTo>
                    <a:pt x="792" y="874"/>
                    <a:pt x="772" y="881"/>
                    <a:pt x="747" y="881"/>
                  </a:cubicBezTo>
                  <a:cubicBezTo>
                    <a:pt x="638" y="881"/>
                    <a:pt x="638" y="881"/>
                    <a:pt x="638" y="881"/>
                  </a:cubicBezTo>
                  <a:cubicBezTo>
                    <a:pt x="638" y="741"/>
                    <a:pt x="638" y="741"/>
                    <a:pt x="638" y="741"/>
                  </a:cubicBezTo>
                  <a:cubicBezTo>
                    <a:pt x="747" y="741"/>
                    <a:pt x="747" y="741"/>
                    <a:pt x="747" y="741"/>
                  </a:cubicBezTo>
                  <a:cubicBezTo>
                    <a:pt x="772" y="741"/>
                    <a:pt x="792" y="748"/>
                    <a:pt x="805" y="760"/>
                  </a:cubicBezTo>
                  <a:cubicBezTo>
                    <a:pt x="818" y="772"/>
                    <a:pt x="824" y="789"/>
                    <a:pt x="824" y="811"/>
                  </a:cubicBezTo>
                  <a:cubicBezTo>
                    <a:pt x="824" y="833"/>
                    <a:pt x="818" y="850"/>
                    <a:pt x="805" y="862"/>
                  </a:cubicBezTo>
                  <a:moveTo>
                    <a:pt x="777" y="304"/>
                  </a:moveTo>
                  <a:cubicBezTo>
                    <a:pt x="794" y="287"/>
                    <a:pt x="816" y="279"/>
                    <a:pt x="844" y="279"/>
                  </a:cubicBezTo>
                  <a:cubicBezTo>
                    <a:pt x="872" y="279"/>
                    <a:pt x="894" y="287"/>
                    <a:pt x="911" y="304"/>
                  </a:cubicBezTo>
                  <a:cubicBezTo>
                    <a:pt x="927" y="319"/>
                    <a:pt x="937" y="338"/>
                    <a:pt x="942" y="360"/>
                  </a:cubicBezTo>
                  <a:cubicBezTo>
                    <a:pt x="747" y="360"/>
                    <a:pt x="747" y="360"/>
                    <a:pt x="747" y="360"/>
                  </a:cubicBezTo>
                  <a:cubicBezTo>
                    <a:pt x="752" y="338"/>
                    <a:pt x="762" y="319"/>
                    <a:pt x="777" y="304"/>
                  </a:cubicBezTo>
                  <a:moveTo>
                    <a:pt x="854" y="741"/>
                  </a:moveTo>
                  <a:cubicBezTo>
                    <a:pt x="854" y="741"/>
                    <a:pt x="796" y="648"/>
                    <a:pt x="629" y="546"/>
                  </a:cubicBezTo>
                  <a:cubicBezTo>
                    <a:pt x="598" y="527"/>
                    <a:pt x="578" y="509"/>
                    <a:pt x="565" y="492"/>
                  </a:cubicBezTo>
                  <a:cubicBezTo>
                    <a:pt x="540" y="455"/>
                    <a:pt x="541" y="386"/>
                    <a:pt x="592" y="386"/>
                  </a:cubicBezTo>
                  <a:cubicBezTo>
                    <a:pt x="651" y="386"/>
                    <a:pt x="703" y="467"/>
                    <a:pt x="703" y="467"/>
                  </a:cubicBezTo>
                  <a:cubicBezTo>
                    <a:pt x="703" y="467"/>
                    <a:pt x="703" y="467"/>
                    <a:pt x="703" y="467"/>
                  </a:cubicBezTo>
                  <a:cubicBezTo>
                    <a:pt x="704" y="469"/>
                    <a:pt x="705" y="471"/>
                    <a:pt x="706" y="473"/>
                  </a:cubicBezTo>
                  <a:cubicBezTo>
                    <a:pt x="719" y="498"/>
                    <a:pt x="738" y="518"/>
                    <a:pt x="762" y="532"/>
                  </a:cubicBezTo>
                  <a:cubicBezTo>
                    <a:pt x="786" y="547"/>
                    <a:pt x="815" y="555"/>
                    <a:pt x="847" y="555"/>
                  </a:cubicBezTo>
                  <a:cubicBezTo>
                    <a:pt x="885" y="555"/>
                    <a:pt x="916" y="545"/>
                    <a:pt x="940" y="527"/>
                  </a:cubicBezTo>
                  <a:cubicBezTo>
                    <a:pt x="964" y="509"/>
                    <a:pt x="982" y="486"/>
                    <a:pt x="993" y="457"/>
                  </a:cubicBezTo>
                  <a:cubicBezTo>
                    <a:pt x="996" y="449"/>
                    <a:pt x="996" y="449"/>
                    <a:pt x="996" y="449"/>
                  </a:cubicBezTo>
                  <a:cubicBezTo>
                    <a:pt x="933" y="449"/>
                    <a:pt x="933" y="449"/>
                    <a:pt x="933" y="449"/>
                  </a:cubicBezTo>
                  <a:cubicBezTo>
                    <a:pt x="932" y="452"/>
                    <a:pt x="932" y="452"/>
                    <a:pt x="932" y="452"/>
                  </a:cubicBezTo>
                  <a:cubicBezTo>
                    <a:pt x="924" y="467"/>
                    <a:pt x="913" y="478"/>
                    <a:pt x="899" y="488"/>
                  </a:cubicBezTo>
                  <a:cubicBezTo>
                    <a:pt x="886" y="496"/>
                    <a:pt x="868" y="501"/>
                    <a:pt x="848" y="501"/>
                  </a:cubicBezTo>
                  <a:cubicBezTo>
                    <a:pt x="828" y="501"/>
                    <a:pt x="811" y="497"/>
                    <a:pt x="796" y="489"/>
                  </a:cubicBezTo>
                  <a:cubicBezTo>
                    <a:pt x="782" y="480"/>
                    <a:pt x="770" y="469"/>
                    <a:pt x="761" y="455"/>
                  </a:cubicBezTo>
                  <a:cubicBezTo>
                    <a:pt x="754" y="443"/>
                    <a:pt x="748" y="429"/>
                    <a:pt x="746" y="414"/>
                  </a:cubicBezTo>
                  <a:cubicBezTo>
                    <a:pt x="1002" y="414"/>
                    <a:pt x="1002" y="414"/>
                    <a:pt x="1002" y="414"/>
                  </a:cubicBezTo>
                  <a:cubicBezTo>
                    <a:pt x="1002" y="390"/>
                    <a:pt x="1002" y="390"/>
                    <a:pt x="1002" y="390"/>
                  </a:cubicBezTo>
                  <a:cubicBezTo>
                    <a:pt x="1002" y="360"/>
                    <a:pt x="996" y="332"/>
                    <a:pt x="983" y="307"/>
                  </a:cubicBezTo>
                  <a:cubicBezTo>
                    <a:pt x="971" y="282"/>
                    <a:pt x="952" y="262"/>
                    <a:pt x="929" y="248"/>
                  </a:cubicBezTo>
                  <a:cubicBezTo>
                    <a:pt x="905" y="233"/>
                    <a:pt x="877" y="225"/>
                    <a:pt x="844" y="225"/>
                  </a:cubicBezTo>
                  <a:cubicBezTo>
                    <a:pt x="812" y="225"/>
                    <a:pt x="783" y="233"/>
                    <a:pt x="760" y="248"/>
                  </a:cubicBezTo>
                  <a:cubicBezTo>
                    <a:pt x="742" y="259"/>
                    <a:pt x="727" y="273"/>
                    <a:pt x="715" y="289"/>
                  </a:cubicBezTo>
                  <a:cubicBezTo>
                    <a:pt x="713" y="292"/>
                    <a:pt x="712" y="294"/>
                    <a:pt x="710" y="298"/>
                  </a:cubicBezTo>
                  <a:cubicBezTo>
                    <a:pt x="710" y="298"/>
                    <a:pt x="709" y="298"/>
                    <a:pt x="709" y="299"/>
                  </a:cubicBezTo>
                  <a:cubicBezTo>
                    <a:pt x="690" y="334"/>
                    <a:pt x="632" y="345"/>
                    <a:pt x="620" y="347"/>
                  </a:cubicBezTo>
                  <a:cubicBezTo>
                    <a:pt x="573" y="358"/>
                    <a:pt x="467" y="329"/>
                    <a:pt x="450" y="284"/>
                  </a:cubicBezTo>
                  <a:cubicBezTo>
                    <a:pt x="446" y="267"/>
                    <a:pt x="454" y="246"/>
                    <a:pt x="480" y="211"/>
                  </a:cubicBezTo>
                  <a:cubicBezTo>
                    <a:pt x="480" y="211"/>
                    <a:pt x="480" y="211"/>
                    <a:pt x="480" y="211"/>
                  </a:cubicBezTo>
                  <a:cubicBezTo>
                    <a:pt x="554" y="135"/>
                    <a:pt x="495" y="0"/>
                    <a:pt x="389" y="3"/>
                  </a:cubicBezTo>
                  <a:cubicBezTo>
                    <a:pt x="279" y="1"/>
                    <a:pt x="222" y="142"/>
                    <a:pt x="303" y="217"/>
                  </a:cubicBezTo>
                  <a:cubicBezTo>
                    <a:pt x="338" y="243"/>
                    <a:pt x="392" y="276"/>
                    <a:pt x="373" y="319"/>
                  </a:cubicBezTo>
                  <a:cubicBezTo>
                    <a:pt x="341" y="399"/>
                    <a:pt x="135" y="369"/>
                    <a:pt x="111" y="254"/>
                  </a:cubicBezTo>
                  <a:cubicBezTo>
                    <a:pt x="91" y="185"/>
                    <a:pt x="0" y="227"/>
                    <a:pt x="35" y="292"/>
                  </a:cubicBezTo>
                  <a:cubicBezTo>
                    <a:pt x="63" y="345"/>
                    <a:pt x="158" y="370"/>
                    <a:pt x="219" y="388"/>
                  </a:cubicBezTo>
                  <a:cubicBezTo>
                    <a:pt x="345" y="425"/>
                    <a:pt x="367" y="441"/>
                    <a:pt x="360" y="492"/>
                  </a:cubicBezTo>
                  <a:cubicBezTo>
                    <a:pt x="358" y="510"/>
                    <a:pt x="336" y="551"/>
                    <a:pt x="285" y="551"/>
                  </a:cubicBezTo>
                  <a:cubicBezTo>
                    <a:pt x="253" y="548"/>
                    <a:pt x="222" y="546"/>
                    <a:pt x="199" y="570"/>
                  </a:cubicBezTo>
                  <a:cubicBezTo>
                    <a:pt x="174" y="595"/>
                    <a:pt x="175" y="640"/>
                    <a:pt x="202" y="664"/>
                  </a:cubicBezTo>
                  <a:cubicBezTo>
                    <a:pt x="230" y="692"/>
                    <a:pt x="281" y="686"/>
                    <a:pt x="302" y="653"/>
                  </a:cubicBezTo>
                  <a:cubicBezTo>
                    <a:pt x="302" y="653"/>
                    <a:pt x="303" y="652"/>
                    <a:pt x="303" y="652"/>
                  </a:cubicBezTo>
                  <a:cubicBezTo>
                    <a:pt x="303" y="652"/>
                    <a:pt x="303" y="651"/>
                    <a:pt x="304" y="651"/>
                  </a:cubicBezTo>
                  <a:cubicBezTo>
                    <a:pt x="324" y="618"/>
                    <a:pt x="319" y="601"/>
                    <a:pt x="364" y="565"/>
                  </a:cubicBezTo>
                  <a:cubicBezTo>
                    <a:pt x="399" y="537"/>
                    <a:pt x="521" y="519"/>
                    <a:pt x="622" y="567"/>
                  </a:cubicBezTo>
                  <a:cubicBezTo>
                    <a:pt x="724" y="616"/>
                    <a:pt x="746" y="694"/>
                    <a:pt x="674" y="694"/>
                  </a:cubicBezTo>
                  <a:cubicBezTo>
                    <a:pt x="674" y="694"/>
                    <a:pt x="674" y="694"/>
                    <a:pt x="674" y="694"/>
                  </a:cubicBezTo>
                  <a:cubicBezTo>
                    <a:pt x="588" y="694"/>
                    <a:pt x="588" y="694"/>
                    <a:pt x="588" y="694"/>
                  </a:cubicBezTo>
                  <a:cubicBezTo>
                    <a:pt x="588" y="1051"/>
                    <a:pt x="588" y="1051"/>
                    <a:pt x="588" y="1051"/>
                  </a:cubicBezTo>
                  <a:cubicBezTo>
                    <a:pt x="638" y="1051"/>
                    <a:pt x="638" y="1051"/>
                    <a:pt x="638" y="1051"/>
                  </a:cubicBezTo>
                  <a:cubicBezTo>
                    <a:pt x="638" y="927"/>
                    <a:pt x="638" y="927"/>
                    <a:pt x="638" y="927"/>
                  </a:cubicBezTo>
                  <a:cubicBezTo>
                    <a:pt x="749" y="927"/>
                    <a:pt x="749" y="927"/>
                    <a:pt x="749" y="927"/>
                  </a:cubicBezTo>
                  <a:cubicBezTo>
                    <a:pt x="787" y="927"/>
                    <a:pt x="818" y="917"/>
                    <a:pt x="840" y="896"/>
                  </a:cubicBezTo>
                  <a:cubicBezTo>
                    <a:pt x="862" y="875"/>
                    <a:pt x="874" y="846"/>
                    <a:pt x="874" y="811"/>
                  </a:cubicBezTo>
                  <a:cubicBezTo>
                    <a:pt x="874" y="783"/>
                    <a:pt x="867" y="760"/>
                    <a:pt x="854" y="74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dirty="0"/>
            </a:p>
          </p:txBody>
        </p:sp>
      </p:grpSp>
    </p:spTree>
    <p:extLst>
      <p:ext uri="{BB962C8B-B14F-4D97-AF65-F5344CB8AC3E}">
        <p14:creationId xmlns:p14="http://schemas.microsoft.com/office/powerpoint/2010/main" val="3147238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0FCA3E5C-A906-4C23-8871-8AEB2971DD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CE87D8A4-6347-4D32-9A1C-FE3AC352506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1000" y="1096623"/>
            <a:ext cx="11425238" cy="461665"/>
          </a:xfrm>
        </p:spPr>
        <p:txBody>
          <a:bodyPr/>
          <a:lstStyle>
            <a:lvl1pPr>
              <a:defRPr sz="3000" b="0" u="none"/>
            </a:lvl1pPr>
            <a:lvl2pPr>
              <a:defRPr sz="3000" b="0" u="none"/>
            </a:lvl2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1" name="Espace réservé du texte 9">
            <a:extLst>
              <a:ext uri="{FF2B5EF4-FFF2-40B4-BE49-F238E27FC236}">
                <a16:creationId xmlns:a16="http://schemas.microsoft.com/office/drawing/2014/main" id="{092CE7C9-A41B-47BC-BD78-ACF9CB816F0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695449" y="2156420"/>
            <a:ext cx="7200000" cy="201593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4B96AC18-FDBF-4BF3-B770-A92648AB2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D1BE4-CD17-43AC-A077-88CD7C37981B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25" name="Espace réservé du texte 9">
            <a:extLst>
              <a:ext uri="{FF2B5EF4-FFF2-40B4-BE49-F238E27FC236}">
                <a16:creationId xmlns:a16="http://schemas.microsoft.com/office/drawing/2014/main" id="{D608C739-8C89-4496-9FBD-A2B7DE6ECC3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493619" y="6235004"/>
            <a:ext cx="7200000" cy="276999"/>
          </a:xfrm>
        </p:spPr>
        <p:txBody>
          <a:bodyPr/>
          <a:lstStyle>
            <a:lvl1pPr algn="ctr">
              <a:defRPr sz="1800" b="0" u="none"/>
            </a:lvl1pPr>
          </a:lstStyle>
          <a:p>
            <a:pPr lvl="0"/>
            <a:r>
              <a:rPr lang="fr-FR" dirty="0"/>
              <a:t>Titre de la présentation</a:t>
            </a:r>
          </a:p>
        </p:txBody>
      </p:sp>
      <p:grpSp>
        <p:nvGrpSpPr>
          <p:cNvPr id="26" name="Groupe 25">
            <a:extLst>
              <a:ext uri="{FF2B5EF4-FFF2-40B4-BE49-F238E27FC236}">
                <a16:creationId xmlns:a16="http://schemas.microsoft.com/office/drawing/2014/main" id="{D8785076-9A76-43A4-A314-B4ADE531109C}"/>
              </a:ext>
            </a:extLst>
          </p:cNvPr>
          <p:cNvGrpSpPr/>
          <p:nvPr userDrawn="1"/>
        </p:nvGrpSpPr>
        <p:grpSpPr>
          <a:xfrm>
            <a:off x="10795808" y="5852159"/>
            <a:ext cx="1012811" cy="635105"/>
            <a:chOff x="2647950" y="1270000"/>
            <a:chExt cx="6896100" cy="4324351"/>
          </a:xfrm>
          <a:solidFill>
            <a:schemeClr val="accent1"/>
          </a:solidFill>
        </p:grpSpPr>
        <p:sp>
          <p:nvSpPr>
            <p:cNvPr id="27" name="Freeform 5">
              <a:extLst>
                <a:ext uri="{FF2B5EF4-FFF2-40B4-BE49-F238E27FC236}">
                  <a16:creationId xmlns:a16="http://schemas.microsoft.com/office/drawing/2014/main" id="{070DDD97-DD1A-4096-B3DF-345539BF699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026275" y="2463800"/>
              <a:ext cx="1190625" cy="1244600"/>
            </a:xfrm>
            <a:custGeom>
              <a:avLst/>
              <a:gdLst>
                <a:gd name="T0" fmla="*/ 249 w 316"/>
                <a:gd name="T1" fmla="*/ 221 h 330"/>
                <a:gd name="T2" fmla="*/ 215 w 316"/>
                <a:gd name="T3" fmla="*/ 261 h 330"/>
                <a:gd name="T4" fmla="*/ 160 w 316"/>
                <a:gd name="T5" fmla="*/ 276 h 330"/>
                <a:gd name="T6" fmla="*/ 105 w 316"/>
                <a:gd name="T7" fmla="*/ 261 h 330"/>
                <a:gd name="T8" fmla="*/ 70 w 316"/>
                <a:gd name="T9" fmla="*/ 221 h 330"/>
                <a:gd name="T10" fmla="*/ 57 w 316"/>
                <a:gd name="T11" fmla="*/ 165 h 330"/>
                <a:gd name="T12" fmla="*/ 70 w 316"/>
                <a:gd name="T13" fmla="*/ 109 h 330"/>
                <a:gd name="T14" fmla="*/ 105 w 316"/>
                <a:gd name="T15" fmla="*/ 69 h 330"/>
                <a:gd name="T16" fmla="*/ 160 w 316"/>
                <a:gd name="T17" fmla="*/ 54 h 330"/>
                <a:gd name="T18" fmla="*/ 215 w 316"/>
                <a:gd name="T19" fmla="*/ 69 h 330"/>
                <a:gd name="T20" fmla="*/ 249 w 316"/>
                <a:gd name="T21" fmla="*/ 109 h 330"/>
                <a:gd name="T22" fmla="*/ 261 w 316"/>
                <a:gd name="T23" fmla="*/ 165 h 330"/>
                <a:gd name="T24" fmla="*/ 249 w 316"/>
                <a:gd name="T25" fmla="*/ 221 h 330"/>
                <a:gd name="T26" fmla="*/ 258 w 316"/>
                <a:gd name="T27" fmla="*/ 44 h 330"/>
                <a:gd name="T28" fmla="*/ 223 w 316"/>
                <a:gd name="T29" fmla="*/ 16 h 330"/>
                <a:gd name="T30" fmla="*/ 154 w 316"/>
                <a:gd name="T31" fmla="*/ 0 h 330"/>
                <a:gd name="T32" fmla="*/ 73 w 316"/>
                <a:gd name="T33" fmla="*/ 23 h 330"/>
                <a:gd name="T34" fmla="*/ 19 w 316"/>
                <a:gd name="T35" fmla="*/ 82 h 330"/>
                <a:gd name="T36" fmla="*/ 0 w 316"/>
                <a:gd name="T37" fmla="*/ 165 h 330"/>
                <a:gd name="T38" fmla="*/ 19 w 316"/>
                <a:gd name="T39" fmla="*/ 248 h 330"/>
                <a:gd name="T40" fmla="*/ 73 w 316"/>
                <a:gd name="T41" fmla="*/ 307 h 330"/>
                <a:gd name="T42" fmla="*/ 154 w 316"/>
                <a:gd name="T43" fmla="*/ 330 h 330"/>
                <a:gd name="T44" fmla="*/ 223 w 316"/>
                <a:gd name="T45" fmla="*/ 314 h 330"/>
                <a:gd name="T46" fmla="*/ 258 w 316"/>
                <a:gd name="T47" fmla="*/ 286 h 330"/>
                <a:gd name="T48" fmla="*/ 258 w 316"/>
                <a:gd name="T49" fmla="*/ 325 h 330"/>
                <a:gd name="T50" fmla="*/ 316 w 316"/>
                <a:gd name="T51" fmla="*/ 325 h 330"/>
                <a:gd name="T52" fmla="*/ 316 w 316"/>
                <a:gd name="T53" fmla="*/ 5 h 330"/>
                <a:gd name="T54" fmla="*/ 258 w 316"/>
                <a:gd name="T55" fmla="*/ 5 h 330"/>
                <a:gd name="T56" fmla="*/ 258 w 316"/>
                <a:gd name="T57" fmla="*/ 44 h 3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316" h="330">
                  <a:moveTo>
                    <a:pt x="249" y="221"/>
                  </a:moveTo>
                  <a:cubicBezTo>
                    <a:pt x="241" y="237"/>
                    <a:pt x="230" y="251"/>
                    <a:pt x="215" y="261"/>
                  </a:cubicBezTo>
                  <a:cubicBezTo>
                    <a:pt x="201" y="271"/>
                    <a:pt x="182" y="276"/>
                    <a:pt x="160" y="276"/>
                  </a:cubicBezTo>
                  <a:cubicBezTo>
                    <a:pt x="139" y="276"/>
                    <a:pt x="120" y="271"/>
                    <a:pt x="105" y="261"/>
                  </a:cubicBezTo>
                  <a:cubicBezTo>
                    <a:pt x="90" y="251"/>
                    <a:pt x="78" y="237"/>
                    <a:pt x="70" y="221"/>
                  </a:cubicBezTo>
                  <a:cubicBezTo>
                    <a:pt x="62" y="204"/>
                    <a:pt x="57" y="185"/>
                    <a:pt x="57" y="165"/>
                  </a:cubicBezTo>
                  <a:cubicBezTo>
                    <a:pt x="57" y="145"/>
                    <a:pt x="61" y="126"/>
                    <a:pt x="70" y="109"/>
                  </a:cubicBezTo>
                  <a:cubicBezTo>
                    <a:pt x="78" y="93"/>
                    <a:pt x="90" y="79"/>
                    <a:pt x="105" y="69"/>
                  </a:cubicBezTo>
                  <a:cubicBezTo>
                    <a:pt x="121" y="59"/>
                    <a:pt x="139" y="54"/>
                    <a:pt x="160" y="54"/>
                  </a:cubicBezTo>
                  <a:cubicBezTo>
                    <a:pt x="182" y="54"/>
                    <a:pt x="201" y="59"/>
                    <a:pt x="215" y="69"/>
                  </a:cubicBezTo>
                  <a:cubicBezTo>
                    <a:pt x="230" y="79"/>
                    <a:pt x="241" y="92"/>
                    <a:pt x="249" y="109"/>
                  </a:cubicBezTo>
                  <a:cubicBezTo>
                    <a:pt x="257" y="126"/>
                    <a:pt x="261" y="145"/>
                    <a:pt x="261" y="165"/>
                  </a:cubicBezTo>
                  <a:cubicBezTo>
                    <a:pt x="261" y="185"/>
                    <a:pt x="257" y="204"/>
                    <a:pt x="249" y="221"/>
                  </a:cubicBezTo>
                  <a:moveTo>
                    <a:pt x="258" y="44"/>
                  </a:moveTo>
                  <a:cubicBezTo>
                    <a:pt x="248" y="33"/>
                    <a:pt x="236" y="23"/>
                    <a:pt x="223" y="16"/>
                  </a:cubicBezTo>
                  <a:cubicBezTo>
                    <a:pt x="204" y="6"/>
                    <a:pt x="181" y="0"/>
                    <a:pt x="154" y="0"/>
                  </a:cubicBezTo>
                  <a:cubicBezTo>
                    <a:pt x="123" y="0"/>
                    <a:pt x="96" y="8"/>
                    <a:pt x="73" y="23"/>
                  </a:cubicBezTo>
                  <a:cubicBezTo>
                    <a:pt x="50" y="37"/>
                    <a:pt x="31" y="57"/>
                    <a:pt x="19" y="82"/>
                  </a:cubicBezTo>
                  <a:cubicBezTo>
                    <a:pt x="6" y="107"/>
                    <a:pt x="0" y="135"/>
                    <a:pt x="0" y="165"/>
                  </a:cubicBezTo>
                  <a:cubicBezTo>
                    <a:pt x="0" y="195"/>
                    <a:pt x="6" y="223"/>
                    <a:pt x="19" y="248"/>
                  </a:cubicBezTo>
                  <a:cubicBezTo>
                    <a:pt x="31" y="273"/>
                    <a:pt x="50" y="293"/>
                    <a:pt x="73" y="307"/>
                  </a:cubicBezTo>
                  <a:cubicBezTo>
                    <a:pt x="96" y="322"/>
                    <a:pt x="123" y="330"/>
                    <a:pt x="154" y="330"/>
                  </a:cubicBezTo>
                  <a:cubicBezTo>
                    <a:pt x="181" y="330"/>
                    <a:pt x="204" y="324"/>
                    <a:pt x="223" y="314"/>
                  </a:cubicBezTo>
                  <a:cubicBezTo>
                    <a:pt x="236" y="307"/>
                    <a:pt x="248" y="297"/>
                    <a:pt x="258" y="286"/>
                  </a:cubicBezTo>
                  <a:cubicBezTo>
                    <a:pt x="258" y="325"/>
                    <a:pt x="258" y="325"/>
                    <a:pt x="258" y="325"/>
                  </a:cubicBezTo>
                  <a:cubicBezTo>
                    <a:pt x="316" y="325"/>
                    <a:pt x="316" y="325"/>
                    <a:pt x="316" y="325"/>
                  </a:cubicBezTo>
                  <a:cubicBezTo>
                    <a:pt x="316" y="5"/>
                    <a:pt x="316" y="5"/>
                    <a:pt x="316" y="5"/>
                  </a:cubicBezTo>
                  <a:cubicBezTo>
                    <a:pt x="258" y="5"/>
                    <a:pt x="258" y="5"/>
                    <a:pt x="258" y="5"/>
                  </a:cubicBezTo>
                  <a:lnTo>
                    <a:pt x="258" y="4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8" name="Freeform 6">
              <a:extLst>
                <a:ext uri="{FF2B5EF4-FFF2-40B4-BE49-F238E27FC236}">
                  <a16:creationId xmlns:a16="http://schemas.microsoft.com/office/drawing/2014/main" id="{0F1F8BA5-4DE5-4025-92D1-1DAAB4A7201D}"/>
                </a:ext>
              </a:extLst>
            </p:cNvPr>
            <p:cNvSpPr>
              <a:spLocks/>
            </p:cNvSpPr>
            <p:nvPr/>
          </p:nvSpPr>
          <p:spPr bwMode="auto">
            <a:xfrm>
              <a:off x="8466138" y="2481263"/>
              <a:ext cx="1066800" cy="1227138"/>
            </a:xfrm>
            <a:custGeom>
              <a:avLst/>
              <a:gdLst>
                <a:gd name="T0" fmla="*/ 128 w 283"/>
                <a:gd name="T1" fmla="*/ 325 h 325"/>
                <a:gd name="T2" fmla="*/ 193 w 283"/>
                <a:gd name="T3" fmla="*/ 308 h 325"/>
                <a:gd name="T4" fmla="*/ 225 w 283"/>
                <a:gd name="T5" fmla="*/ 282 h 325"/>
                <a:gd name="T6" fmla="*/ 225 w 283"/>
                <a:gd name="T7" fmla="*/ 320 h 325"/>
                <a:gd name="T8" fmla="*/ 283 w 283"/>
                <a:gd name="T9" fmla="*/ 320 h 325"/>
                <a:gd name="T10" fmla="*/ 283 w 283"/>
                <a:gd name="T11" fmla="*/ 0 h 325"/>
                <a:gd name="T12" fmla="*/ 225 w 283"/>
                <a:gd name="T13" fmla="*/ 0 h 325"/>
                <a:gd name="T14" fmla="*/ 225 w 283"/>
                <a:gd name="T15" fmla="*/ 183 h 325"/>
                <a:gd name="T16" fmla="*/ 213 w 283"/>
                <a:gd name="T17" fmla="*/ 229 h 325"/>
                <a:gd name="T18" fmla="*/ 181 w 283"/>
                <a:gd name="T19" fmla="*/ 260 h 325"/>
                <a:gd name="T20" fmla="*/ 138 w 283"/>
                <a:gd name="T21" fmla="*/ 271 h 325"/>
                <a:gd name="T22" fmla="*/ 80 w 283"/>
                <a:gd name="T23" fmla="*/ 247 h 325"/>
                <a:gd name="T24" fmla="*/ 57 w 283"/>
                <a:gd name="T25" fmla="*/ 184 h 325"/>
                <a:gd name="T26" fmla="*/ 57 w 283"/>
                <a:gd name="T27" fmla="*/ 0 h 325"/>
                <a:gd name="T28" fmla="*/ 0 w 283"/>
                <a:gd name="T29" fmla="*/ 0 h 325"/>
                <a:gd name="T30" fmla="*/ 0 w 283"/>
                <a:gd name="T31" fmla="*/ 185 h 325"/>
                <a:gd name="T32" fmla="*/ 18 w 283"/>
                <a:gd name="T33" fmla="*/ 262 h 325"/>
                <a:gd name="T34" fmla="*/ 66 w 283"/>
                <a:gd name="T35" fmla="*/ 309 h 325"/>
                <a:gd name="T36" fmla="*/ 128 w 283"/>
                <a:gd name="T37" fmla="*/ 325 h 3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83" h="325">
                  <a:moveTo>
                    <a:pt x="128" y="325"/>
                  </a:moveTo>
                  <a:cubicBezTo>
                    <a:pt x="154" y="325"/>
                    <a:pt x="176" y="319"/>
                    <a:pt x="193" y="308"/>
                  </a:cubicBezTo>
                  <a:cubicBezTo>
                    <a:pt x="205" y="301"/>
                    <a:pt x="215" y="292"/>
                    <a:pt x="225" y="282"/>
                  </a:cubicBezTo>
                  <a:cubicBezTo>
                    <a:pt x="225" y="320"/>
                    <a:pt x="225" y="320"/>
                    <a:pt x="225" y="320"/>
                  </a:cubicBezTo>
                  <a:cubicBezTo>
                    <a:pt x="283" y="320"/>
                    <a:pt x="283" y="320"/>
                    <a:pt x="283" y="320"/>
                  </a:cubicBezTo>
                  <a:cubicBezTo>
                    <a:pt x="283" y="0"/>
                    <a:pt x="283" y="0"/>
                    <a:pt x="283" y="0"/>
                  </a:cubicBezTo>
                  <a:cubicBezTo>
                    <a:pt x="225" y="0"/>
                    <a:pt x="225" y="0"/>
                    <a:pt x="225" y="0"/>
                  </a:cubicBezTo>
                  <a:cubicBezTo>
                    <a:pt x="225" y="183"/>
                    <a:pt x="225" y="183"/>
                    <a:pt x="225" y="183"/>
                  </a:cubicBezTo>
                  <a:cubicBezTo>
                    <a:pt x="225" y="201"/>
                    <a:pt x="221" y="216"/>
                    <a:pt x="213" y="229"/>
                  </a:cubicBezTo>
                  <a:cubicBezTo>
                    <a:pt x="205" y="242"/>
                    <a:pt x="195" y="252"/>
                    <a:pt x="181" y="260"/>
                  </a:cubicBezTo>
                  <a:cubicBezTo>
                    <a:pt x="169" y="267"/>
                    <a:pt x="154" y="271"/>
                    <a:pt x="138" y="271"/>
                  </a:cubicBezTo>
                  <a:cubicBezTo>
                    <a:pt x="114" y="271"/>
                    <a:pt x="95" y="263"/>
                    <a:pt x="80" y="247"/>
                  </a:cubicBezTo>
                  <a:cubicBezTo>
                    <a:pt x="65" y="232"/>
                    <a:pt x="57" y="210"/>
                    <a:pt x="57" y="184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85"/>
                    <a:pt x="0" y="185"/>
                    <a:pt x="0" y="185"/>
                  </a:cubicBezTo>
                  <a:cubicBezTo>
                    <a:pt x="0" y="215"/>
                    <a:pt x="6" y="241"/>
                    <a:pt x="18" y="262"/>
                  </a:cubicBezTo>
                  <a:cubicBezTo>
                    <a:pt x="30" y="282"/>
                    <a:pt x="46" y="298"/>
                    <a:pt x="66" y="309"/>
                  </a:cubicBezTo>
                  <a:cubicBezTo>
                    <a:pt x="86" y="319"/>
                    <a:pt x="107" y="325"/>
                    <a:pt x="128" y="325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9" name="Freeform 7">
              <a:extLst>
                <a:ext uri="{FF2B5EF4-FFF2-40B4-BE49-F238E27FC236}">
                  <a16:creationId xmlns:a16="http://schemas.microsoft.com/office/drawing/2014/main" id="{97134BF0-37E6-4599-807E-CA89A565E3D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47950" y="4157663"/>
              <a:ext cx="1017588" cy="1436688"/>
            </a:xfrm>
            <a:custGeom>
              <a:avLst/>
              <a:gdLst>
                <a:gd name="T0" fmla="*/ 213 w 270"/>
                <a:gd name="T1" fmla="*/ 288 h 381"/>
                <a:gd name="T2" fmla="*/ 184 w 270"/>
                <a:gd name="T3" fmla="*/ 323 h 381"/>
                <a:gd name="T4" fmla="*/ 137 w 270"/>
                <a:gd name="T5" fmla="*/ 335 h 381"/>
                <a:gd name="T6" fmla="*/ 90 w 270"/>
                <a:gd name="T7" fmla="*/ 323 h 381"/>
                <a:gd name="T8" fmla="*/ 60 w 270"/>
                <a:gd name="T9" fmla="*/ 288 h 381"/>
                <a:gd name="T10" fmla="*/ 49 w 270"/>
                <a:gd name="T11" fmla="*/ 241 h 381"/>
                <a:gd name="T12" fmla="*/ 60 w 270"/>
                <a:gd name="T13" fmla="*/ 193 h 381"/>
                <a:gd name="T14" fmla="*/ 90 w 270"/>
                <a:gd name="T15" fmla="*/ 159 h 381"/>
                <a:gd name="T16" fmla="*/ 137 w 270"/>
                <a:gd name="T17" fmla="*/ 146 h 381"/>
                <a:gd name="T18" fmla="*/ 184 w 270"/>
                <a:gd name="T19" fmla="*/ 159 h 381"/>
                <a:gd name="T20" fmla="*/ 213 w 270"/>
                <a:gd name="T21" fmla="*/ 193 h 381"/>
                <a:gd name="T22" fmla="*/ 223 w 270"/>
                <a:gd name="T23" fmla="*/ 241 h 381"/>
                <a:gd name="T24" fmla="*/ 213 w 270"/>
                <a:gd name="T25" fmla="*/ 288 h 381"/>
                <a:gd name="T26" fmla="*/ 221 w 270"/>
                <a:gd name="T27" fmla="*/ 138 h 381"/>
                <a:gd name="T28" fmla="*/ 190 w 270"/>
                <a:gd name="T29" fmla="*/ 114 h 381"/>
                <a:gd name="T30" fmla="*/ 132 w 270"/>
                <a:gd name="T31" fmla="*/ 101 h 381"/>
                <a:gd name="T32" fmla="*/ 62 w 270"/>
                <a:gd name="T33" fmla="*/ 120 h 381"/>
                <a:gd name="T34" fmla="*/ 16 w 270"/>
                <a:gd name="T35" fmla="*/ 170 h 381"/>
                <a:gd name="T36" fmla="*/ 0 w 270"/>
                <a:gd name="T37" fmla="*/ 241 h 381"/>
                <a:gd name="T38" fmla="*/ 16 w 270"/>
                <a:gd name="T39" fmla="*/ 311 h 381"/>
                <a:gd name="T40" fmla="*/ 62 w 270"/>
                <a:gd name="T41" fmla="*/ 362 h 381"/>
                <a:gd name="T42" fmla="*/ 132 w 270"/>
                <a:gd name="T43" fmla="*/ 381 h 381"/>
                <a:gd name="T44" fmla="*/ 190 w 270"/>
                <a:gd name="T45" fmla="*/ 368 h 381"/>
                <a:gd name="T46" fmla="*/ 221 w 270"/>
                <a:gd name="T47" fmla="*/ 344 h 381"/>
                <a:gd name="T48" fmla="*/ 221 w 270"/>
                <a:gd name="T49" fmla="*/ 377 h 381"/>
                <a:gd name="T50" fmla="*/ 270 w 270"/>
                <a:gd name="T51" fmla="*/ 377 h 381"/>
                <a:gd name="T52" fmla="*/ 270 w 270"/>
                <a:gd name="T53" fmla="*/ 0 h 381"/>
                <a:gd name="T54" fmla="*/ 221 w 270"/>
                <a:gd name="T55" fmla="*/ 0 h 381"/>
                <a:gd name="T56" fmla="*/ 221 w 270"/>
                <a:gd name="T57" fmla="*/ 138 h 3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70" h="381">
                  <a:moveTo>
                    <a:pt x="213" y="288"/>
                  </a:moveTo>
                  <a:cubicBezTo>
                    <a:pt x="206" y="303"/>
                    <a:pt x="196" y="314"/>
                    <a:pt x="184" y="323"/>
                  </a:cubicBezTo>
                  <a:cubicBezTo>
                    <a:pt x="171" y="331"/>
                    <a:pt x="156" y="335"/>
                    <a:pt x="137" y="335"/>
                  </a:cubicBezTo>
                  <a:cubicBezTo>
                    <a:pt x="119" y="335"/>
                    <a:pt x="103" y="331"/>
                    <a:pt x="90" y="323"/>
                  </a:cubicBezTo>
                  <a:cubicBezTo>
                    <a:pt x="77" y="314"/>
                    <a:pt x="67" y="303"/>
                    <a:pt x="60" y="288"/>
                  </a:cubicBezTo>
                  <a:cubicBezTo>
                    <a:pt x="53" y="274"/>
                    <a:pt x="49" y="258"/>
                    <a:pt x="49" y="241"/>
                  </a:cubicBezTo>
                  <a:cubicBezTo>
                    <a:pt x="49" y="224"/>
                    <a:pt x="53" y="208"/>
                    <a:pt x="60" y="193"/>
                  </a:cubicBezTo>
                  <a:cubicBezTo>
                    <a:pt x="67" y="179"/>
                    <a:pt x="77" y="168"/>
                    <a:pt x="90" y="159"/>
                  </a:cubicBezTo>
                  <a:cubicBezTo>
                    <a:pt x="103" y="151"/>
                    <a:pt x="119" y="146"/>
                    <a:pt x="137" y="146"/>
                  </a:cubicBezTo>
                  <a:cubicBezTo>
                    <a:pt x="156" y="146"/>
                    <a:pt x="171" y="151"/>
                    <a:pt x="184" y="159"/>
                  </a:cubicBezTo>
                  <a:cubicBezTo>
                    <a:pt x="196" y="168"/>
                    <a:pt x="206" y="179"/>
                    <a:pt x="213" y="193"/>
                  </a:cubicBezTo>
                  <a:cubicBezTo>
                    <a:pt x="219" y="208"/>
                    <a:pt x="223" y="224"/>
                    <a:pt x="223" y="241"/>
                  </a:cubicBezTo>
                  <a:cubicBezTo>
                    <a:pt x="223" y="258"/>
                    <a:pt x="219" y="274"/>
                    <a:pt x="213" y="288"/>
                  </a:cubicBezTo>
                  <a:moveTo>
                    <a:pt x="221" y="138"/>
                  </a:moveTo>
                  <a:cubicBezTo>
                    <a:pt x="212" y="128"/>
                    <a:pt x="202" y="120"/>
                    <a:pt x="190" y="114"/>
                  </a:cubicBezTo>
                  <a:cubicBezTo>
                    <a:pt x="174" y="105"/>
                    <a:pt x="154" y="101"/>
                    <a:pt x="132" y="101"/>
                  </a:cubicBezTo>
                  <a:cubicBezTo>
                    <a:pt x="106" y="101"/>
                    <a:pt x="82" y="107"/>
                    <a:pt x="62" y="120"/>
                  </a:cubicBezTo>
                  <a:cubicBezTo>
                    <a:pt x="43" y="132"/>
                    <a:pt x="27" y="149"/>
                    <a:pt x="16" y="170"/>
                  </a:cubicBezTo>
                  <a:cubicBezTo>
                    <a:pt x="6" y="191"/>
                    <a:pt x="0" y="215"/>
                    <a:pt x="0" y="241"/>
                  </a:cubicBezTo>
                  <a:cubicBezTo>
                    <a:pt x="0" y="266"/>
                    <a:pt x="6" y="290"/>
                    <a:pt x="16" y="311"/>
                  </a:cubicBezTo>
                  <a:cubicBezTo>
                    <a:pt x="27" y="333"/>
                    <a:pt x="43" y="350"/>
                    <a:pt x="62" y="362"/>
                  </a:cubicBezTo>
                  <a:cubicBezTo>
                    <a:pt x="82" y="375"/>
                    <a:pt x="106" y="381"/>
                    <a:pt x="132" y="381"/>
                  </a:cubicBezTo>
                  <a:cubicBezTo>
                    <a:pt x="154" y="381"/>
                    <a:pt x="174" y="377"/>
                    <a:pt x="190" y="368"/>
                  </a:cubicBezTo>
                  <a:cubicBezTo>
                    <a:pt x="202" y="361"/>
                    <a:pt x="212" y="354"/>
                    <a:pt x="221" y="344"/>
                  </a:cubicBezTo>
                  <a:cubicBezTo>
                    <a:pt x="221" y="377"/>
                    <a:pt x="221" y="377"/>
                    <a:pt x="221" y="377"/>
                  </a:cubicBezTo>
                  <a:cubicBezTo>
                    <a:pt x="270" y="377"/>
                    <a:pt x="270" y="377"/>
                    <a:pt x="270" y="377"/>
                  </a:cubicBezTo>
                  <a:cubicBezTo>
                    <a:pt x="270" y="0"/>
                    <a:pt x="270" y="0"/>
                    <a:pt x="270" y="0"/>
                  </a:cubicBezTo>
                  <a:cubicBezTo>
                    <a:pt x="221" y="0"/>
                    <a:pt x="221" y="0"/>
                    <a:pt x="221" y="0"/>
                  </a:cubicBezTo>
                  <a:lnTo>
                    <a:pt x="221" y="13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0" name="Freeform 8">
              <a:extLst>
                <a:ext uri="{FF2B5EF4-FFF2-40B4-BE49-F238E27FC236}">
                  <a16:creationId xmlns:a16="http://schemas.microsoft.com/office/drawing/2014/main" id="{19FA0EE7-1B7A-4C4C-963D-6168AD9997C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81425" y="4538663"/>
              <a:ext cx="1017588" cy="1055688"/>
            </a:xfrm>
            <a:custGeom>
              <a:avLst/>
              <a:gdLst>
                <a:gd name="T0" fmla="*/ 52 w 270"/>
                <a:gd name="T1" fmla="*/ 114 h 280"/>
                <a:gd name="T2" fmla="*/ 78 w 270"/>
                <a:gd name="T3" fmla="*/ 66 h 280"/>
                <a:gd name="T4" fmla="*/ 135 w 270"/>
                <a:gd name="T5" fmla="*/ 45 h 280"/>
                <a:gd name="T6" fmla="*/ 192 w 270"/>
                <a:gd name="T7" fmla="*/ 66 h 280"/>
                <a:gd name="T8" fmla="*/ 218 w 270"/>
                <a:gd name="T9" fmla="*/ 114 h 280"/>
                <a:gd name="T10" fmla="*/ 52 w 270"/>
                <a:gd name="T11" fmla="*/ 114 h 280"/>
                <a:gd name="T12" fmla="*/ 207 w 270"/>
                <a:gd name="T13" fmla="*/ 19 h 280"/>
                <a:gd name="T14" fmla="*/ 135 w 270"/>
                <a:gd name="T15" fmla="*/ 0 h 280"/>
                <a:gd name="T16" fmla="*/ 63 w 270"/>
                <a:gd name="T17" fmla="*/ 19 h 280"/>
                <a:gd name="T18" fmla="*/ 17 w 270"/>
                <a:gd name="T19" fmla="*/ 69 h 280"/>
                <a:gd name="T20" fmla="*/ 0 w 270"/>
                <a:gd name="T21" fmla="*/ 140 h 280"/>
                <a:gd name="T22" fmla="*/ 17 w 270"/>
                <a:gd name="T23" fmla="*/ 210 h 280"/>
                <a:gd name="T24" fmla="*/ 66 w 270"/>
                <a:gd name="T25" fmla="*/ 261 h 280"/>
                <a:gd name="T26" fmla="*/ 138 w 270"/>
                <a:gd name="T27" fmla="*/ 280 h 280"/>
                <a:gd name="T28" fmla="*/ 217 w 270"/>
                <a:gd name="T29" fmla="*/ 257 h 280"/>
                <a:gd name="T30" fmla="*/ 262 w 270"/>
                <a:gd name="T31" fmla="*/ 197 h 280"/>
                <a:gd name="T32" fmla="*/ 265 w 270"/>
                <a:gd name="T33" fmla="*/ 190 h 280"/>
                <a:gd name="T34" fmla="*/ 211 w 270"/>
                <a:gd name="T35" fmla="*/ 190 h 280"/>
                <a:gd name="T36" fmla="*/ 210 w 270"/>
                <a:gd name="T37" fmla="*/ 193 h 280"/>
                <a:gd name="T38" fmla="*/ 182 w 270"/>
                <a:gd name="T39" fmla="*/ 223 h 280"/>
                <a:gd name="T40" fmla="*/ 138 w 270"/>
                <a:gd name="T41" fmla="*/ 234 h 280"/>
                <a:gd name="T42" fmla="*/ 95 w 270"/>
                <a:gd name="T43" fmla="*/ 224 h 280"/>
                <a:gd name="T44" fmla="*/ 65 w 270"/>
                <a:gd name="T45" fmla="*/ 195 h 280"/>
                <a:gd name="T46" fmla="*/ 52 w 270"/>
                <a:gd name="T47" fmla="*/ 161 h 280"/>
                <a:gd name="T48" fmla="*/ 270 w 270"/>
                <a:gd name="T49" fmla="*/ 161 h 280"/>
                <a:gd name="T50" fmla="*/ 270 w 270"/>
                <a:gd name="T51" fmla="*/ 140 h 280"/>
                <a:gd name="T52" fmla="*/ 254 w 270"/>
                <a:gd name="T53" fmla="*/ 69 h 280"/>
                <a:gd name="T54" fmla="*/ 207 w 270"/>
                <a:gd name="T55" fmla="*/ 19 h 2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270" h="280">
                  <a:moveTo>
                    <a:pt x="52" y="114"/>
                  </a:moveTo>
                  <a:cubicBezTo>
                    <a:pt x="56" y="95"/>
                    <a:pt x="65" y="79"/>
                    <a:pt x="78" y="66"/>
                  </a:cubicBezTo>
                  <a:cubicBezTo>
                    <a:pt x="92" y="52"/>
                    <a:pt x="112" y="45"/>
                    <a:pt x="135" y="45"/>
                  </a:cubicBezTo>
                  <a:cubicBezTo>
                    <a:pt x="159" y="45"/>
                    <a:pt x="178" y="52"/>
                    <a:pt x="192" y="66"/>
                  </a:cubicBezTo>
                  <a:cubicBezTo>
                    <a:pt x="206" y="79"/>
                    <a:pt x="214" y="95"/>
                    <a:pt x="218" y="114"/>
                  </a:cubicBezTo>
                  <a:lnTo>
                    <a:pt x="52" y="114"/>
                  </a:lnTo>
                  <a:close/>
                  <a:moveTo>
                    <a:pt x="207" y="19"/>
                  </a:moveTo>
                  <a:cubicBezTo>
                    <a:pt x="187" y="6"/>
                    <a:pt x="163" y="0"/>
                    <a:pt x="135" y="0"/>
                  </a:cubicBezTo>
                  <a:cubicBezTo>
                    <a:pt x="108" y="0"/>
                    <a:pt x="84" y="6"/>
                    <a:pt x="63" y="19"/>
                  </a:cubicBezTo>
                  <a:cubicBezTo>
                    <a:pt x="43" y="31"/>
                    <a:pt x="27" y="48"/>
                    <a:pt x="17" y="69"/>
                  </a:cubicBezTo>
                  <a:cubicBezTo>
                    <a:pt x="6" y="90"/>
                    <a:pt x="0" y="114"/>
                    <a:pt x="0" y="140"/>
                  </a:cubicBezTo>
                  <a:cubicBezTo>
                    <a:pt x="0" y="165"/>
                    <a:pt x="6" y="189"/>
                    <a:pt x="17" y="210"/>
                  </a:cubicBezTo>
                  <a:cubicBezTo>
                    <a:pt x="29" y="232"/>
                    <a:pt x="45" y="249"/>
                    <a:pt x="66" y="261"/>
                  </a:cubicBezTo>
                  <a:cubicBezTo>
                    <a:pt x="86" y="274"/>
                    <a:pt x="110" y="280"/>
                    <a:pt x="138" y="280"/>
                  </a:cubicBezTo>
                  <a:cubicBezTo>
                    <a:pt x="170" y="280"/>
                    <a:pt x="197" y="272"/>
                    <a:pt x="217" y="257"/>
                  </a:cubicBezTo>
                  <a:cubicBezTo>
                    <a:pt x="237" y="241"/>
                    <a:pt x="253" y="221"/>
                    <a:pt x="262" y="197"/>
                  </a:cubicBezTo>
                  <a:cubicBezTo>
                    <a:pt x="265" y="190"/>
                    <a:pt x="265" y="190"/>
                    <a:pt x="265" y="190"/>
                  </a:cubicBezTo>
                  <a:cubicBezTo>
                    <a:pt x="211" y="190"/>
                    <a:pt x="211" y="190"/>
                    <a:pt x="211" y="190"/>
                  </a:cubicBezTo>
                  <a:cubicBezTo>
                    <a:pt x="210" y="193"/>
                    <a:pt x="210" y="193"/>
                    <a:pt x="210" y="193"/>
                  </a:cubicBezTo>
                  <a:cubicBezTo>
                    <a:pt x="203" y="205"/>
                    <a:pt x="194" y="215"/>
                    <a:pt x="182" y="223"/>
                  </a:cubicBezTo>
                  <a:cubicBezTo>
                    <a:pt x="171" y="231"/>
                    <a:pt x="156" y="234"/>
                    <a:pt x="138" y="234"/>
                  </a:cubicBezTo>
                  <a:cubicBezTo>
                    <a:pt x="122" y="234"/>
                    <a:pt x="107" y="231"/>
                    <a:pt x="95" y="224"/>
                  </a:cubicBezTo>
                  <a:cubicBezTo>
                    <a:pt x="82" y="217"/>
                    <a:pt x="72" y="207"/>
                    <a:pt x="65" y="195"/>
                  </a:cubicBezTo>
                  <a:cubicBezTo>
                    <a:pt x="58" y="185"/>
                    <a:pt x="54" y="173"/>
                    <a:pt x="52" y="161"/>
                  </a:cubicBezTo>
                  <a:cubicBezTo>
                    <a:pt x="270" y="161"/>
                    <a:pt x="270" y="161"/>
                    <a:pt x="270" y="161"/>
                  </a:cubicBezTo>
                  <a:cubicBezTo>
                    <a:pt x="270" y="140"/>
                    <a:pt x="270" y="140"/>
                    <a:pt x="270" y="140"/>
                  </a:cubicBezTo>
                  <a:cubicBezTo>
                    <a:pt x="270" y="114"/>
                    <a:pt x="265" y="90"/>
                    <a:pt x="254" y="69"/>
                  </a:cubicBezTo>
                  <a:cubicBezTo>
                    <a:pt x="243" y="48"/>
                    <a:pt x="227" y="31"/>
                    <a:pt x="207" y="1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1" name="Freeform 9">
              <a:extLst>
                <a:ext uri="{FF2B5EF4-FFF2-40B4-BE49-F238E27FC236}">
                  <a16:creationId xmlns:a16="http://schemas.microsoft.com/office/drawing/2014/main" id="{0057082C-E13D-4D95-A44D-5CC420ACCD8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424613" y="4538663"/>
              <a:ext cx="1016000" cy="1055688"/>
            </a:xfrm>
            <a:custGeom>
              <a:avLst/>
              <a:gdLst>
                <a:gd name="T0" fmla="*/ 213 w 270"/>
                <a:gd name="T1" fmla="*/ 187 h 280"/>
                <a:gd name="T2" fmla="*/ 184 w 270"/>
                <a:gd name="T3" fmla="*/ 222 h 280"/>
                <a:gd name="T4" fmla="*/ 137 w 270"/>
                <a:gd name="T5" fmla="*/ 234 h 280"/>
                <a:gd name="T6" fmla="*/ 90 w 270"/>
                <a:gd name="T7" fmla="*/ 222 h 280"/>
                <a:gd name="T8" fmla="*/ 60 w 270"/>
                <a:gd name="T9" fmla="*/ 187 h 280"/>
                <a:gd name="T10" fmla="*/ 49 w 270"/>
                <a:gd name="T11" fmla="*/ 140 h 280"/>
                <a:gd name="T12" fmla="*/ 60 w 270"/>
                <a:gd name="T13" fmla="*/ 92 h 280"/>
                <a:gd name="T14" fmla="*/ 90 w 270"/>
                <a:gd name="T15" fmla="*/ 58 h 280"/>
                <a:gd name="T16" fmla="*/ 137 w 270"/>
                <a:gd name="T17" fmla="*/ 45 h 280"/>
                <a:gd name="T18" fmla="*/ 184 w 270"/>
                <a:gd name="T19" fmla="*/ 58 h 280"/>
                <a:gd name="T20" fmla="*/ 213 w 270"/>
                <a:gd name="T21" fmla="*/ 92 h 280"/>
                <a:gd name="T22" fmla="*/ 223 w 270"/>
                <a:gd name="T23" fmla="*/ 140 h 280"/>
                <a:gd name="T24" fmla="*/ 213 w 270"/>
                <a:gd name="T25" fmla="*/ 187 h 280"/>
                <a:gd name="T26" fmla="*/ 221 w 270"/>
                <a:gd name="T27" fmla="*/ 37 h 280"/>
                <a:gd name="T28" fmla="*/ 190 w 270"/>
                <a:gd name="T29" fmla="*/ 13 h 280"/>
                <a:gd name="T30" fmla="*/ 132 w 270"/>
                <a:gd name="T31" fmla="*/ 0 h 280"/>
                <a:gd name="T32" fmla="*/ 62 w 270"/>
                <a:gd name="T33" fmla="*/ 19 h 280"/>
                <a:gd name="T34" fmla="*/ 16 w 270"/>
                <a:gd name="T35" fmla="*/ 69 h 280"/>
                <a:gd name="T36" fmla="*/ 0 w 270"/>
                <a:gd name="T37" fmla="*/ 140 h 280"/>
                <a:gd name="T38" fmla="*/ 16 w 270"/>
                <a:gd name="T39" fmla="*/ 210 h 280"/>
                <a:gd name="T40" fmla="*/ 62 w 270"/>
                <a:gd name="T41" fmla="*/ 261 h 280"/>
                <a:gd name="T42" fmla="*/ 132 w 270"/>
                <a:gd name="T43" fmla="*/ 280 h 280"/>
                <a:gd name="T44" fmla="*/ 190 w 270"/>
                <a:gd name="T45" fmla="*/ 267 h 280"/>
                <a:gd name="T46" fmla="*/ 221 w 270"/>
                <a:gd name="T47" fmla="*/ 243 h 280"/>
                <a:gd name="T48" fmla="*/ 221 w 270"/>
                <a:gd name="T49" fmla="*/ 276 h 280"/>
                <a:gd name="T50" fmla="*/ 270 w 270"/>
                <a:gd name="T51" fmla="*/ 276 h 280"/>
                <a:gd name="T52" fmla="*/ 270 w 270"/>
                <a:gd name="T53" fmla="*/ 4 h 280"/>
                <a:gd name="T54" fmla="*/ 221 w 270"/>
                <a:gd name="T55" fmla="*/ 4 h 280"/>
                <a:gd name="T56" fmla="*/ 221 w 270"/>
                <a:gd name="T57" fmla="*/ 37 h 2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70" h="280">
                  <a:moveTo>
                    <a:pt x="213" y="187"/>
                  </a:moveTo>
                  <a:cubicBezTo>
                    <a:pt x="206" y="202"/>
                    <a:pt x="196" y="213"/>
                    <a:pt x="184" y="222"/>
                  </a:cubicBezTo>
                  <a:cubicBezTo>
                    <a:pt x="171" y="230"/>
                    <a:pt x="155" y="234"/>
                    <a:pt x="137" y="234"/>
                  </a:cubicBezTo>
                  <a:cubicBezTo>
                    <a:pt x="119" y="234"/>
                    <a:pt x="103" y="230"/>
                    <a:pt x="90" y="222"/>
                  </a:cubicBezTo>
                  <a:cubicBezTo>
                    <a:pt x="77" y="213"/>
                    <a:pt x="67" y="202"/>
                    <a:pt x="60" y="187"/>
                  </a:cubicBezTo>
                  <a:cubicBezTo>
                    <a:pt x="53" y="173"/>
                    <a:pt x="49" y="157"/>
                    <a:pt x="49" y="140"/>
                  </a:cubicBezTo>
                  <a:cubicBezTo>
                    <a:pt x="49" y="123"/>
                    <a:pt x="53" y="107"/>
                    <a:pt x="60" y="92"/>
                  </a:cubicBezTo>
                  <a:cubicBezTo>
                    <a:pt x="67" y="78"/>
                    <a:pt x="77" y="67"/>
                    <a:pt x="90" y="58"/>
                  </a:cubicBezTo>
                  <a:cubicBezTo>
                    <a:pt x="103" y="50"/>
                    <a:pt x="119" y="45"/>
                    <a:pt x="137" y="45"/>
                  </a:cubicBezTo>
                  <a:cubicBezTo>
                    <a:pt x="155" y="45"/>
                    <a:pt x="171" y="50"/>
                    <a:pt x="184" y="58"/>
                  </a:cubicBezTo>
                  <a:cubicBezTo>
                    <a:pt x="196" y="67"/>
                    <a:pt x="206" y="78"/>
                    <a:pt x="213" y="92"/>
                  </a:cubicBezTo>
                  <a:cubicBezTo>
                    <a:pt x="219" y="107"/>
                    <a:pt x="223" y="123"/>
                    <a:pt x="223" y="140"/>
                  </a:cubicBezTo>
                  <a:cubicBezTo>
                    <a:pt x="223" y="157"/>
                    <a:pt x="219" y="173"/>
                    <a:pt x="213" y="187"/>
                  </a:cubicBezTo>
                  <a:moveTo>
                    <a:pt x="221" y="37"/>
                  </a:moveTo>
                  <a:cubicBezTo>
                    <a:pt x="212" y="27"/>
                    <a:pt x="202" y="19"/>
                    <a:pt x="190" y="13"/>
                  </a:cubicBezTo>
                  <a:cubicBezTo>
                    <a:pt x="174" y="4"/>
                    <a:pt x="154" y="0"/>
                    <a:pt x="132" y="0"/>
                  </a:cubicBezTo>
                  <a:cubicBezTo>
                    <a:pt x="105" y="0"/>
                    <a:pt x="82" y="6"/>
                    <a:pt x="62" y="19"/>
                  </a:cubicBezTo>
                  <a:cubicBezTo>
                    <a:pt x="43" y="31"/>
                    <a:pt x="27" y="48"/>
                    <a:pt x="16" y="69"/>
                  </a:cubicBezTo>
                  <a:cubicBezTo>
                    <a:pt x="6" y="90"/>
                    <a:pt x="0" y="114"/>
                    <a:pt x="0" y="140"/>
                  </a:cubicBezTo>
                  <a:cubicBezTo>
                    <a:pt x="0" y="165"/>
                    <a:pt x="6" y="189"/>
                    <a:pt x="16" y="210"/>
                  </a:cubicBezTo>
                  <a:cubicBezTo>
                    <a:pt x="27" y="232"/>
                    <a:pt x="43" y="249"/>
                    <a:pt x="62" y="261"/>
                  </a:cubicBezTo>
                  <a:cubicBezTo>
                    <a:pt x="82" y="274"/>
                    <a:pt x="105" y="280"/>
                    <a:pt x="132" y="280"/>
                  </a:cubicBezTo>
                  <a:cubicBezTo>
                    <a:pt x="154" y="280"/>
                    <a:pt x="174" y="276"/>
                    <a:pt x="190" y="267"/>
                  </a:cubicBezTo>
                  <a:cubicBezTo>
                    <a:pt x="202" y="260"/>
                    <a:pt x="212" y="253"/>
                    <a:pt x="221" y="243"/>
                  </a:cubicBezTo>
                  <a:cubicBezTo>
                    <a:pt x="221" y="276"/>
                    <a:pt x="221" y="276"/>
                    <a:pt x="221" y="276"/>
                  </a:cubicBezTo>
                  <a:cubicBezTo>
                    <a:pt x="270" y="276"/>
                    <a:pt x="270" y="276"/>
                    <a:pt x="270" y="276"/>
                  </a:cubicBezTo>
                  <a:cubicBezTo>
                    <a:pt x="270" y="4"/>
                    <a:pt x="270" y="4"/>
                    <a:pt x="270" y="4"/>
                  </a:cubicBezTo>
                  <a:cubicBezTo>
                    <a:pt x="221" y="4"/>
                    <a:pt x="221" y="4"/>
                    <a:pt x="221" y="4"/>
                  </a:cubicBezTo>
                  <a:lnTo>
                    <a:pt x="221" y="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2" name="Freeform 10">
              <a:extLst>
                <a:ext uri="{FF2B5EF4-FFF2-40B4-BE49-F238E27FC236}">
                  <a16:creationId xmlns:a16="http://schemas.microsoft.com/office/drawing/2014/main" id="{E1DEB4D3-801E-44CC-8E76-B40A029D012D}"/>
                </a:ext>
              </a:extLst>
            </p:cNvPr>
            <p:cNvSpPr>
              <a:spLocks/>
            </p:cNvSpPr>
            <p:nvPr/>
          </p:nvSpPr>
          <p:spPr bwMode="auto">
            <a:xfrm>
              <a:off x="7659688" y="4538663"/>
              <a:ext cx="557213" cy="1041400"/>
            </a:xfrm>
            <a:custGeom>
              <a:avLst/>
              <a:gdLst>
                <a:gd name="T0" fmla="*/ 97 w 148"/>
                <a:gd name="T1" fmla="*/ 8 h 276"/>
                <a:gd name="T2" fmla="*/ 66 w 148"/>
                <a:gd name="T3" fmla="*/ 29 h 276"/>
                <a:gd name="T4" fmla="*/ 49 w 148"/>
                <a:gd name="T5" fmla="*/ 51 h 276"/>
                <a:gd name="T6" fmla="*/ 49 w 148"/>
                <a:gd name="T7" fmla="*/ 4 h 276"/>
                <a:gd name="T8" fmla="*/ 0 w 148"/>
                <a:gd name="T9" fmla="*/ 4 h 276"/>
                <a:gd name="T10" fmla="*/ 0 w 148"/>
                <a:gd name="T11" fmla="*/ 276 h 276"/>
                <a:gd name="T12" fmla="*/ 49 w 148"/>
                <a:gd name="T13" fmla="*/ 276 h 276"/>
                <a:gd name="T14" fmla="*/ 49 w 148"/>
                <a:gd name="T15" fmla="*/ 156 h 276"/>
                <a:gd name="T16" fmla="*/ 60 w 148"/>
                <a:gd name="T17" fmla="*/ 103 h 276"/>
                <a:gd name="T18" fmla="*/ 91 w 148"/>
                <a:gd name="T19" fmla="*/ 64 h 276"/>
                <a:gd name="T20" fmla="*/ 138 w 148"/>
                <a:gd name="T21" fmla="*/ 49 h 276"/>
                <a:gd name="T22" fmla="*/ 148 w 148"/>
                <a:gd name="T23" fmla="*/ 49 h 276"/>
                <a:gd name="T24" fmla="*/ 148 w 148"/>
                <a:gd name="T25" fmla="*/ 0 h 276"/>
                <a:gd name="T26" fmla="*/ 141 w 148"/>
                <a:gd name="T27" fmla="*/ 0 h 276"/>
                <a:gd name="T28" fmla="*/ 97 w 148"/>
                <a:gd name="T29" fmla="*/ 8 h 2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48" h="276">
                  <a:moveTo>
                    <a:pt x="97" y="8"/>
                  </a:moveTo>
                  <a:cubicBezTo>
                    <a:pt x="85" y="14"/>
                    <a:pt x="74" y="21"/>
                    <a:pt x="66" y="29"/>
                  </a:cubicBezTo>
                  <a:cubicBezTo>
                    <a:pt x="59" y="36"/>
                    <a:pt x="53" y="44"/>
                    <a:pt x="49" y="51"/>
                  </a:cubicBezTo>
                  <a:cubicBezTo>
                    <a:pt x="49" y="4"/>
                    <a:pt x="49" y="4"/>
                    <a:pt x="49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276"/>
                    <a:pt x="0" y="276"/>
                    <a:pt x="0" y="276"/>
                  </a:cubicBezTo>
                  <a:cubicBezTo>
                    <a:pt x="49" y="276"/>
                    <a:pt x="49" y="276"/>
                    <a:pt x="49" y="276"/>
                  </a:cubicBezTo>
                  <a:cubicBezTo>
                    <a:pt x="49" y="156"/>
                    <a:pt x="49" y="156"/>
                    <a:pt x="49" y="156"/>
                  </a:cubicBezTo>
                  <a:cubicBezTo>
                    <a:pt x="49" y="137"/>
                    <a:pt x="53" y="120"/>
                    <a:pt x="60" y="103"/>
                  </a:cubicBezTo>
                  <a:cubicBezTo>
                    <a:pt x="67" y="87"/>
                    <a:pt x="78" y="74"/>
                    <a:pt x="91" y="64"/>
                  </a:cubicBezTo>
                  <a:cubicBezTo>
                    <a:pt x="104" y="54"/>
                    <a:pt x="120" y="49"/>
                    <a:pt x="138" y="49"/>
                  </a:cubicBezTo>
                  <a:cubicBezTo>
                    <a:pt x="148" y="49"/>
                    <a:pt x="148" y="49"/>
                    <a:pt x="148" y="49"/>
                  </a:cubicBezTo>
                  <a:cubicBezTo>
                    <a:pt x="148" y="0"/>
                    <a:pt x="148" y="0"/>
                    <a:pt x="148" y="0"/>
                  </a:cubicBezTo>
                  <a:cubicBezTo>
                    <a:pt x="141" y="0"/>
                    <a:pt x="141" y="0"/>
                    <a:pt x="141" y="0"/>
                  </a:cubicBezTo>
                  <a:cubicBezTo>
                    <a:pt x="124" y="0"/>
                    <a:pt x="109" y="3"/>
                    <a:pt x="97" y="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A2248DB7-03F6-4C95-8F22-B34BDD5132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42313" y="4552950"/>
              <a:ext cx="184150" cy="10271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6C2804E-033F-4EB0-A558-B78CE6C033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34375" y="4195763"/>
              <a:ext cx="196850" cy="2301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5" name="Freeform 13">
              <a:extLst>
                <a:ext uri="{FF2B5EF4-FFF2-40B4-BE49-F238E27FC236}">
                  <a16:creationId xmlns:a16="http://schemas.microsoft.com/office/drawing/2014/main" id="{67BFF465-CFEB-4D4D-A0D1-EEB9F0363779}"/>
                </a:ext>
              </a:extLst>
            </p:cNvPr>
            <p:cNvSpPr>
              <a:spLocks/>
            </p:cNvSpPr>
            <p:nvPr/>
          </p:nvSpPr>
          <p:spPr bwMode="auto">
            <a:xfrm>
              <a:off x="8674100" y="4538663"/>
              <a:ext cx="869950" cy="1055688"/>
            </a:xfrm>
            <a:custGeom>
              <a:avLst/>
              <a:gdLst>
                <a:gd name="T0" fmla="*/ 217 w 231"/>
                <a:gd name="T1" fmla="*/ 154 h 280"/>
                <a:gd name="T2" fmla="*/ 183 w 231"/>
                <a:gd name="T3" fmla="*/ 131 h 280"/>
                <a:gd name="T4" fmla="*/ 140 w 231"/>
                <a:gd name="T5" fmla="*/ 118 h 280"/>
                <a:gd name="T6" fmla="*/ 98 w 231"/>
                <a:gd name="T7" fmla="*/ 109 h 280"/>
                <a:gd name="T8" fmla="*/ 67 w 231"/>
                <a:gd name="T9" fmla="*/ 96 h 280"/>
                <a:gd name="T10" fmla="*/ 57 w 231"/>
                <a:gd name="T11" fmla="*/ 76 h 280"/>
                <a:gd name="T12" fmla="*/ 114 w 231"/>
                <a:gd name="T13" fmla="*/ 43 h 280"/>
                <a:gd name="T14" fmla="*/ 158 w 231"/>
                <a:gd name="T15" fmla="*/ 54 h 280"/>
                <a:gd name="T16" fmla="*/ 173 w 231"/>
                <a:gd name="T17" fmla="*/ 80 h 280"/>
                <a:gd name="T18" fmla="*/ 174 w 231"/>
                <a:gd name="T19" fmla="*/ 84 h 280"/>
                <a:gd name="T20" fmla="*/ 223 w 231"/>
                <a:gd name="T21" fmla="*/ 84 h 280"/>
                <a:gd name="T22" fmla="*/ 223 w 231"/>
                <a:gd name="T23" fmla="*/ 79 h 280"/>
                <a:gd name="T24" fmla="*/ 208 w 231"/>
                <a:gd name="T25" fmla="*/ 40 h 280"/>
                <a:gd name="T26" fmla="*/ 174 w 231"/>
                <a:gd name="T27" fmla="*/ 11 h 280"/>
                <a:gd name="T28" fmla="*/ 115 w 231"/>
                <a:gd name="T29" fmla="*/ 0 h 280"/>
                <a:gd name="T30" fmla="*/ 35 w 231"/>
                <a:gd name="T31" fmla="*/ 20 h 280"/>
                <a:gd name="T32" fmla="*/ 7 w 231"/>
                <a:gd name="T33" fmla="*/ 80 h 280"/>
                <a:gd name="T34" fmla="*/ 21 w 231"/>
                <a:gd name="T35" fmla="*/ 121 h 280"/>
                <a:gd name="T36" fmla="*/ 56 w 231"/>
                <a:gd name="T37" fmla="*/ 144 h 280"/>
                <a:gd name="T38" fmla="*/ 99 w 231"/>
                <a:gd name="T39" fmla="*/ 156 h 280"/>
                <a:gd name="T40" fmla="*/ 141 w 231"/>
                <a:gd name="T41" fmla="*/ 166 h 280"/>
                <a:gd name="T42" fmla="*/ 171 w 231"/>
                <a:gd name="T43" fmla="*/ 179 h 280"/>
                <a:gd name="T44" fmla="*/ 182 w 231"/>
                <a:gd name="T45" fmla="*/ 200 h 280"/>
                <a:gd name="T46" fmla="*/ 176 w 231"/>
                <a:gd name="T47" fmla="*/ 218 h 280"/>
                <a:gd name="T48" fmla="*/ 160 w 231"/>
                <a:gd name="T49" fmla="*/ 230 h 280"/>
                <a:gd name="T50" fmla="*/ 138 w 231"/>
                <a:gd name="T51" fmla="*/ 235 h 280"/>
                <a:gd name="T52" fmla="*/ 120 w 231"/>
                <a:gd name="T53" fmla="*/ 237 h 280"/>
                <a:gd name="T54" fmla="*/ 81 w 231"/>
                <a:gd name="T55" fmla="*/ 229 h 280"/>
                <a:gd name="T56" fmla="*/ 60 w 231"/>
                <a:gd name="T57" fmla="*/ 211 h 280"/>
                <a:gd name="T58" fmla="*/ 51 w 231"/>
                <a:gd name="T59" fmla="*/ 188 h 280"/>
                <a:gd name="T60" fmla="*/ 51 w 231"/>
                <a:gd name="T61" fmla="*/ 184 h 280"/>
                <a:gd name="T62" fmla="*/ 0 w 231"/>
                <a:gd name="T63" fmla="*/ 184 h 280"/>
                <a:gd name="T64" fmla="*/ 1 w 231"/>
                <a:gd name="T65" fmla="*/ 189 h 280"/>
                <a:gd name="T66" fmla="*/ 16 w 231"/>
                <a:gd name="T67" fmla="*/ 234 h 280"/>
                <a:gd name="T68" fmla="*/ 56 w 231"/>
                <a:gd name="T69" fmla="*/ 267 h 280"/>
                <a:gd name="T70" fmla="*/ 119 w 231"/>
                <a:gd name="T71" fmla="*/ 280 h 280"/>
                <a:gd name="T72" fmla="*/ 200 w 231"/>
                <a:gd name="T73" fmla="*/ 259 h 280"/>
                <a:gd name="T74" fmla="*/ 231 w 231"/>
                <a:gd name="T75" fmla="*/ 196 h 280"/>
                <a:gd name="T76" fmla="*/ 217 w 231"/>
                <a:gd name="T77" fmla="*/ 154 h 2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1" h="280">
                  <a:moveTo>
                    <a:pt x="217" y="154"/>
                  </a:moveTo>
                  <a:cubicBezTo>
                    <a:pt x="208" y="144"/>
                    <a:pt x="197" y="136"/>
                    <a:pt x="183" y="131"/>
                  </a:cubicBezTo>
                  <a:cubicBezTo>
                    <a:pt x="169" y="125"/>
                    <a:pt x="155" y="121"/>
                    <a:pt x="140" y="118"/>
                  </a:cubicBezTo>
                  <a:cubicBezTo>
                    <a:pt x="125" y="115"/>
                    <a:pt x="111" y="112"/>
                    <a:pt x="98" y="109"/>
                  </a:cubicBezTo>
                  <a:cubicBezTo>
                    <a:pt x="85" y="105"/>
                    <a:pt x="75" y="101"/>
                    <a:pt x="67" y="96"/>
                  </a:cubicBezTo>
                  <a:cubicBezTo>
                    <a:pt x="60" y="91"/>
                    <a:pt x="57" y="85"/>
                    <a:pt x="57" y="76"/>
                  </a:cubicBezTo>
                  <a:cubicBezTo>
                    <a:pt x="57" y="68"/>
                    <a:pt x="57" y="43"/>
                    <a:pt x="114" y="43"/>
                  </a:cubicBezTo>
                  <a:cubicBezTo>
                    <a:pt x="135" y="43"/>
                    <a:pt x="150" y="47"/>
                    <a:pt x="158" y="54"/>
                  </a:cubicBezTo>
                  <a:cubicBezTo>
                    <a:pt x="167" y="61"/>
                    <a:pt x="172" y="70"/>
                    <a:pt x="173" y="80"/>
                  </a:cubicBezTo>
                  <a:cubicBezTo>
                    <a:pt x="174" y="84"/>
                    <a:pt x="174" y="84"/>
                    <a:pt x="174" y="84"/>
                  </a:cubicBezTo>
                  <a:cubicBezTo>
                    <a:pt x="223" y="84"/>
                    <a:pt x="223" y="84"/>
                    <a:pt x="223" y="84"/>
                  </a:cubicBezTo>
                  <a:cubicBezTo>
                    <a:pt x="223" y="79"/>
                    <a:pt x="223" y="79"/>
                    <a:pt x="223" y="79"/>
                  </a:cubicBezTo>
                  <a:cubicBezTo>
                    <a:pt x="221" y="65"/>
                    <a:pt x="216" y="52"/>
                    <a:pt x="208" y="40"/>
                  </a:cubicBezTo>
                  <a:cubicBezTo>
                    <a:pt x="201" y="28"/>
                    <a:pt x="189" y="19"/>
                    <a:pt x="174" y="11"/>
                  </a:cubicBezTo>
                  <a:cubicBezTo>
                    <a:pt x="158" y="4"/>
                    <a:pt x="139" y="0"/>
                    <a:pt x="115" y="0"/>
                  </a:cubicBezTo>
                  <a:cubicBezTo>
                    <a:pt x="80" y="0"/>
                    <a:pt x="53" y="7"/>
                    <a:pt x="35" y="20"/>
                  </a:cubicBezTo>
                  <a:cubicBezTo>
                    <a:pt x="17" y="34"/>
                    <a:pt x="7" y="54"/>
                    <a:pt x="7" y="80"/>
                  </a:cubicBezTo>
                  <a:cubicBezTo>
                    <a:pt x="7" y="97"/>
                    <a:pt x="12" y="111"/>
                    <a:pt x="21" y="121"/>
                  </a:cubicBezTo>
                  <a:cubicBezTo>
                    <a:pt x="30" y="131"/>
                    <a:pt x="42" y="138"/>
                    <a:pt x="56" y="144"/>
                  </a:cubicBezTo>
                  <a:cubicBezTo>
                    <a:pt x="69" y="149"/>
                    <a:pt x="84" y="153"/>
                    <a:pt x="99" y="156"/>
                  </a:cubicBezTo>
                  <a:cubicBezTo>
                    <a:pt x="113" y="159"/>
                    <a:pt x="127" y="163"/>
                    <a:pt x="141" y="166"/>
                  </a:cubicBezTo>
                  <a:cubicBezTo>
                    <a:pt x="153" y="169"/>
                    <a:pt x="164" y="174"/>
                    <a:pt x="171" y="179"/>
                  </a:cubicBezTo>
                  <a:cubicBezTo>
                    <a:pt x="178" y="184"/>
                    <a:pt x="182" y="191"/>
                    <a:pt x="182" y="200"/>
                  </a:cubicBezTo>
                  <a:cubicBezTo>
                    <a:pt x="182" y="208"/>
                    <a:pt x="180" y="214"/>
                    <a:pt x="176" y="218"/>
                  </a:cubicBezTo>
                  <a:cubicBezTo>
                    <a:pt x="171" y="223"/>
                    <a:pt x="166" y="227"/>
                    <a:pt x="160" y="230"/>
                  </a:cubicBezTo>
                  <a:cubicBezTo>
                    <a:pt x="153" y="232"/>
                    <a:pt x="146" y="234"/>
                    <a:pt x="138" y="235"/>
                  </a:cubicBezTo>
                  <a:cubicBezTo>
                    <a:pt x="131" y="236"/>
                    <a:pt x="125" y="237"/>
                    <a:pt x="120" y="237"/>
                  </a:cubicBezTo>
                  <a:cubicBezTo>
                    <a:pt x="104" y="237"/>
                    <a:pt x="91" y="234"/>
                    <a:pt x="81" y="229"/>
                  </a:cubicBezTo>
                  <a:cubicBezTo>
                    <a:pt x="72" y="225"/>
                    <a:pt x="64" y="219"/>
                    <a:pt x="60" y="211"/>
                  </a:cubicBezTo>
                  <a:cubicBezTo>
                    <a:pt x="55" y="204"/>
                    <a:pt x="52" y="196"/>
                    <a:pt x="51" y="188"/>
                  </a:cubicBezTo>
                  <a:cubicBezTo>
                    <a:pt x="51" y="184"/>
                    <a:pt x="51" y="184"/>
                    <a:pt x="51" y="184"/>
                  </a:cubicBezTo>
                  <a:cubicBezTo>
                    <a:pt x="0" y="184"/>
                    <a:pt x="0" y="184"/>
                    <a:pt x="0" y="184"/>
                  </a:cubicBezTo>
                  <a:cubicBezTo>
                    <a:pt x="1" y="189"/>
                    <a:pt x="1" y="189"/>
                    <a:pt x="1" y="189"/>
                  </a:cubicBezTo>
                  <a:cubicBezTo>
                    <a:pt x="2" y="205"/>
                    <a:pt x="7" y="220"/>
                    <a:pt x="16" y="234"/>
                  </a:cubicBezTo>
                  <a:cubicBezTo>
                    <a:pt x="25" y="248"/>
                    <a:pt x="39" y="259"/>
                    <a:pt x="56" y="267"/>
                  </a:cubicBezTo>
                  <a:cubicBezTo>
                    <a:pt x="73" y="276"/>
                    <a:pt x="95" y="280"/>
                    <a:pt x="119" y="280"/>
                  </a:cubicBezTo>
                  <a:cubicBezTo>
                    <a:pt x="153" y="280"/>
                    <a:pt x="180" y="273"/>
                    <a:pt x="200" y="259"/>
                  </a:cubicBezTo>
                  <a:cubicBezTo>
                    <a:pt x="221" y="245"/>
                    <a:pt x="231" y="224"/>
                    <a:pt x="231" y="196"/>
                  </a:cubicBezTo>
                  <a:cubicBezTo>
                    <a:pt x="231" y="179"/>
                    <a:pt x="226" y="165"/>
                    <a:pt x="217" y="15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6" name="Freeform 14">
              <a:extLst>
                <a:ext uri="{FF2B5EF4-FFF2-40B4-BE49-F238E27FC236}">
                  <a16:creationId xmlns:a16="http://schemas.microsoft.com/office/drawing/2014/main" id="{918AA353-9F8D-47B4-B843-5018F9CD1816}"/>
                </a:ext>
              </a:extLst>
            </p:cNvPr>
            <p:cNvSpPr>
              <a:spLocks/>
            </p:cNvSpPr>
            <p:nvPr/>
          </p:nvSpPr>
          <p:spPr bwMode="auto">
            <a:xfrm>
              <a:off x="5383213" y="1749425"/>
              <a:ext cx="663575" cy="638175"/>
            </a:xfrm>
            <a:custGeom>
              <a:avLst/>
              <a:gdLst>
                <a:gd name="T0" fmla="*/ 36 w 176"/>
                <a:gd name="T1" fmla="*/ 168 h 169"/>
                <a:gd name="T2" fmla="*/ 151 w 176"/>
                <a:gd name="T3" fmla="*/ 118 h 169"/>
                <a:gd name="T4" fmla="*/ 142 w 176"/>
                <a:gd name="T5" fmla="*/ 17 h 169"/>
                <a:gd name="T6" fmla="*/ 96 w 176"/>
                <a:gd name="T7" fmla="*/ 0 h 169"/>
                <a:gd name="T8" fmla="*/ 41 w 176"/>
                <a:gd name="T9" fmla="*/ 26 h 169"/>
                <a:gd name="T10" fmla="*/ 20 w 176"/>
                <a:gd name="T11" fmla="*/ 164 h 169"/>
                <a:gd name="T12" fmla="*/ 36 w 176"/>
                <a:gd name="T13" fmla="*/ 168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6" h="169">
                  <a:moveTo>
                    <a:pt x="36" y="168"/>
                  </a:moveTo>
                  <a:cubicBezTo>
                    <a:pt x="67" y="168"/>
                    <a:pt x="130" y="143"/>
                    <a:pt x="151" y="118"/>
                  </a:cubicBezTo>
                  <a:cubicBezTo>
                    <a:pt x="176" y="88"/>
                    <a:pt x="172" y="42"/>
                    <a:pt x="142" y="17"/>
                  </a:cubicBezTo>
                  <a:cubicBezTo>
                    <a:pt x="129" y="6"/>
                    <a:pt x="113" y="0"/>
                    <a:pt x="96" y="0"/>
                  </a:cubicBezTo>
                  <a:cubicBezTo>
                    <a:pt x="74" y="0"/>
                    <a:pt x="54" y="10"/>
                    <a:pt x="41" y="26"/>
                  </a:cubicBezTo>
                  <a:cubicBezTo>
                    <a:pt x="17" y="55"/>
                    <a:pt x="0" y="145"/>
                    <a:pt x="20" y="164"/>
                  </a:cubicBezTo>
                  <a:cubicBezTo>
                    <a:pt x="24" y="167"/>
                    <a:pt x="29" y="169"/>
                    <a:pt x="36" y="16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7" name="Freeform 15">
              <a:extLst>
                <a:ext uri="{FF2B5EF4-FFF2-40B4-BE49-F238E27FC236}">
                  <a16:creationId xmlns:a16="http://schemas.microsoft.com/office/drawing/2014/main" id="{05C168DF-5C3F-4EDB-93DE-986D8BEE8EDA}"/>
                </a:ext>
              </a:extLst>
            </p:cNvPr>
            <p:cNvSpPr>
              <a:spLocks/>
            </p:cNvSpPr>
            <p:nvPr/>
          </p:nvSpPr>
          <p:spPr bwMode="auto">
            <a:xfrm>
              <a:off x="2662238" y="1270000"/>
              <a:ext cx="765175" cy="728663"/>
            </a:xfrm>
            <a:custGeom>
              <a:avLst/>
              <a:gdLst>
                <a:gd name="T0" fmla="*/ 30 w 203"/>
                <a:gd name="T1" fmla="*/ 152 h 193"/>
                <a:gd name="T2" fmla="*/ 160 w 203"/>
                <a:gd name="T3" fmla="*/ 193 h 193"/>
                <a:gd name="T4" fmla="*/ 197 w 203"/>
                <a:gd name="T5" fmla="*/ 183 h 193"/>
                <a:gd name="T6" fmla="*/ 203 w 203"/>
                <a:gd name="T7" fmla="*/ 160 h 193"/>
                <a:gd name="T8" fmla="*/ 147 w 203"/>
                <a:gd name="T9" fmla="*/ 23 h 193"/>
                <a:gd name="T10" fmla="*/ 88 w 203"/>
                <a:gd name="T11" fmla="*/ 0 h 193"/>
                <a:gd name="T12" fmla="*/ 24 w 203"/>
                <a:gd name="T13" fmla="*/ 29 h 193"/>
                <a:gd name="T14" fmla="*/ 1 w 203"/>
                <a:gd name="T15" fmla="*/ 92 h 193"/>
                <a:gd name="T16" fmla="*/ 30 w 203"/>
                <a:gd name="T17" fmla="*/ 152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03" h="193">
                  <a:moveTo>
                    <a:pt x="30" y="152"/>
                  </a:moveTo>
                  <a:cubicBezTo>
                    <a:pt x="56" y="176"/>
                    <a:pt x="120" y="193"/>
                    <a:pt x="160" y="193"/>
                  </a:cubicBezTo>
                  <a:cubicBezTo>
                    <a:pt x="178" y="193"/>
                    <a:pt x="190" y="190"/>
                    <a:pt x="197" y="183"/>
                  </a:cubicBezTo>
                  <a:cubicBezTo>
                    <a:pt x="201" y="179"/>
                    <a:pt x="203" y="171"/>
                    <a:pt x="203" y="160"/>
                  </a:cubicBezTo>
                  <a:cubicBezTo>
                    <a:pt x="202" y="121"/>
                    <a:pt x="175" y="48"/>
                    <a:pt x="147" y="23"/>
                  </a:cubicBezTo>
                  <a:cubicBezTo>
                    <a:pt x="131" y="8"/>
                    <a:pt x="110" y="0"/>
                    <a:pt x="88" y="0"/>
                  </a:cubicBezTo>
                  <a:cubicBezTo>
                    <a:pt x="64" y="0"/>
                    <a:pt x="40" y="11"/>
                    <a:pt x="24" y="29"/>
                  </a:cubicBezTo>
                  <a:cubicBezTo>
                    <a:pt x="8" y="47"/>
                    <a:pt x="0" y="69"/>
                    <a:pt x="1" y="92"/>
                  </a:cubicBezTo>
                  <a:cubicBezTo>
                    <a:pt x="3" y="115"/>
                    <a:pt x="13" y="137"/>
                    <a:pt x="30" y="15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8" name="Freeform 16">
              <a:extLst>
                <a:ext uri="{FF2B5EF4-FFF2-40B4-BE49-F238E27FC236}">
                  <a16:creationId xmlns:a16="http://schemas.microsoft.com/office/drawing/2014/main" id="{64E79C2D-892C-4AAF-B0B8-D70E15D95697}"/>
                </a:ext>
              </a:extLst>
            </p:cNvPr>
            <p:cNvSpPr>
              <a:spLocks/>
            </p:cNvSpPr>
            <p:nvPr/>
          </p:nvSpPr>
          <p:spPr bwMode="auto">
            <a:xfrm>
              <a:off x="2659063" y="3406775"/>
              <a:ext cx="633413" cy="471488"/>
            </a:xfrm>
            <a:custGeom>
              <a:avLst/>
              <a:gdLst>
                <a:gd name="T0" fmla="*/ 10 w 168"/>
                <a:gd name="T1" fmla="*/ 31 h 125"/>
                <a:gd name="T2" fmla="*/ 5 w 168"/>
                <a:gd name="T3" fmla="*/ 79 h 125"/>
                <a:gd name="T4" fmla="*/ 65 w 168"/>
                <a:gd name="T5" fmla="*/ 125 h 125"/>
                <a:gd name="T6" fmla="*/ 81 w 168"/>
                <a:gd name="T7" fmla="*/ 122 h 125"/>
                <a:gd name="T8" fmla="*/ 163 w 168"/>
                <a:gd name="T9" fmla="*/ 34 h 125"/>
                <a:gd name="T10" fmla="*/ 67 w 168"/>
                <a:gd name="T11" fmla="*/ 0 h 125"/>
                <a:gd name="T12" fmla="*/ 48 w 168"/>
                <a:gd name="T13" fmla="*/ 2 h 125"/>
                <a:gd name="T14" fmla="*/ 10 w 168"/>
                <a:gd name="T15" fmla="*/ 31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68" h="125">
                  <a:moveTo>
                    <a:pt x="10" y="31"/>
                  </a:moveTo>
                  <a:cubicBezTo>
                    <a:pt x="2" y="46"/>
                    <a:pt x="0" y="63"/>
                    <a:pt x="5" y="79"/>
                  </a:cubicBezTo>
                  <a:cubicBezTo>
                    <a:pt x="12" y="106"/>
                    <a:pt x="37" y="125"/>
                    <a:pt x="65" y="125"/>
                  </a:cubicBezTo>
                  <a:cubicBezTo>
                    <a:pt x="70" y="125"/>
                    <a:pt x="76" y="124"/>
                    <a:pt x="81" y="122"/>
                  </a:cubicBezTo>
                  <a:cubicBezTo>
                    <a:pt x="112" y="114"/>
                    <a:pt x="168" y="58"/>
                    <a:pt x="163" y="34"/>
                  </a:cubicBezTo>
                  <a:cubicBezTo>
                    <a:pt x="160" y="16"/>
                    <a:pt x="101" y="0"/>
                    <a:pt x="67" y="0"/>
                  </a:cubicBezTo>
                  <a:cubicBezTo>
                    <a:pt x="60" y="0"/>
                    <a:pt x="53" y="1"/>
                    <a:pt x="48" y="2"/>
                  </a:cubicBezTo>
                  <a:cubicBezTo>
                    <a:pt x="32" y="6"/>
                    <a:pt x="19" y="17"/>
                    <a:pt x="10" y="31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9" name="Freeform 17">
              <a:extLst>
                <a:ext uri="{FF2B5EF4-FFF2-40B4-BE49-F238E27FC236}">
                  <a16:creationId xmlns:a16="http://schemas.microsoft.com/office/drawing/2014/main" id="{259CC64E-C765-40DE-8EA5-AB826D4E5DE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100388" y="1614488"/>
              <a:ext cx="3775075" cy="3965575"/>
            </a:xfrm>
            <a:custGeom>
              <a:avLst/>
              <a:gdLst>
                <a:gd name="T0" fmla="*/ 747 w 1002"/>
                <a:gd name="T1" fmla="*/ 881 h 1051"/>
                <a:gd name="T2" fmla="*/ 638 w 1002"/>
                <a:gd name="T3" fmla="*/ 741 h 1051"/>
                <a:gd name="T4" fmla="*/ 805 w 1002"/>
                <a:gd name="T5" fmla="*/ 760 h 1051"/>
                <a:gd name="T6" fmla="*/ 805 w 1002"/>
                <a:gd name="T7" fmla="*/ 862 h 1051"/>
                <a:gd name="T8" fmla="*/ 844 w 1002"/>
                <a:gd name="T9" fmla="*/ 279 h 1051"/>
                <a:gd name="T10" fmla="*/ 942 w 1002"/>
                <a:gd name="T11" fmla="*/ 360 h 1051"/>
                <a:gd name="T12" fmla="*/ 777 w 1002"/>
                <a:gd name="T13" fmla="*/ 304 h 1051"/>
                <a:gd name="T14" fmla="*/ 629 w 1002"/>
                <a:gd name="T15" fmla="*/ 546 h 1051"/>
                <a:gd name="T16" fmla="*/ 592 w 1002"/>
                <a:gd name="T17" fmla="*/ 386 h 1051"/>
                <a:gd name="T18" fmla="*/ 703 w 1002"/>
                <a:gd name="T19" fmla="*/ 467 h 1051"/>
                <a:gd name="T20" fmla="*/ 762 w 1002"/>
                <a:gd name="T21" fmla="*/ 532 h 1051"/>
                <a:gd name="T22" fmla="*/ 940 w 1002"/>
                <a:gd name="T23" fmla="*/ 527 h 1051"/>
                <a:gd name="T24" fmla="*/ 996 w 1002"/>
                <a:gd name="T25" fmla="*/ 449 h 1051"/>
                <a:gd name="T26" fmla="*/ 932 w 1002"/>
                <a:gd name="T27" fmla="*/ 452 h 1051"/>
                <a:gd name="T28" fmla="*/ 848 w 1002"/>
                <a:gd name="T29" fmla="*/ 501 h 1051"/>
                <a:gd name="T30" fmla="*/ 761 w 1002"/>
                <a:gd name="T31" fmla="*/ 455 h 1051"/>
                <a:gd name="T32" fmla="*/ 1002 w 1002"/>
                <a:gd name="T33" fmla="*/ 414 h 1051"/>
                <a:gd name="T34" fmla="*/ 983 w 1002"/>
                <a:gd name="T35" fmla="*/ 307 h 1051"/>
                <a:gd name="T36" fmla="*/ 844 w 1002"/>
                <a:gd name="T37" fmla="*/ 225 h 1051"/>
                <a:gd name="T38" fmla="*/ 715 w 1002"/>
                <a:gd name="T39" fmla="*/ 289 h 1051"/>
                <a:gd name="T40" fmla="*/ 709 w 1002"/>
                <a:gd name="T41" fmla="*/ 299 h 1051"/>
                <a:gd name="T42" fmla="*/ 450 w 1002"/>
                <a:gd name="T43" fmla="*/ 284 h 1051"/>
                <a:gd name="T44" fmla="*/ 480 w 1002"/>
                <a:gd name="T45" fmla="*/ 211 h 1051"/>
                <a:gd name="T46" fmla="*/ 303 w 1002"/>
                <a:gd name="T47" fmla="*/ 217 h 1051"/>
                <a:gd name="T48" fmla="*/ 111 w 1002"/>
                <a:gd name="T49" fmla="*/ 254 h 1051"/>
                <a:gd name="T50" fmla="*/ 219 w 1002"/>
                <a:gd name="T51" fmla="*/ 388 h 1051"/>
                <a:gd name="T52" fmla="*/ 285 w 1002"/>
                <a:gd name="T53" fmla="*/ 551 h 1051"/>
                <a:gd name="T54" fmla="*/ 202 w 1002"/>
                <a:gd name="T55" fmla="*/ 664 h 1051"/>
                <a:gd name="T56" fmla="*/ 303 w 1002"/>
                <a:gd name="T57" fmla="*/ 652 h 1051"/>
                <a:gd name="T58" fmla="*/ 364 w 1002"/>
                <a:gd name="T59" fmla="*/ 565 h 1051"/>
                <a:gd name="T60" fmla="*/ 674 w 1002"/>
                <a:gd name="T61" fmla="*/ 694 h 1051"/>
                <a:gd name="T62" fmla="*/ 588 w 1002"/>
                <a:gd name="T63" fmla="*/ 694 h 1051"/>
                <a:gd name="T64" fmla="*/ 638 w 1002"/>
                <a:gd name="T65" fmla="*/ 1051 h 1051"/>
                <a:gd name="T66" fmla="*/ 749 w 1002"/>
                <a:gd name="T67" fmla="*/ 927 h 1051"/>
                <a:gd name="T68" fmla="*/ 874 w 1002"/>
                <a:gd name="T69" fmla="*/ 811 h 10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002" h="1051">
                  <a:moveTo>
                    <a:pt x="805" y="862"/>
                  </a:moveTo>
                  <a:cubicBezTo>
                    <a:pt x="792" y="874"/>
                    <a:pt x="772" y="881"/>
                    <a:pt x="747" y="881"/>
                  </a:cubicBezTo>
                  <a:cubicBezTo>
                    <a:pt x="638" y="881"/>
                    <a:pt x="638" y="881"/>
                    <a:pt x="638" y="881"/>
                  </a:cubicBezTo>
                  <a:cubicBezTo>
                    <a:pt x="638" y="741"/>
                    <a:pt x="638" y="741"/>
                    <a:pt x="638" y="741"/>
                  </a:cubicBezTo>
                  <a:cubicBezTo>
                    <a:pt x="747" y="741"/>
                    <a:pt x="747" y="741"/>
                    <a:pt x="747" y="741"/>
                  </a:cubicBezTo>
                  <a:cubicBezTo>
                    <a:pt x="772" y="741"/>
                    <a:pt x="792" y="748"/>
                    <a:pt x="805" y="760"/>
                  </a:cubicBezTo>
                  <a:cubicBezTo>
                    <a:pt x="818" y="772"/>
                    <a:pt x="824" y="789"/>
                    <a:pt x="824" y="811"/>
                  </a:cubicBezTo>
                  <a:cubicBezTo>
                    <a:pt x="824" y="833"/>
                    <a:pt x="818" y="850"/>
                    <a:pt x="805" y="862"/>
                  </a:cubicBezTo>
                  <a:moveTo>
                    <a:pt x="777" y="304"/>
                  </a:moveTo>
                  <a:cubicBezTo>
                    <a:pt x="794" y="287"/>
                    <a:pt x="816" y="279"/>
                    <a:pt x="844" y="279"/>
                  </a:cubicBezTo>
                  <a:cubicBezTo>
                    <a:pt x="872" y="279"/>
                    <a:pt x="894" y="287"/>
                    <a:pt x="911" y="304"/>
                  </a:cubicBezTo>
                  <a:cubicBezTo>
                    <a:pt x="927" y="319"/>
                    <a:pt x="937" y="338"/>
                    <a:pt x="942" y="360"/>
                  </a:cubicBezTo>
                  <a:cubicBezTo>
                    <a:pt x="747" y="360"/>
                    <a:pt x="747" y="360"/>
                    <a:pt x="747" y="360"/>
                  </a:cubicBezTo>
                  <a:cubicBezTo>
                    <a:pt x="752" y="338"/>
                    <a:pt x="762" y="319"/>
                    <a:pt x="777" y="304"/>
                  </a:cubicBezTo>
                  <a:moveTo>
                    <a:pt x="854" y="741"/>
                  </a:moveTo>
                  <a:cubicBezTo>
                    <a:pt x="854" y="741"/>
                    <a:pt x="796" y="648"/>
                    <a:pt x="629" y="546"/>
                  </a:cubicBezTo>
                  <a:cubicBezTo>
                    <a:pt x="598" y="527"/>
                    <a:pt x="578" y="509"/>
                    <a:pt x="565" y="492"/>
                  </a:cubicBezTo>
                  <a:cubicBezTo>
                    <a:pt x="540" y="455"/>
                    <a:pt x="541" y="386"/>
                    <a:pt x="592" y="386"/>
                  </a:cubicBezTo>
                  <a:cubicBezTo>
                    <a:pt x="651" y="386"/>
                    <a:pt x="703" y="467"/>
                    <a:pt x="703" y="467"/>
                  </a:cubicBezTo>
                  <a:cubicBezTo>
                    <a:pt x="703" y="467"/>
                    <a:pt x="703" y="467"/>
                    <a:pt x="703" y="467"/>
                  </a:cubicBezTo>
                  <a:cubicBezTo>
                    <a:pt x="704" y="469"/>
                    <a:pt x="705" y="471"/>
                    <a:pt x="706" y="473"/>
                  </a:cubicBezTo>
                  <a:cubicBezTo>
                    <a:pt x="719" y="498"/>
                    <a:pt x="738" y="518"/>
                    <a:pt x="762" y="532"/>
                  </a:cubicBezTo>
                  <a:cubicBezTo>
                    <a:pt x="786" y="547"/>
                    <a:pt x="815" y="555"/>
                    <a:pt x="847" y="555"/>
                  </a:cubicBezTo>
                  <a:cubicBezTo>
                    <a:pt x="885" y="555"/>
                    <a:pt x="916" y="545"/>
                    <a:pt x="940" y="527"/>
                  </a:cubicBezTo>
                  <a:cubicBezTo>
                    <a:pt x="964" y="509"/>
                    <a:pt x="982" y="486"/>
                    <a:pt x="993" y="457"/>
                  </a:cubicBezTo>
                  <a:cubicBezTo>
                    <a:pt x="996" y="449"/>
                    <a:pt x="996" y="449"/>
                    <a:pt x="996" y="449"/>
                  </a:cubicBezTo>
                  <a:cubicBezTo>
                    <a:pt x="933" y="449"/>
                    <a:pt x="933" y="449"/>
                    <a:pt x="933" y="449"/>
                  </a:cubicBezTo>
                  <a:cubicBezTo>
                    <a:pt x="932" y="452"/>
                    <a:pt x="932" y="452"/>
                    <a:pt x="932" y="452"/>
                  </a:cubicBezTo>
                  <a:cubicBezTo>
                    <a:pt x="924" y="467"/>
                    <a:pt x="913" y="478"/>
                    <a:pt x="899" y="488"/>
                  </a:cubicBezTo>
                  <a:cubicBezTo>
                    <a:pt x="886" y="496"/>
                    <a:pt x="868" y="501"/>
                    <a:pt x="848" y="501"/>
                  </a:cubicBezTo>
                  <a:cubicBezTo>
                    <a:pt x="828" y="501"/>
                    <a:pt x="811" y="497"/>
                    <a:pt x="796" y="489"/>
                  </a:cubicBezTo>
                  <a:cubicBezTo>
                    <a:pt x="782" y="480"/>
                    <a:pt x="770" y="469"/>
                    <a:pt x="761" y="455"/>
                  </a:cubicBezTo>
                  <a:cubicBezTo>
                    <a:pt x="754" y="443"/>
                    <a:pt x="748" y="429"/>
                    <a:pt x="746" y="414"/>
                  </a:cubicBezTo>
                  <a:cubicBezTo>
                    <a:pt x="1002" y="414"/>
                    <a:pt x="1002" y="414"/>
                    <a:pt x="1002" y="414"/>
                  </a:cubicBezTo>
                  <a:cubicBezTo>
                    <a:pt x="1002" y="390"/>
                    <a:pt x="1002" y="390"/>
                    <a:pt x="1002" y="390"/>
                  </a:cubicBezTo>
                  <a:cubicBezTo>
                    <a:pt x="1002" y="360"/>
                    <a:pt x="996" y="332"/>
                    <a:pt x="983" y="307"/>
                  </a:cubicBezTo>
                  <a:cubicBezTo>
                    <a:pt x="971" y="282"/>
                    <a:pt x="952" y="262"/>
                    <a:pt x="929" y="248"/>
                  </a:cubicBezTo>
                  <a:cubicBezTo>
                    <a:pt x="905" y="233"/>
                    <a:pt x="877" y="225"/>
                    <a:pt x="844" y="225"/>
                  </a:cubicBezTo>
                  <a:cubicBezTo>
                    <a:pt x="812" y="225"/>
                    <a:pt x="783" y="233"/>
                    <a:pt x="760" y="248"/>
                  </a:cubicBezTo>
                  <a:cubicBezTo>
                    <a:pt x="742" y="259"/>
                    <a:pt x="727" y="273"/>
                    <a:pt x="715" y="289"/>
                  </a:cubicBezTo>
                  <a:cubicBezTo>
                    <a:pt x="713" y="292"/>
                    <a:pt x="712" y="294"/>
                    <a:pt x="710" y="298"/>
                  </a:cubicBezTo>
                  <a:cubicBezTo>
                    <a:pt x="710" y="298"/>
                    <a:pt x="709" y="298"/>
                    <a:pt x="709" y="299"/>
                  </a:cubicBezTo>
                  <a:cubicBezTo>
                    <a:pt x="690" y="334"/>
                    <a:pt x="632" y="345"/>
                    <a:pt x="620" y="347"/>
                  </a:cubicBezTo>
                  <a:cubicBezTo>
                    <a:pt x="573" y="358"/>
                    <a:pt x="467" y="329"/>
                    <a:pt x="450" y="284"/>
                  </a:cubicBezTo>
                  <a:cubicBezTo>
                    <a:pt x="446" y="267"/>
                    <a:pt x="454" y="246"/>
                    <a:pt x="480" y="211"/>
                  </a:cubicBezTo>
                  <a:cubicBezTo>
                    <a:pt x="480" y="211"/>
                    <a:pt x="480" y="211"/>
                    <a:pt x="480" y="211"/>
                  </a:cubicBezTo>
                  <a:cubicBezTo>
                    <a:pt x="554" y="135"/>
                    <a:pt x="495" y="0"/>
                    <a:pt x="389" y="3"/>
                  </a:cubicBezTo>
                  <a:cubicBezTo>
                    <a:pt x="279" y="1"/>
                    <a:pt x="222" y="142"/>
                    <a:pt x="303" y="217"/>
                  </a:cubicBezTo>
                  <a:cubicBezTo>
                    <a:pt x="338" y="243"/>
                    <a:pt x="392" y="276"/>
                    <a:pt x="373" y="319"/>
                  </a:cubicBezTo>
                  <a:cubicBezTo>
                    <a:pt x="341" y="399"/>
                    <a:pt x="135" y="369"/>
                    <a:pt x="111" y="254"/>
                  </a:cubicBezTo>
                  <a:cubicBezTo>
                    <a:pt x="91" y="185"/>
                    <a:pt x="0" y="227"/>
                    <a:pt x="35" y="292"/>
                  </a:cubicBezTo>
                  <a:cubicBezTo>
                    <a:pt x="63" y="345"/>
                    <a:pt x="158" y="370"/>
                    <a:pt x="219" y="388"/>
                  </a:cubicBezTo>
                  <a:cubicBezTo>
                    <a:pt x="345" y="425"/>
                    <a:pt x="367" y="441"/>
                    <a:pt x="360" y="492"/>
                  </a:cubicBezTo>
                  <a:cubicBezTo>
                    <a:pt x="358" y="510"/>
                    <a:pt x="336" y="551"/>
                    <a:pt x="285" y="551"/>
                  </a:cubicBezTo>
                  <a:cubicBezTo>
                    <a:pt x="253" y="548"/>
                    <a:pt x="222" y="546"/>
                    <a:pt x="199" y="570"/>
                  </a:cubicBezTo>
                  <a:cubicBezTo>
                    <a:pt x="174" y="595"/>
                    <a:pt x="175" y="640"/>
                    <a:pt x="202" y="664"/>
                  </a:cubicBezTo>
                  <a:cubicBezTo>
                    <a:pt x="230" y="692"/>
                    <a:pt x="281" y="686"/>
                    <a:pt x="302" y="653"/>
                  </a:cubicBezTo>
                  <a:cubicBezTo>
                    <a:pt x="302" y="653"/>
                    <a:pt x="303" y="652"/>
                    <a:pt x="303" y="652"/>
                  </a:cubicBezTo>
                  <a:cubicBezTo>
                    <a:pt x="303" y="652"/>
                    <a:pt x="303" y="651"/>
                    <a:pt x="304" y="651"/>
                  </a:cubicBezTo>
                  <a:cubicBezTo>
                    <a:pt x="324" y="618"/>
                    <a:pt x="319" y="601"/>
                    <a:pt x="364" y="565"/>
                  </a:cubicBezTo>
                  <a:cubicBezTo>
                    <a:pt x="399" y="537"/>
                    <a:pt x="521" y="519"/>
                    <a:pt x="622" y="567"/>
                  </a:cubicBezTo>
                  <a:cubicBezTo>
                    <a:pt x="724" y="616"/>
                    <a:pt x="746" y="694"/>
                    <a:pt x="674" y="694"/>
                  </a:cubicBezTo>
                  <a:cubicBezTo>
                    <a:pt x="674" y="694"/>
                    <a:pt x="674" y="694"/>
                    <a:pt x="674" y="694"/>
                  </a:cubicBezTo>
                  <a:cubicBezTo>
                    <a:pt x="588" y="694"/>
                    <a:pt x="588" y="694"/>
                    <a:pt x="588" y="694"/>
                  </a:cubicBezTo>
                  <a:cubicBezTo>
                    <a:pt x="588" y="1051"/>
                    <a:pt x="588" y="1051"/>
                    <a:pt x="588" y="1051"/>
                  </a:cubicBezTo>
                  <a:cubicBezTo>
                    <a:pt x="638" y="1051"/>
                    <a:pt x="638" y="1051"/>
                    <a:pt x="638" y="1051"/>
                  </a:cubicBezTo>
                  <a:cubicBezTo>
                    <a:pt x="638" y="927"/>
                    <a:pt x="638" y="927"/>
                    <a:pt x="638" y="927"/>
                  </a:cubicBezTo>
                  <a:cubicBezTo>
                    <a:pt x="749" y="927"/>
                    <a:pt x="749" y="927"/>
                    <a:pt x="749" y="927"/>
                  </a:cubicBezTo>
                  <a:cubicBezTo>
                    <a:pt x="787" y="927"/>
                    <a:pt x="818" y="917"/>
                    <a:pt x="840" y="896"/>
                  </a:cubicBezTo>
                  <a:cubicBezTo>
                    <a:pt x="862" y="875"/>
                    <a:pt x="874" y="846"/>
                    <a:pt x="874" y="811"/>
                  </a:cubicBezTo>
                  <a:cubicBezTo>
                    <a:pt x="874" y="783"/>
                    <a:pt x="867" y="760"/>
                    <a:pt x="854" y="74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dirty="0"/>
            </a:p>
          </p:txBody>
        </p:sp>
      </p:grpSp>
    </p:spTree>
    <p:extLst>
      <p:ext uri="{BB962C8B-B14F-4D97-AF65-F5344CB8AC3E}">
        <p14:creationId xmlns:p14="http://schemas.microsoft.com/office/powerpoint/2010/main" val="2906752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0FCA3E5C-A906-4C23-8871-8AEB2971DD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CE87D8A4-6347-4D32-9A1C-FE3AC352506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1000" y="1096623"/>
            <a:ext cx="11425238" cy="461665"/>
          </a:xfrm>
        </p:spPr>
        <p:txBody>
          <a:bodyPr/>
          <a:lstStyle>
            <a:lvl1pPr>
              <a:defRPr sz="3000" b="0" u="none"/>
            </a:lvl1pPr>
            <a:lvl2pPr>
              <a:defRPr sz="3000" b="0" u="none"/>
            </a:lvl2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1" name="Espace réservé du texte 9">
            <a:extLst>
              <a:ext uri="{FF2B5EF4-FFF2-40B4-BE49-F238E27FC236}">
                <a16:creationId xmlns:a16="http://schemas.microsoft.com/office/drawing/2014/main" id="{092CE7C9-A41B-47BC-BD78-ACF9CB816F0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695449" y="2097996"/>
            <a:ext cx="7200000" cy="738664"/>
          </a:xfrm>
        </p:spPr>
        <p:txBody>
          <a:bodyPr/>
          <a:lstStyle>
            <a:lvl1pPr marL="231775" indent="-231775">
              <a:spcBef>
                <a:spcPts val="8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400" b="0" u="none">
                <a:solidFill>
                  <a:schemeClr val="tx1"/>
                </a:solidFill>
              </a:defRPr>
            </a:lvl1pPr>
            <a:lvl2pPr marL="0" indent="0">
              <a:buClr>
                <a:schemeClr val="accent1"/>
              </a:buClr>
              <a:buFont typeface="Arial" panose="020B0604020202020204" pitchFamily="34" charset="0"/>
              <a:buNone/>
              <a:defRPr sz="2400" b="0" u="none">
                <a:solidFill>
                  <a:schemeClr val="tx1"/>
                </a:solidFill>
              </a:defRPr>
            </a:lvl2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4B96AC18-FDBF-4BF3-B770-A92648AB2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D1BE4-CD17-43AC-A077-88CD7C37981B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6" name="Espace réservé du texte 9">
            <a:extLst>
              <a:ext uri="{FF2B5EF4-FFF2-40B4-BE49-F238E27FC236}">
                <a16:creationId xmlns:a16="http://schemas.microsoft.com/office/drawing/2014/main" id="{66E4C82F-787A-4545-8C23-A840850B921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93619" y="6235004"/>
            <a:ext cx="7200000" cy="276999"/>
          </a:xfrm>
        </p:spPr>
        <p:txBody>
          <a:bodyPr/>
          <a:lstStyle>
            <a:lvl1pPr algn="ctr">
              <a:defRPr sz="1800" b="0" u="none"/>
            </a:lvl1pPr>
          </a:lstStyle>
          <a:p>
            <a:pPr lvl="0"/>
            <a:r>
              <a:rPr lang="fr-FR" dirty="0"/>
              <a:t>Titre de la présentation</a:t>
            </a:r>
          </a:p>
        </p:txBody>
      </p:sp>
      <p:grpSp>
        <p:nvGrpSpPr>
          <p:cNvPr id="24" name="Groupe 23">
            <a:extLst>
              <a:ext uri="{FF2B5EF4-FFF2-40B4-BE49-F238E27FC236}">
                <a16:creationId xmlns:a16="http://schemas.microsoft.com/office/drawing/2014/main" id="{6976486B-1B38-46E5-B97D-AC4547D6B057}"/>
              </a:ext>
            </a:extLst>
          </p:cNvPr>
          <p:cNvGrpSpPr/>
          <p:nvPr userDrawn="1"/>
        </p:nvGrpSpPr>
        <p:grpSpPr>
          <a:xfrm>
            <a:off x="10795808" y="5852159"/>
            <a:ext cx="1012811" cy="635105"/>
            <a:chOff x="2647950" y="1270000"/>
            <a:chExt cx="6896100" cy="4324351"/>
          </a:xfrm>
          <a:solidFill>
            <a:schemeClr val="accent1"/>
          </a:solidFill>
        </p:grpSpPr>
        <p:sp>
          <p:nvSpPr>
            <p:cNvPr id="25" name="Freeform 5">
              <a:extLst>
                <a:ext uri="{FF2B5EF4-FFF2-40B4-BE49-F238E27FC236}">
                  <a16:creationId xmlns:a16="http://schemas.microsoft.com/office/drawing/2014/main" id="{12540BA9-F841-4512-B74F-CFF1B6E4000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026275" y="2463800"/>
              <a:ext cx="1190625" cy="1244600"/>
            </a:xfrm>
            <a:custGeom>
              <a:avLst/>
              <a:gdLst>
                <a:gd name="T0" fmla="*/ 249 w 316"/>
                <a:gd name="T1" fmla="*/ 221 h 330"/>
                <a:gd name="T2" fmla="*/ 215 w 316"/>
                <a:gd name="T3" fmla="*/ 261 h 330"/>
                <a:gd name="T4" fmla="*/ 160 w 316"/>
                <a:gd name="T5" fmla="*/ 276 h 330"/>
                <a:gd name="T6" fmla="*/ 105 w 316"/>
                <a:gd name="T7" fmla="*/ 261 h 330"/>
                <a:gd name="T8" fmla="*/ 70 w 316"/>
                <a:gd name="T9" fmla="*/ 221 h 330"/>
                <a:gd name="T10" fmla="*/ 57 w 316"/>
                <a:gd name="T11" fmla="*/ 165 h 330"/>
                <a:gd name="T12" fmla="*/ 70 w 316"/>
                <a:gd name="T13" fmla="*/ 109 h 330"/>
                <a:gd name="T14" fmla="*/ 105 w 316"/>
                <a:gd name="T15" fmla="*/ 69 h 330"/>
                <a:gd name="T16" fmla="*/ 160 w 316"/>
                <a:gd name="T17" fmla="*/ 54 h 330"/>
                <a:gd name="T18" fmla="*/ 215 w 316"/>
                <a:gd name="T19" fmla="*/ 69 h 330"/>
                <a:gd name="T20" fmla="*/ 249 w 316"/>
                <a:gd name="T21" fmla="*/ 109 h 330"/>
                <a:gd name="T22" fmla="*/ 261 w 316"/>
                <a:gd name="T23" fmla="*/ 165 h 330"/>
                <a:gd name="T24" fmla="*/ 249 w 316"/>
                <a:gd name="T25" fmla="*/ 221 h 330"/>
                <a:gd name="T26" fmla="*/ 258 w 316"/>
                <a:gd name="T27" fmla="*/ 44 h 330"/>
                <a:gd name="T28" fmla="*/ 223 w 316"/>
                <a:gd name="T29" fmla="*/ 16 h 330"/>
                <a:gd name="T30" fmla="*/ 154 w 316"/>
                <a:gd name="T31" fmla="*/ 0 h 330"/>
                <a:gd name="T32" fmla="*/ 73 w 316"/>
                <a:gd name="T33" fmla="*/ 23 h 330"/>
                <a:gd name="T34" fmla="*/ 19 w 316"/>
                <a:gd name="T35" fmla="*/ 82 h 330"/>
                <a:gd name="T36" fmla="*/ 0 w 316"/>
                <a:gd name="T37" fmla="*/ 165 h 330"/>
                <a:gd name="T38" fmla="*/ 19 w 316"/>
                <a:gd name="T39" fmla="*/ 248 h 330"/>
                <a:gd name="T40" fmla="*/ 73 w 316"/>
                <a:gd name="T41" fmla="*/ 307 h 330"/>
                <a:gd name="T42" fmla="*/ 154 w 316"/>
                <a:gd name="T43" fmla="*/ 330 h 330"/>
                <a:gd name="T44" fmla="*/ 223 w 316"/>
                <a:gd name="T45" fmla="*/ 314 h 330"/>
                <a:gd name="T46" fmla="*/ 258 w 316"/>
                <a:gd name="T47" fmla="*/ 286 h 330"/>
                <a:gd name="T48" fmla="*/ 258 w 316"/>
                <a:gd name="T49" fmla="*/ 325 h 330"/>
                <a:gd name="T50" fmla="*/ 316 w 316"/>
                <a:gd name="T51" fmla="*/ 325 h 330"/>
                <a:gd name="T52" fmla="*/ 316 w 316"/>
                <a:gd name="T53" fmla="*/ 5 h 330"/>
                <a:gd name="T54" fmla="*/ 258 w 316"/>
                <a:gd name="T55" fmla="*/ 5 h 330"/>
                <a:gd name="T56" fmla="*/ 258 w 316"/>
                <a:gd name="T57" fmla="*/ 44 h 3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316" h="330">
                  <a:moveTo>
                    <a:pt x="249" y="221"/>
                  </a:moveTo>
                  <a:cubicBezTo>
                    <a:pt x="241" y="237"/>
                    <a:pt x="230" y="251"/>
                    <a:pt x="215" y="261"/>
                  </a:cubicBezTo>
                  <a:cubicBezTo>
                    <a:pt x="201" y="271"/>
                    <a:pt x="182" y="276"/>
                    <a:pt x="160" y="276"/>
                  </a:cubicBezTo>
                  <a:cubicBezTo>
                    <a:pt x="139" y="276"/>
                    <a:pt x="120" y="271"/>
                    <a:pt x="105" y="261"/>
                  </a:cubicBezTo>
                  <a:cubicBezTo>
                    <a:pt x="90" y="251"/>
                    <a:pt x="78" y="237"/>
                    <a:pt x="70" y="221"/>
                  </a:cubicBezTo>
                  <a:cubicBezTo>
                    <a:pt x="62" y="204"/>
                    <a:pt x="57" y="185"/>
                    <a:pt x="57" y="165"/>
                  </a:cubicBezTo>
                  <a:cubicBezTo>
                    <a:pt x="57" y="145"/>
                    <a:pt x="61" y="126"/>
                    <a:pt x="70" y="109"/>
                  </a:cubicBezTo>
                  <a:cubicBezTo>
                    <a:pt x="78" y="93"/>
                    <a:pt x="90" y="79"/>
                    <a:pt x="105" y="69"/>
                  </a:cubicBezTo>
                  <a:cubicBezTo>
                    <a:pt x="121" y="59"/>
                    <a:pt x="139" y="54"/>
                    <a:pt x="160" y="54"/>
                  </a:cubicBezTo>
                  <a:cubicBezTo>
                    <a:pt x="182" y="54"/>
                    <a:pt x="201" y="59"/>
                    <a:pt x="215" y="69"/>
                  </a:cubicBezTo>
                  <a:cubicBezTo>
                    <a:pt x="230" y="79"/>
                    <a:pt x="241" y="92"/>
                    <a:pt x="249" y="109"/>
                  </a:cubicBezTo>
                  <a:cubicBezTo>
                    <a:pt x="257" y="126"/>
                    <a:pt x="261" y="145"/>
                    <a:pt x="261" y="165"/>
                  </a:cubicBezTo>
                  <a:cubicBezTo>
                    <a:pt x="261" y="185"/>
                    <a:pt x="257" y="204"/>
                    <a:pt x="249" y="221"/>
                  </a:cubicBezTo>
                  <a:moveTo>
                    <a:pt x="258" y="44"/>
                  </a:moveTo>
                  <a:cubicBezTo>
                    <a:pt x="248" y="33"/>
                    <a:pt x="236" y="23"/>
                    <a:pt x="223" y="16"/>
                  </a:cubicBezTo>
                  <a:cubicBezTo>
                    <a:pt x="204" y="6"/>
                    <a:pt x="181" y="0"/>
                    <a:pt x="154" y="0"/>
                  </a:cubicBezTo>
                  <a:cubicBezTo>
                    <a:pt x="123" y="0"/>
                    <a:pt x="96" y="8"/>
                    <a:pt x="73" y="23"/>
                  </a:cubicBezTo>
                  <a:cubicBezTo>
                    <a:pt x="50" y="37"/>
                    <a:pt x="31" y="57"/>
                    <a:pt x="19" y="82"/>
                  </a:cubicBezTo>
                  <a:cubicBezTo>
                    <a:pt x="6" y="107"/>
                    <a:pt x="0" y="135"/>
                    <a:pt x="0" y="165"/>
                  </a:cubicBezTo>
                  <a:cubicBezTo>
                    <a:pt x="0" y="195"/>
                    <a:pt x="6" y="223"/>
                    <a:pt x="19" y="248"/>
                  </a:cubicBezTo>
                  <a:cubicBezTo>
                    <a:pt x="31" y="273"/>
                    <a:pt x="50" y="293"/>
                    <a:pt x="73" y="307"/>
                  </a:cubicBezTo>
                  <a:cubicBezTo>
                    <a:pt x="96" y="322"/>
                    <a:pt x="123" y="330"/>
                    <a:pt x="154" y="330"/>
                  </a:cubicBezTo>
                  <a:cubicBezTo>
                    <a:pt x="181" y="330"/>
                    <a:pt x="204" y="324"/>
                    <a:pt x="223" y="314"/>
                  </a:cubicBezTo>
                  <a:cubicBezTo>
                    <a:pt x="236" y="307"/>
                    <a:pt x="248" y="297"/>
                    <a:pt x="258" y="286"/>
                  </a:cubicBezTo>
                  <a:cubicBezTo>
                    <a:pt x="258" y="325"/>
                    <a:pt x="258" y="325"/>
                    <a:pt x="258" y="325"/>
                  </a:cubicBezTo>
                  <a:cubicBezTo>
                    <a:pt x="316" y="325"/>
                    <a:pt x="316" y="325"/>
                    <a:pt x="316" y="325"/>
                  </a:cubicBezTo>
                  <a:cubicBezTo>
                    <a:pt x="316" y="5"/>
                    <a:pt x="316" y="5"/>
                    <a:pt x="316" y="5"/>
                  </a:cubicBezTo>
                  <a:cubicBezTo>
                    <a:pt x="258" y="5"/>
                    <a:pt x="258" y="5"/>
                    <a:pt x="258" y="5"/>
                  </a:cubicBezTo>
                  <a:lnTo>
                    <a:pt x="258" y="4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6" name="Freeform 6">
              <a:extLst>
                <a:ext uri="{FF2B5EF4-FFF2-40B4-BE49-F238E27FC236}">
                  <a16:creationId xmlns:a16="http://schemas.microsoft.com/office/drawing/2014/main" id="{99CE1A30-F6F3-4303-BFEA-747E861400F5}"/>
                </a:ext>
              </a:extLst>
            </p:cNvPr>
            <p:cNvSpPr>
              <a:spLocks/>
            </p:cNvSpPr>
            <p:nvPr/>
          </p:nvSpPr>
          <p:spPr bwMode="auto">
            <a:xfrm>
              <a:off x="8466138" y="2481263"/>
              <a:ext cx="1066800" cy="1227138"/>
            </a:xfrm>
            <a:custGeom>
              <a:avLst/>
              <a:gdLst>
                <a:gd name="T0" fmla="*/ 128 w 283"/>
                <a:gd name="T1" fmla="*/ 325 h 325"/>
                <a:gd name="T2" fmla="*/ 193 w 283"/>
                <a:gd name="T3" fmla="*/ 308 h 325"/>
                <a:gd name="T4" fmla="*/ 225 w 283"/>
                <a:gd name="T5" fmla="*/ 282 h 325"/>
                <a:gd name="T6" fmla="*/ 225 w 283"/>
                <a:gd name="T7" fmla="*/ 320 h 325"/>
                <a:gd name="T8" fmla="*/ 283 w 283"/>
                <a:gd name="T9" fmla="*/ 320 h 325"/>
                <a:gd name="T10" fmla="*/ 283 w 283"/>
                <a:gd name="T11" fmla="*/ 0 h 325"/>
                <a:gd name="T12" fmla="*/ 225 w 283"/>
                <a:gd name="T13" fmla="*/ 0 h 325"/>
                <a:gd name="T14" fmla="*/ 225 w 283"/>
                <a:gd name="T15" fmla="*/ 183 h 325"/>
                <a:gd name="T16" fmla="*/ 213 w 283"/>
                <a:gd name="T17" fmla="*/ 229 h 325"/>
                <a:gd name="T18" fmla="*/ 181 w 283"/>
                <a:gd name="T19" fmla="*/ 260 h 325"/>
                <a:gd name="T20" fmla="*/ 138 w 283"/>
                <a:gd name="T21" fmla="*/ 271 h 325"/>
                <a:gd name="T22" fmla="*/ 80 w 283"/>
                <a:gd name="T23" fmla="*/ 247 h 325"/>
                <a:gd name="T24" fmla="*/ 57 w 283"/>
                <a:gd name="T25" fmla="*/ 184 h 325"/>
                <a:gd name="T26" fmla="*/ 57 w 283"/>
                <a:gd name="T27" fmla="*/ 0 h 325"/>
                <a:gd name="T28" fmla="*/ 0 w 283"/>
                <a:gd name="T29" fmla="*/ 0 h 325"/>
                <a:gd name="T30" fmla="*/ 0 w 283"/>
                <a:gd name="T31" fmla="*/ 185 h 325"/>
                <a:gd name="T32" fmla="*/ 18 w 283"/>
                <a:gd name="T33" fmla="*/ 262 h 325"/>
                <a:gd name="T34" fmla="*/ 66 w 283"/>
                <a:gd name="T35" fmla="*/ 309 h 325"/>
                <a:gd name="T36" fmla="*/ 128 w 283"/>
                <a:gd name="T37" fmla="*/ 325 h 3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83" h="325">
                  <a:moveTo>
                    <a:pt x="128" y="325"/>
                  </a:moveTo>
                  <a:cubicBezTo>
                    <a:pt x="154" y="325"/>
                    <a:pt x="176" y="319"/>
                    <a:pt x="193" y="308"/>
                  </a:cubicBezTo>
                  <a:cubicBezTo>
                    <a:pt x="205" y="301"/>
                    <a:pt x="215" y="292"/>
                    <a:pt x="225" y="282"/>
                  </a:cubicBezTo>
                  <a:cubicBezTo>
                    <a:pt x="225" y="320"/>
                    <a:pt x="225" y="320"/>
                    <a:pt x="225" y="320"/>
                  </a:cubicBezTo>
                  <a:cubicBezTo>
                    <a:pt x="283" y="320"/>
                    <a:pt x="283" y="320"/>
                    <a:pt x="283" y="320"/>
                  </a:cubicBezTo>
                  <a:cubicBezTo>
                    <a:pt x="283" y="0"/>
                    <a:pt x="283" y="0"/>
                    <a:pt x="283" y="0"/>
                  </a:cubicBezTo>
                  <a:cubicBezTo>
                    <a:pt x="225" y="0"/>
                    <a:pt x="225" y="0"/>
                    <a:pt x="225" y="0"/>
                  </a:cubicBezTo>
                  <a:cubicBezTo>
                    <a:pt x="225" y="183"/>
                    <a:pt x="225" y="183"/>
                    <a:pt x="225" y="183"/>
                  </a:cubicBezTo>
                  <a:cubicBezTo>
                    <a:pt x="225" y="201"/>
                    <a:pt x="221" y="216"/>
                    <a:pt x="213" y="229"/>
                  </a:cubicBezTo>
                  <a:cubicBezTo>
                    <a:pt x="205" y="242"/>
                    <a:pt x="195" y="252"/>
                    <a:pt x="181" y="260"/>
                  </a:cubicBezTo>
                  <a:cubicBezTo>
                    <a:pt x="169" y="267"/>
                    <a:pt x="154" y="271"/>
                    <a:pt x="138" y="271"/>
                  </a:cubicBezTo>
                  <a:cubicBezTo>
                    <a:pt x="114" y="271"/>
                    <a:pt x="95" y="263"/>
                    <a:pt x="80" y="247"/>
                  </a:cubicBezTo>
                  <a:cubicBezTo>
                    <a:pt x="65" y="232"/>
                    <a:pt x="57" y="210"/>
                    <a:pt x="57" y="184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85"/>
                    <a:pt x="0" y="185"/>
                    <a:pt x="0" y="185"/>
                  </a:cubicBezTo>
                  <a:cubicBezTo>
                    <a:pt x="0" y="215"/>
                    <a:pt x="6" y="241"/>
                    <a:pt x="18" y="262"/>
                  </a:cubicBezTo>
                  <a:cubicBezTo>
                    <a:pt x="30" y="282"/>
                    <a:pt x="46" y="298"/>
                    <a:pt x="66" y="309"/>
                  </a:cubicBezTo>
                  <a:cubicBezTo>
                    <a:pt x="86" y="319"/>
                    <a:pt x="107" y="325"/>
                    <a:pt x="128" y="325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7" name="Freeform 7">
              <a:extLst>
                <a:ext uri="{FF2B5EF4-FFF2-40B4-BE49-F238E27FC236}">
                  <a16:creationId xmlns:a16="http://schemas.microsoft.com/office/drawing/2014/main" id="{15FABEFE-C3DD-48A7-9F73-442D4CAA755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47950" y="4157663"/>
              <a:ext cx="1017588" cy="1436688"/>
            </a:xfrm>
            <a:custGeom>
              <a:avLst/>
              <a:gdLst>
                <a:gd name="T0" fmla="*/ 213 w 270"/>
                <a:gd name="T1" fmla="*/ 288 h 381"/>
                <a:gd name="T2" fmla="*/ 184 w 270"/>
                <a:gd name="T3" fmla="*/ 323 h 381"/>
                <a:gd name="T4" fmla="*/ 137 w 270"/>
                <a:gd name="T5" fmla="*/ 335 h 381"/>
                <a:gd name="T6" fmla="*/ 90 w 270"/>
                <a:gd name="T7" fmla="*/ 323 h 381"/>
                <a:gd name="T8" fmla="*/ 60 w 270"/>
                <a:gd name="T9" fmla="*/ 288 h 381"/>
                <a:gd name="T10" fmla="*/ 49 w 270"/>
                <a:gd name="T11" fmla="*/ 241 h 381"/>
                <a:gd name="T12" fmla="*/ 60 w 270"/>
                <a:gd name="T13" fmla="*/ 193 h 381"/>
                <a:gd name="T14" fmla="*/ 90 w 270"/>
                <a:gd name="T15" fmla="*/ 159 h 381"/>
                <a:gd name="T16" fmla="*/ 137 w 270"/>
                <a:gd name="T17" fmla="*/ 146 h 381"/>
                <a:gd name="T18" fmla="*/ 184 w 270"/>
                <a:gd name="T19" fmla="*/ 159 h 381"/>
                <a:gd name="T20" fmla="*/ 213 w 270"/>
                <a:gd name="T21" fmla="*/ 193 h 381"/>
                <a:gd name="T22" fmla="*/ 223 w 270"/>
                <a:gd name="T23" fmla="*/ 241 h 381"/>
                <a:gd name="T24" fmla="*/ 213 w 270"/>
                <a:gd name="T25" fmla="*/ 288 h 381"/>
                <a:gd name="T26" fmla="*/ 221 w 270"/>
                <a:gd name="T27" fmla="*/ 138 h 381"/>
                <a:gd name="T28" fmla="*/ 190 w 270"/>
                <a:gd name="T29" fmla="*/ 114 h 381"/>
                <a:gd name="T30" fmla="*/ 132 w 270"/>
                <a:gd name="T31" fmla="*/ 101 h 381"/>
                <a:gd name="T32" fmla="*/ 62 w 270"/>
                <a:gd name="T33" fmla="*/ 120 h 381"/>
                <a:gd name="T34" fmla="*/ 16 w 270"/>
                <a:gd name="T35" fmla="*/ 170 h 381"/>
                <a:gd name="T36" fmla="*/ 0 w 270"/>
                <a:gd name="T37" fmla="*/ 241 h 381"/>
                <a:gd name="T38" fmla="*/ 16 w 270"/>
                <a:gd name="T39" fmla="*/ 311 h 381"/>
                <a:gd name="T40" fmla="*/ 62 w 270"/>
                <a:gd name="T41" fmla="*/ 362 h 381"/>
                <a:gd name="T42" fmla="*/ 132 w 270"/>
                <a:gd name="T43" fmla="*/ 381 h 381"/>
                <a:gd name="T44" fmla="*/ 190 w 270"/>
                <a:gd name="T45" fmla="*/ 368 h 381"/>
                <a:gd name="T46" fmla="*/ 221 w 270"/>
                <a:gd name="T47" fmla="*/ 344 h 381"/>
                <a:gd name="T48" fmla="*/ 221 w 270"/>
                <a:gd name="T49" fmla="*/ 377 h 381"/>
                <a:gd name="T50" fmla="*/ 270 w 270"/>
                <a:gd name="T51" fmla="*/ 377 h 381"/>
                <a:gd name="T52" fmla="*/ 270 w 270"/>
                <a:gd name="T53" fmla="*/ 0 h 381"/>
                <a:gd name="T54" fmla="*/ 221 w 270"/>
                <a:gd name="T55" fmla="*/ 0 h 381"/>
                <a:gd name="T56" fmla="*/ 221 w 270"/>
                <a:gd name="T57" fmla="*/ 138 h 3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70" h="381">
                  <a:moveTo>
                    <a:pt x="213" y="288"/>
                  </a:moveTo>
                  <a:cubicBezTo>
                    <a:pt x="206" y="303"/>
                    <a:pt x="196" y="314"/>
                    <a:pt x="184" y="323"/>
                  </a:cubicBezTo>
                  <a:cubicBezTo>
                    <a:pt x="171" y="331"/>
                    <a:pt x="156" y="335"/>
                    <a:pt x="137" y="335"/>
                  </a:cubicBezTo>
                  <a:cubicBezTo>
                    <a:pt x="119" y="335"/>
                    <a:pt x="103" y="331"/>
                    <a:pt x="90" y="323"/>
                  </a:cubicBezTo>
                  <a:cubicBezTo>
                    <a:pt x="77" y="314"/>
                    <a:pt x="67" y="303"/>
                    <a:pt x="60" y="288"/>
                  </a:cubicBezTo>
                  <a:cubicBezTo>
                    <a:pt x="53" y="274"/>
                    <a:pt x="49" y="258"/>
                    <a:pt x="49" y="241"/>
                  </a:cubicBezTo>
                  <a:cubicBezTo>
                    <a:pt x="49" y="224"/>
                    <a:pt x="53" y="208"/>
                    <a:pt x="60" y="193"/>
                  </a:cubicBezTo>
                  <a:cubicBezTo>
                    <a:pt x="67" y="179"/>
                    <a:pt x="77" y="168"/>
                    <a:pt x="90" y="159"/>
                  </a:cubicBezTo>
                  <a:cubicBezTo>
                    <a:pt x="103" y="151"/>
                    <a:pt x="119" y="146"/>
                    <a:pt x="137" y="146"/>
                  </a:cubicBezTo>
                  <a:cubicBezTo>
                    <a:pt x="156" y="146"/>
                    <a:pt x="171" y="151"/>
                    <a:pt x="184" y="159"/>
                  </a:cubicBezTo>
                  <a:cubicBezTo>
                    <a:pt x="196" y="168"/>
                    <a:pt x="206" y="179"/>
                    <a:pt x="213" y="193"/>
                  </a:cubicBezTo>
                  <a:cubicBezTo>
                    <a:pt x="219" y="208"/>
                    <a:pt x="223" y="224"/>
                    <a:pt x="223" y="241"/>
                  </a:cubicBezTo>
                  <a:cubicBezTo>
                    <a:pt x="223" y="258"/>
                    <a:pt x="219" y="274"/>
                    <a:pt x="213" y="288"/>
                  </a:cubicBezTo>
                  <a:moveTo>
                    <a:pt x="221" y="138"/>
                  </a:moveTo>
                  <a:cubicBezTo>
                    <a:pt x="212" y="128"/>
                    <a:pt x="202" y="120"/>
                    <a:pt x="190" y="114"/>
                  </a:cubicBezTo>
                  <a:cubicBezTo>
                    <a:pt x="174" y="105"/>
                    <a:pt x="154" y="101"/>
                    <a:pt x="132" y="101"/>
                  </a:cubicBezTo>
                  <a:cubicBezTo>
                    <a:pt x="106" y="101"/>
                    <a:pt x="82" y="107"/>
                    <a:pt x="62" y="120"/>
                  </a:cubicBezTo>
                  <a:cubicBezTo>
                    <a:pt x="43" y="132"/>
                    <a:pt x="27" y="149"/>
                    <a:pt x="16" y="170"/>
                  </a:cubicBezTo>
                  <a:cubicBezTo>
                    <a:pt x="6" y="191"/>
                    <a:pt x="0" y="215"/>
                    <a:pt x="0" y="241"/>
                  </a:cubicBezTo>
                  <a:cubicBezTo>
                    <a:pt x="0" y="266"/>
                    <a:pt x="6" y="290"/>
                    <a:pt x="16" y="311"/>
                  </a:cubicBezTo>
                  <a:cubicBezTo>
                    <a:pt x="27" y="333"/>
                    <a:pt x="43" y="350"/>
                    <a:pt x="62" y="362"/>
                  </a:cubicBezTo>
                  <a:cubicBezTo>
                    <a:pt x="82" y="375"/>
                    <a:pt x="106" y="381"/>
                    <a:pt x="132" y="381"/>
                  </a:cubicBezTo>
                  <a:cubicBezTo>
                    <a:pt x="154" y="381"/>
                    <a:pt x="174" y="377"/>
                    <a:pt x="190" y="368"/>
                  </a:cubicBezTo>
                  <a:cubicBezTo>
                    <a:pt x="202" y="361"/>
                    <a:pt x="212" y="354"/>
                    <a:pt x="221" y="344"/>
                  </a:cubicBezTo>
                  <a:cubicBezTo>
                    <a:pt x="221" y="377"/>
                    <a:pt x="221" y="377"/>
                    <a:pt x="221" y="377"/>
                  </a:cubicBezTo>
                  <a:cubicBezTo>
                    <a:pt x="270" y="377"/>
                    <a:pt x="270" y="377"/>
                    <a:pt x="270" y="377"/>
                  </a:cubicBezTo>
                  <a:cubicBezTo>
                    <a:pt x="270" y="0"/>
                    <a:pt x="270" y="0"/>
                    <a:pt x="270" y="0"/>
                  </a:cubicBezTo>
                  <a:cubicBezTo>
                    <a:pt x="221" y="0"/>
                    <a:pt x="221" y="0"/>
                    <a:pt x="221" y="0"/>
                  </a:cubicBezTo>
                  <a:lnTo>
                    <a:pt x="221" y="13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8" name="Freeform 8">
              <a:extLst>
                <a:ext uri="{FF2B5EF4-FFF2-40B4-BE49-F238E27FC236}">
                  <a16:creationId xmlns:a16="http://schemas.microsoft.com/office/drawing/2014/main" id="{9327751B-9B12-4A7A-BCF9-6C305CC520A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81425" y="4538663"/>
              <a:ext cx="1017588" cy="1055688"/>
            </a:xfrm>
            <a:custGeom>
              <a:avLst/>
              <a:gdLst>
                <a:gd name="T0" fmla="*/ 52 w 270"/>
                <a:gd name="T1" fmla="*/ 114 h 280"/>
                <a:gd name="T2" fmla="*/ 78 w 270"/>
                <a:gd name="T3" fmla="*/ 66 h 280"/>
                <a:gd name="T4" fmla="*/ 135 w 270"/>
                <a:gd name="T5" fmla="*/ 45 h 280"/>
                <a:gd name="T6" fmla="*/ 192 w 270"/>
                <a:gd name="T7" fmla="*/ 66 h 280"/>
                <a:gd name="T8" fmla="*/ 218 w 270"/>
                <a:gd name="T9" fmla="*/ 114 h 280"/>
                <a:gd name="T10" fmla="*/ 52 w 270"/>
                <a:gd name="T11" fmla="*/ 114 h 280"/>
                <a:gd name="T12" fmla="*/ 207 w 270"/>
                <a:gd name="T13" fmla="*/ 19 h 280"/>
                <a:gd name="T14" fmla="*/ 135 w 270"/>
                <a:gd name="T15" fmla="*/ 0 h 280"/>
                <a:gd name="T16" fmla="*/ 63 w 270"/>
                <a:gd name="T17" fmla="*/ 19 h 280"/>
                <a:gd name="T18" fmla="*/ 17 w 270"/>
                <a:gd name="T19" fmla="*/ 69 h 280"/>
                <a:gd name="T20" fmla="*/ 0 w 270"/>
                <a:gd name="T21" fmla="*/ 140 h 280"/>
                <a:gd name="T22" fmla="*/ 17 w 270"/>
                <a:gd name="T23" fmla="*/ 210 h 280"/>
                <a:gd name="T24" fmla="*/ 66 w 270"/>
                <a:gd name="T25" fmla="*/ 261 h 280"/>
                <a:gd name="T26" fmla="*/ 138 w 270"/>
                <a:gd name="T27" fmla="*/ 280 h 280"/>
                <a:gd name="T28" fmla="*/ 217 w 270"/>
                <a:gd name="T29" fmla="*/ 257 h 280"/>
                <a:gd name="T30" fmla="*/ 262 w 270"/>
                <a:gd name="T31" fmla="*/ 197 h 280"/>
                <a:gd name="T32" fmla="*/ 265 w 270"/>
                <a:gd name="T33" fmla="*/ 190 h 280"/>
                <a:gd name="T34" fmla="*/ 211 w 270"/>
                <a:gd name="T35" fmla="*/ 190 h 280"/>
                <a:gd name="T36" fmla="*/ 210 w 270"/>
                <a:gd name="T37" fmla="*/ 193 h 280"/>
                <a:gd name="T38" fmla="*/ 182 w 270"/>
                <a:gd name="T39" fmla="*/ 223 h 280"/>
                <a:gd name="T40" fmla="*/ 138 w 270"/>
                <a:gd name="T41" fmla="*/ 234 h 280"/>
                <a:gd name="T42" fmla="*/ 95 w 270"/>
                <a:gd name="T43" fmla="*/ 224 h 280"/>
                <a:gd name="T44" fmla="*/ 65 w 270"/>
                <a:gd name="T45" fmla="*/ 195 h 280"/>
                <a:gd name="T46" fmla="*/ 52 w 270"/>
                <a:gd name="T47" fmla="*/ 161 h 280"/>
                <a:gd name="T48" fmla="*/ 270 w 270"/>
                <a:gd name="T49" fmla="*/ 161 h 280"/>
                <a:gd name="T50" fmla="*/ 270 w 270"/>
                <a:gd name="T51" fmla="*/ 140 h 280"/>
                <a:gd name="T52" fmla="*/ 254 w 270"/>
                <a:gd name="T53" fmla="*/ 69 h 280"/>
                <a:gd name="T54" fmla="*/ 207 w 270"/>
                <a:gd name="T55" fmla="*/ 19 h 2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270" h="280">
                  <a:moveTo>
                    <a:pt x="52" y="114"/>
                  </a:moveTo>
                  <a:cubicBezTo>
                    <a:pt x="56" y="95"/>
                    <a:pt x="65" y="79"/>
                    <a:pt x="78" y="66"/>
                  </a:cubicBezTo>
                  <a:cubicBezTo>
                    <a:pt x="92" y="52"/>
                    <a:pt x="112" y="45"/>
                    <a:pt x="135" y="45"/>
                  </a:cubicBezTo>
                  <a:cubicBezTo>
                    <a:pt x="159" y="45"/>
                    <a:pt x="178" y="52"/>
                    <a:pt x="192" y="66"/>
                  </a:cubicBezTo>
                  <a:cubicBezTo>
                    <a:pt x="206" y="79"/>
                    <a:pt x="214" y="95"/>
                    <a:pt x="218" y="114"/>
                  </a:cubicBezTo>
                  <a:lnTo>
                    <a:pt x="52" y="114"/>
                  </a:lnTo>
                  <a:close/>
                  <a:moveTo>
                    <a:pt x="207" y="19"/>
                  </a:moveTo>
                  <a:cubicBezTo>
                    <a:pt x="187" y="6"/>
                    <a:pt x="163" y="0"/>
                    <a:pt x="135" y="0"/>
                  </a:cubicBezTo>
                  <a:cubicBezTo>
                    <a:pt x="108" y="0"/>
                    <a:pt x="84" y="6"/>
                    <a:pt x="63" y="19"/>
                  </a:cubicBezTo>
                  <a:cubicBezTo>
                    <a:pt x="43" y="31"/>
                    <a:pt x="27" y="48"/>
                    <a:pt x="17" y="69"/>
                  </a:cubicBezTo>
                  <a:cubicBezTo>
                    <a:pt x="6" y="90"/>
                    <a:pt x="0" y="114"/>
                    <a:pt x="0" y="140"/>
                  </a:cubicBezTo>
                  <a:cubicBezTo>
                    <a:pt x="0" y="165"/>
                    <a:pt x="6" y="189"/>
                    <a:pt x="17" y="210"/>
                  </a:cubicBezTo>
                  <a:cubicBezTo>
                    <a:pt x="29" y="232"/>
                    <a:pt x="45" y="249"/>
                    <a:pt x="66" y="261"/>
                  </a:cubicBezTo>
                  <a:cubicBezTo>
                    <a:pt x="86" y="274"/>
                    <a:pt x="110" y="280"/>
                    <a:pt x="138" y="280"/>
                  </a:cubicBezTo>
                  <a:cubicBezTo>
                    <a:pt x="170" y="280"/>
                    <a:pt x="197" y="272"/>
                    <a:pt x="217" y="257"/>
                  </a:cubicBezTo>
                  <a:cubicBezTo>
                    <a:pt x="237" y="241"/>
                    <a:pt x="253" y="221"/>
                    <a:pt x="262" y="197"/>
                  </a:cubicBezTo>
                  <a:cubicBezTo>
                    <a:pt x="265" y="190"/>
                    <a:pt x="265" y="190"/>
                    <a:pt x="265" y="190"/>
                  </a:cubicBezTo>
                  <a:cubicBezTo>
                    <a:pt x="211" y="190"/>
                    <a:pt x="211" y="190"/>
                    <a:pt x="211" y="190"/>
                  </a:cubicBezTo>
                  <a:cubicBezTo>
                    <a:pt x="210" y="193"/>
                    <a:pt x="210" y="193"/>
                    <a:pt x="210" y="193"/>
                  </a:cubicBezTo>
                  <a:cubicBezTo>
                    <a:pt x="203" y="205"/>
                    <a:pt x="194" y="215"/>
                    <a:pt x="182" y="223"/>
                  </a:cubicBezTo>
                  <a:cubicBezTo>
                    <a:pt x="171" y="231"/>
                    <a:pt x="156" y="234"/>
                    <a:pt x="138" y="234"/>
                  </a:cubicBezTo>
                  <a:cubicBezTo>
                    <a:pt x="122" y="234"/>
                    <a:pt x="107" y="231"/>
                    <a:pt x="95" y="224"/>
                  </a:cubicBezTo>
                  <a:cubicBezTo>
                    <a:pt x="82" y="217"/>
                    <a:pt x="72" y="207"/>
                    <a:pt x="65" y="195"/>
                  </a:cubicBezTo>
                  <a:cubicBezTo>
                    <a:pt x="58" y="185"/>
                    <a:pt x="54" y="173"/>
                    <a:pt x="52" y="161"/>
                  </a:cubicBezTo>
                  <a:cubicBezTo>
                    <a:pt x="270" y="161"/>
                    <a:pt x="270" y="161"/>
                    <a:pt x="270" y="161"/>
                  </a:cubicBezTo>
                  <a:cubicBezTo>
                    <a:pt x="270" y="140"/>
                    <a:pt x="270" y="140"/>
                    <a:pt x="270" y="140"/>
                  </a:cubicBezTo>
                  <a:cubicBezTo>
                    <a:pt x="270" y="114"/>
                    <a:pt x="265" y="90"/>
                    <a:pt x="254" y="69"/>
                  </a:cubicBezTo>
                  <a:cubicBezTo>
                    <a:pt x="243" y="48"/>
                    <a:pt x="227" y="31"/>
                    <a:pt x="207" y="1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9" name="Freeform 9">
              <a:extLst>
                <a:ext uri="{FF2B5EF4-FFF2-40B4-BE49-F238E27FC236}">
                  <a16:creationId xmlns:a16="http://schemas.microsoft.com/office/drawing/2014/main" id="{C87C4874-02D2-432B-B3DC-2D3AD996FCA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424613" y="4538663"/>
              <a:ext cx="1016000" cy="1055688"/>
            </a:xfrm>
            <a:custGeom>
              <a:avLst/>
              <a:gdLst>
                <a:gd name="T0" fmla="*/ 213 w 270"/>
                <a:gd name="T1" fmla="*/ 187 h 280"/>
                <a:gd name="T2" fmla="*/ 184 w 270"/>
                <a:gd name="T3" fmla="*/ 222 h 280"/>
                <a:gd name="T4" fmla="*/ 137 w 270"/>
                <a:gd name="T5" fmla="*/ 234 h 280"/>
                <a:gd name="T6" fmla="*/ 90 w 270"/>
                <a:gd name="T7" fmla="*/ 222 h 280"/>
                <a:gd name="T8" fmla="*/ 60 w 270"/>
                <a:gd name="T9" fmla="*/ 187 h 280"/>
                <a:gd name="T10" fmla="*/ 49 w 270"/>
                <a:gd name="T11" fmla="*/ 140 h 280"/>
                <a:gd name="T12" fmla="*/ 60 w 270"/>
                <a:gd name="T13" fmla="*/ 92 h 280"/>
                <a:gd name="T14" fmla="*/ 90 w 270"/>
                <a:gd name="T15" fmla="*/ 58 h 280"/>
                <a:gd name="T16" fmla="*/ 137 w 270"/>
                <a:gd name="T17" fmla="*/ 45 h 280"/>
                <a:gd name="T18" fmla="*/ 184 w 270"/>
                <a:gd name="T19" fmla="*/ 58 h 280"/>
                <a:gd name="T20" fmla="*/ 213 w 270"/>
                <a:gd name="T21" fmla="*/ 92 h 280"/>
                <a:gd name="T22" fmla="*/ 223 w 270"/>
                <a:gd name="T23" fmla="*/ 140 h 280"/>
                <a:gd name="T24" fmla="*/ 213 w 270"/>
                <a:gd name="T25" fmla="*/ 187 h 280"/>
                <a:gd name="T26" fmla="*/ 221 w 270"/>
                <a:gd name="T27" fmla="*/ 37 h 280"/>
                <a:gd name="T28" fmla="*/ 190 w 270"/>
                <a:gd name="T29" fmla="*/ 13 h 280"/>
                <a:gd name="T30" fmla="*/ 132 w 270"/>
                <a:gd name="T31" fmla="*/ 0 h 280"/>
                <a:gd name="T32" fmla="*/ 62 w 270"/>
                <a:gd name="T33" fmla="*/ 19 h 280"/>
                <a:gd name="T34" fmla="*/ 16 w 270"/>
                <a:gd name="T35" fmla="*/ 69 h 280"/>
                <a:gd name="T36" fmla="*/ 0 w 270"/>
                <a:gd name="T37" fmla="*/ 140 h 280"/>
                <a:gd name="T38" fmla="*/ 16 w 270"/>
                <a:gd name="T39" fmla="*/ 210 h 280"/>
                <a:gd name="T40" fmla="*/ 62 w 270"/>
                <a:gd name="T41" fmla="*/ 261 h 280"/>
                <a:gd name="T42" fmla="*/ 132 w 270"/>
                <a:gd name="T43" fmla="*/ 280 h 280"/>
                <a:gd name="T44" fmla="*/ 190 w 270"/>
                <a:gd name="T45" fmla="*/ 267 h 280"/>
                <a:gd name="T46" fmla="*/ 221 w 270"/>
                <a:gd name="T47" fmla="*/ 243 h 280"/>
                <a:gd name="T48" fmla="*/ 221 w 270"/>
                <a:gd name="T49" fmla="*/ 276 h 280"/>
                <a:gd name="T50" fmla="*/ 270 w 270"/>
                <a:gd name="T51" fmla="*/ 276 h 280"/>
                <a:gd name="T52" fmla="*/ 270 w 270"/>
                <a:gd name="T53" fmla="*/ 4 h 280"/>
                <a:gd name="T54" fmla="*/ 221 w 270"/>
                <a:gd name="T55" fmla="*/ 4 h 280"/>
                <a:gd name="T56" fmla="*/ 221 w 270"/>
                <a:gd name="T57" fmla="*/ 37 h 2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70" h="280">
                  <a:moveTo>
                    <a:pt x="213" y="187"/>
                  </a:moveTo>
                  <a:cubicBezTo>
                    <a:pt x="206" y="202"/>
                    <a:pt x="196" y="213"/>
                    <a:pt x="184" y="222"/>
                  </a:cubicBezTo>
                  <a:cubicBezTo>
                    <a:pt x="171" y="230"/>
                    <a:pt x="155" y="234"/>
                    <a:pt x="137" y="234"/>
                  </a:cubicBezTo>
                  <a:cubicBezTo>
                    <a:pt x="119" y="234"/>
                    <a:pt x="103" y="230"/>
                    <a:pt x="90" y="222"/>
                  </a:cubicBezTo>
                  <a:cubicBezTo>
                    <a:pt x="77" y="213"/>
                    <a:pt x="67" y="202"/>
                    <a:pt x="60" y="187"/>
                  </a:cubicBezTo>
                  <a:cubicBezTo>
                    <a:pt x="53" y="173"/>
                    <a:pt x="49" y="157"/>
                    <a:pt x="49" y="140"/>
                  </a:cubicBezTo>
                  <a:cubicBezTo>
                    <a:pt x="49" y="123"/>
                    <a:pt x="53" y="107"/>
                    <a:pt x="60" y="92"/>
                  </a:cubicBezTo>
                  <a:cubicBezTo>
                    <a:pt x="67" y="78"/>
                    <a:pt x="77" y="67"/>
                    <a:pt x="90" y="58"/>
                  </a:cubicBezTo>
                  <a:cubicBezTo>
                    <a:pt x="103" y="50"/>
                    <a:pt x="119" y="45"/>
                    <a:pt x="137" y="45"/>
                  </a:cubicBezTo>
                  <a:cubicBezTo>
                    <a:pt x="155" y="45"/>
                    <a:pt x="171" y="50"/>
                    <a:pt x="184" y="58"/>
                  </a:cubicBezTo>
                  <a:cubicBezTo>
                    <a:pt x="196" y="67"/>
                    <a:pt x="206" y="78"/>
                    <a:pt x="213" y="92"/>
                  </a:cubicBezTo>
                  <a:cubicBezTo>
                    <a:pt x="219" y="107"/>
                    <a:pt x="223" y="123"/>
                    <a:pt x="223" y="140"/>
                  </a:cubicBezTo>
                  <a:cubicBezTo>
                    <a:pt x="223" y="157"/>
                    <a:pt x="219" y="173"/>
                    <a:pt x="213" y="187"/>
                  </a:cubicBezTo>
                  <a:moveTo>
                    <a:pt x="221" y="37"/>
                  </a:moveTo>
                  <a:cubicBezTo>
                    <a:pt x="212" y="27"/>
                    <a:pt x="202" y="19"/>
                    <a:pt x="190" y="13"/>
                  </a:cubicBezTo>
                  <a:cubicBezTo>
                    <a:pt x="174" y="4"/>
                    <a:pt x="154" y="0"/>
                    <a:pt x="132" y="0"/>
                  </a:cubicBezTo>
                  <a:cubicBezTo>
                    <a:pt x="105" y="0"/>
                    <a:pt x="82" y="6"/>
                    <a:pt x="62" y="19"/>
                  </a:cubicBezTo>
                  <a:cubicBezTo>
                    <a:pt x="43" y="31"/>
                    <a:pt x="27" y="48"/>
                    <a:pt x="16" y="69"/>
                  </a:cubicBezTo>
                  <a:cubicBezTo>
                    <a:pt x="6" y="90"/>
                    <a:pt x="0" y="114"/>
                    <a:pt x="0" y="140"/>
                  </a:cubicBezTo>
                  <a:cubicBezTo>
                    <a:pt x="0" y="165"/>
                    <a:pt x="6" y="189"/>
                    <a:pt x="16" y="210"/>
                  </a:cubicBezTo>
                  <a:cubicBezTo>
                    <a:pt x="27" y="232"/>
                    <a:pt x="43" y="249"/>
                    <a:pt x="62" y="261"/>
                  </a:cubicBezTo>
                  <a:cubicBezTo>
                    <a:pt x="82" y="274"/>
                    <a:pt x="105" y="280"/>
                    <a:pt x="132" y="280"/>
                  </a:cubicBezTo>
                  <a:cubicBezTo>
                    <a:pt x="154" y="280"/>
                    <a:pt x="174" y="276"/>
                    <a:pt x="190" y="267"/>
                  </a:cubicBezTo>
                  <a:cubicBezTo>
                    <a:pt x="202" y="260"/>
                    <a:pt x="212" y="253"/>
                    <a:pt x="221" y="243"/>
                  </a:cubicBezTo>
                  <a:cubicBezTo>
                    <a:pt x="221" y="276"/>
                    <a:pt x="221" y="276"/>
                    <a:pt x="221" y="276"/>
                  </a:cubicBezTo>
                  <a:cubicBezTo>
                    <a:pt x="270" y="276"/>
                    <a:pt x="270" y="276"/>
                    <a:pt x="270" y="276"/>
                  </a:cubicBezTo>
                  <a:cubicBezTo>
                    <a:pt x="270" y="4"/>
                    <a:pt x="270" y="4"/>
                    <a:pt x="270" y="4"/>
                  </a:cubicBezTo>
                  <a:cubicBezTo>
                    <a:pt x="221" y="4"/>
                    <a:pt x="221" y="4"/>
                    <a:pt x="221" y="4"/>
                  </a:cubicBezTo>
                  <a:lnTo>
                    <a:pt x="221" y="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0" name="Freeform 10">
              <a:extLst>
                <a:ext uri="{FF2B5EF4-FFF2-40B4-BE49-F238E27FC236}">
                  <a16:creationId xmlns:a16="http://schemas.microsoft.com/office/drawing/2014/main" id="{4FE0FCC0-9E83-4678-9E7E-E1FF459F5C5C}"/>
                </a:ext>
              </a:extLst>
            </p:cNvPr>
            <p:cNvSpPr>
              <a:spLocks/>
            </p:cNvSpPr>
            <p:nvPr/>
          </p:nvSpPr>
          <p:spPr bwMode="auto">
            <a:xfrm>
              <a:off x="7659688" y="4538663"/>
              <a:ext cx="557213" cy="1041400"/>
            </a:xfrm>
            <a:custGeom>
              <a:avLst/>
              <a:gdLst>
                <a:gd name="T0" fmla="*/ 97 w 148"/>
                <a:gd name="T1" fmla="*/ 8 h 276"/>
                <a:gd name="T2" fmla="*/ 66 w 148"/>
                <a:gd name="T3" fmla="*/ 29 h 276"/>
                <a:gd name="T4" fmla="*/ 49 w 148"/>
                <a:gd name="T5" fmla="*/ 51 h 276"/>
                <a:gd name="T6" fmla="*/ 49 w 148"/>
                <a:gd name="T7" fmla="*/ 4 h 276"/>
                <a:gd name="T8" fmla="*/ 0 w 148"/>
                <a:gd name="T9" fmla="*/ 4 h 276"/>
                <a:gd name="T10" fmla="*/ 0 w 148"/>
                <a:gd name="T11" fmla="*/ 276 h 276"/>
                <a:gd name="T12" fmla="*/ 49 w 148"/>
                <a:gd name="T13" fmla="*/ 276 h 276"/>
                <a:gd name="T14" fmla="*/ 49 w 148"/>
                <a:gd name="T15" fmla="*/ 156 h 276"/>
                <a:gd name="T16" fmla="*/ 60 w 148"/>
                <a:gd name="T17" fmla="*/ 103 h 276"/>
                <a:gd name="T18" fmla="*/ 91 w 148"/>
                <a:gd name="T19" fmla="*/ 64 h 276"/>
                <a:gd name="T20" fmla="*/ 138 w 148"/>
                <a:gd name="T21" fmla="*/ 49 h 276"/>
                <a:gd name="T22" fmla="*/ 148 w 148"/>
                <a:gd name="T23" fmla="*/ 49 h 276"/>
                <a:gd name="T24" fmla="*/ 148 w 148"/>
                <a:gd name="T25" fmla="*/ 0 h 276"/>
                <a:gd name="T26" fmla="*/ 141 w 148"/>
                <a:gd name="T27" fmla="*/ 0 h 276"/>
                <a:gd name="T28" fmla="*/ 97 w 148"/>
                <a:gd name="T29" fmla="*/ 8 h 2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48" h="276">
                  <a:moveTo>
                    <a:pt x="97" y="8"/>
                  </a:moveTo>
                  <a:cubicBezTo>
                    <a:pt x="85" y="14"/>
                    <a:pt x="74" y="21"/>
                    <a:pt x="66" y="29"/>
                  </a:cubicBezTo>
                  <a:cubicBezTo>
                    <a:pt x="59" y="36"/>
                    <a:pt x="53" y="44"/>
                    <a:pt x="49" y="51"/>
                  </a:cubicBezTo>
                  <a:cubicBezTo>
                    <a:pt x="49" y="4"/>
                    <a:pt x="49" y="4"/>
                    <a:pt x="49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276"/>
                    <a:pt x="0" y="276"/>
                    <a:pt x="0" y="276"/>
                  </a:cubicBezTo>
                  <a:cubicBezTo>
                    <a:pt x="49" y="276"/>
                    <a:pt x="49" y="276"/>
                    <a:pt x="49" y="276"/>
                  </a:cubicBezTo>
                  <a:cubicBezTo>
                    <a:pt x="49" y="156"/>
                    <a:pt x="49" y="156"/>
                    <a:pt x="49" y="156"/>
                  </a:cubicBezTo>
                  <a:cubicBezTo>
                    <a:pt x="49" y="137"/>
                    <a:pt x="53" y="120"/>
                    <a:pt x="60" y="103"/>
                  </a:cubicBezTo>
                  <a:cubicBezTo>
                    <a:pt x="67" y="87"/>
                    <a:pt x="78" y="74"/>
                    <a:pt x="91" y="64"/>
                  </a:cubicBezTo>
                  <a:cubicBezTo>
                    <a:pt x="104" y="54"/>
                    <a:pt x="120" y="49"/>
                    <a:pt x="138" y="49"/>
                  </a:cubicBezTo>
                  <a:cubicBezTo>
                    <a:pt x="148" y="49"/>
                    <a:pt x="148" y="49"/>
                    <a:pt x="148" y="49"/>
                  </a:cubicBezTo>
                  <a:cubicBezTo>
                    <a:pt x="148" y="0"/>
                    <a:pt x="148" y="0"/>
                    <a:pt x="148" y="0"/>
                  </a:cubicBezTo>
                  <a:cubicBezTo>
                    <a:pt x="141" y="0"/>
                    <a:pt x="141" y="0"/>
                    <a:pt x="141" y="0"/>
                  </a:cubicBezTo>
                  <a:cubicBezTo>
                    <a:pt x="124" y="0"/>
                    <a:pt x="109" y="3"/>
                    <a:pt x="97" y="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39DBC915-2080-4069-A265-C08E0D01FB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42313" y="4552950"/>
              <a:ext cx="184150" cy="10271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02BB6042-15A7-4E4C-B6A6-684EAD1101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34375" y="4195763"/>
              <a:ext cx="196850" cy="2301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3" name="Freeform 13">
              <a:extLst>
                <a:ext uri="{FF2B5EF4-FFF2-40B4-BE49-F238E27FC236}">
                  <a16:creationId xmlns:a16="http://schemas.microsoft.com/office/drawing/2014/main" id="{5955948F-8BD7-4D54-A74F-01CE8477A31F}"/>
                </a:ext>
              </a:extLst>
            </p:cNvPr>
            <p:cNvSpPr>
              <a:spLocks/>
            </p:cNvSpPr>
            <p:nvPr/>
          </p:nvSpPr>
          <p:spPr bwMode="auto">
            <a:xfrm>
              <a:off x="8674100" y="4538663"/>
              <a:ext cx="869950" cy="1055688"/>
            </a:xfrm>
            <a:custGeom>
              <a:avLst/>
              <a:gdLst>
                <a:gd name="T0" fmla="*/ 217 w 231"/>
                <a:gd name="T1" fmla="*/ 154 h 280"/>
                <a:gd name="T2" fmla="*/ 183 w 231"/>
                <a:gd name="T3" fmla="*/ 131 h 280"/>
                <a:gd name="T4" fmla="*/ 140 w 231"/>
                <a:gd name="T5" fmla="*/ 118 h 280"/>
                <a:gd name="T6" fmla="*/ 98 w 231"/>
                <a:gd name="T7" fmla="*/ 109 h 280"/>
                <a:gd name="T8" fmla="*/ 67 w 231"/>
                <a:gd name="T9" fmla="*/ 96 h 280"/>
                <a:gd name="T10" fmla="*/ 57 w 231"/>
                <a:gd name="T11" fmla="*/ 76 h 280"/>
                <a:gd name="T12" fmla="*/ 114 w 231"/>
                <a:gd name="T13" fmla="*/ 43 h 280"/>
                <a:gd name="T14" fmla="*/ 158 w 231"/>
                <a:gd name="T15" fmla="*/ 54 h 280"/>
                <a:gd name="T16" fmla="*/ 173 w 231"/>
                <a:gd name="T17" fmla="*/ 80 h 280"/>
                <a:gd name="T18" fmla="*/ 174 w 231"/>
                <a:gd name="T19" fmla="*/ 84 h 280"/>
                <a:gd name="T20" fmla="*/ 223 w 231"/>
                <a:gd name="T21" fmla="*/ 84 h 280"/>
                <a:gd name="T22" fmla="*/ 223 w 231"/>
                <a:gd name="T23" fmla="*/ 79 h 280"/>
                <a:gd name="T24" fmla="*/ 208 w 231"/>
                <a:gd name="T25" fmla="*/ 40 h 280"/>
                <a:gd name="T26" fmla="*/ 174 w 231"/>
                <a:gd name="T27" fmla="*/ 11 h 280"/>
                <a:gd name="T28" fmla="*/ 115 w 231"/>
                <a:gd name="T29" fmla="*/ 0 h 280"/>
                <a:gd name="T30" fmla="*/ 35 w 231"/>
                <a:gd name="T31" fmla="*/ 20 h 280"/>
                <a:gd name="T32" fmla="*/ 7 w 231"/>
                <a:gd name="T33" fmla="*/ 80 h 280"/>
                <a:gd name="T34" fmla="*/ 21 w 231"/>
                <a:gd name="T35" fmla="*/ 121 h 280"/>
                <a:gd name="T36" fmla="*/ 56 w 231"/>
                <a:gd name="T37" fmla="*/ 144 h 280"/>
                <a:gd name="T38" fmla="*/ 99 w 231"/>
                <a:gd name="T39" fmla="*/ 156 h 280"/>
                <a:gd name="T40" fmla="*/ 141 w 231"/>
                <a:gd name="T41" fmla="*/ 166 h 280"/>
                <a:gd name="T42" fmla="*/ 171 w 231"/>
                <a:gd name="T43" fmla="*/ 179 h 280"/>
                <a:gd name="T44" fmla="*/ 182 w 231"/>
                <a:gd name="T45" fmla="*/ 200 h 280"/>
                <a:gd name="T46" fmla="*/ 176 w 231"/>
                <a:gd name="T47" fmla="*/ 218 h 280"/>
                <a:gd name="T48" fmla="*/ 160 w 231"/>
                <a:gd name="T49" fmla="*/ 230 h 280"/>
                <a:gd name="T50" fmla="*/ 138 w 231"/>
                <a:gd name="T51" fmla="*/ 235 h 280"/>
                <a:gd name="T52" fmla="*/ 120 w 231"/>
                <a:gd name="T53" fmla="*/ 237 h 280"/>
                <a:gd name="T54" fmla="*/ 81 w 231"/>
                <a:gd name="T55" fmla="*/ 229 h 280"/>
                <a:gd name="T56" fmla="*/ 60 w 231"/>
                <a:gd name="T57" fmla="*/ 211 h 280"/>
                <a:gd name="T58" fmla="*/ 51 w 231"/>
                <a:gd name="T59" fmla="*/ 188 h 280"/>
                <a:gd name="T60" fmla="*/ 51 w 231"/>
                <a:gd name="T61" fmla="*/ 184 h 280"/>
                <a:gd name="T62" fmla="*/ 0 w 231"/>
                <a:gd name="T63" fmla="*/ 184 h 280"/>
                <a:gd name="T64" fmla="*/ 1 w 231"/>
                <a:gd name="T65" fmla="*/ 189 h 280"/>
                <a:gd name="T66" fmla="*/ 16 w 231"/>
                <a:gd name="T67" fmla="*/ 234 h 280"/>
                <a:gd name="T68" fmla="*/ 56 w 231"/>
                <a:gd name="T69" fmla="*/ 267 h 280"/>
                <a:gd name="T70" fmla="*/ 119 w 231"/>
                <a:gd name="T71" fmla="*/ 280 h 280"/>
                <a:gd name="T72" fmla="*/ 200 w 231"/>
                <a:gd name="T73" fmla="*/ 259 h 280"/>
                <a:gd name="T74" fmla="*/ 231 w 231"/>
                <a:gd name="T75" fmla="*/ 196 h 280"/>
                <a:gd name="T76" fmla="*/ 217 w 231"/>
                <a:gd name="T77" fmla="*/ 154 h 2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1" h="280">
                  <a:moveTo>
                    <a:pt x="217" y="154"/>
                  </a:moveTo>
                  <a:cubicBezTo>
                    <a:pt x="208" y="144"/>
                    <a:pt x="197" y="136"/>
                    <a:pt x="183" y="131"/>
                  </a:cubicBezTo>
                  <a:cubicBezTo>
                    <a:pt x="169" y="125"/>
                    <a:pt x="155" y="121"/>
                    <a:pt x="140" y="118"/>
                  </a:cubicBezTo>
                  <a:cubicBezTo>
                    <a:pt x="125" y="115"/>
                    <a:pt x="111" y="112"/>
                    <a:pt x="98" y="109"/>
                  </a:cubicBezTo>
                  <a:cubicBezTo>
                    <a:pt x="85" y="105"/>
                    <a:pt x="75" y="101"/>
                    <a:pt x="67" y="96"/>
                  </a:cubicBezTo>
                  <a:cubicBezTo>
                    <a:pt x="60" y="91"/>
                    <a:pt x="57" y="85"/>
                    <a:pt x="57" y="76"/>
                  </a:cubicBezTo>
                  <a:cubicBezTo>
                    <a:pt x="57" y="68"/>
                    <a:pt x="57" y="43"/>
                    <a:pt x="114" y="43"/>
                  </a:cubicBezTo>
                  <a:cubicBezTo>
                    <a:pt x="135" y="43"/>
                    <a:pt x="150" y="47"/>
                    <a:pt x="158" y="54"/>
                  </a:cubicBezTo>
                  <a:cubicBezTo>
                    <a:pt x="167" y="61"/>
                    <a:pt x="172" y="70"/>
                    <a:pt x="173" y="80"/>
                  </a:cubicBezTo>
                  <a:cubicBezTo>
                    <a:pt x="174" y="84"/>
                    <a:pt x="174" y="84"/>
                    <a:pt x="174" y="84"/>
                  </a:cubicBezTo>
                  <a:cubicBezTo>
                    <a:pt x="223" y="84"/>
                    <a:pt x="223" y="84"/>
                    <a:pt x="223" y="84"/>
                  </a:cubicBezTo>
                  <a:cubicBezTo>
                    <a:pt x="223" y="79"/>
                    <a:pt x="223" y="79"/>
                    <a:pt x="223" y="79"/>
                  </a:cubicBezTo>
                  <a:cubicBezTo>
                    <a:pt x="221" y="65"/>
                    <a:pt x="216" y="52"/>
                    <a:pt x="208" y="40"/>
                  </a:cubicBezTo>
                  <a:cubicBezTo>
                    <a:pt x="201" y="28"/>
                    <a:pt x="189" y="19"/>
                    <a:pt x="174" y="11"/>
                  </a:cubicBezTo>
                  <a:cubicBezTo>
                    <a:pt x="158" y="4"/>
                    <a:pt x="139" y="0"/>
                    <a:pt x="115" y="0"/>
                  </a:cubicBezTo>
                  <a:cubicBezTo>
                    <a:pt x="80" y="0"/>
                    <a:pt x="53" y="7"/>
                    <a:pt x="35" y="20"/>
                  </a:cubicBezTo>
                  <a:cubicBezTo>
                    <a:pt x="17" y="34"/>
                    <a:pt x="7" y="54"/>
                    <a:pt x="7" y="80"/>
                  </a:cubicBezTo>
                  <a:cubicBezTo>
                    <a:pt x="7" y="97"/>
                    <a:pt x="12" y="111"/>
                    <a:pt x="21" y="121"/>
                  </a:cubicBezTo>
                  <a:cubicBezTo>
                    <a:pt x="30" y="131"/>
                    <a:pt x="42" y="138"/>
                    <a:pt x="56" y="144"/>
                  </a:cubicBezTo>
                  <a:cubicBezTo>
                    <a:pt x="69" y="149"/>
                    <a:pt x="84" y="153"/>
                    <a:pt x="99" y="156"/>
                  </a:cubicBezTo>
                  <a:cubicBezTo>
                    <a:pt x="113" y="159"/>
                    <a:pt x="127" y="163"/>
                    <a:pt x="141" y="166"/>
                  </a:cubicBezTo>
                  <a:cubicBezTo>
                    <a:pt x="153" y="169"/>
                    <a:pt x="164" y="174"/>
                    <a:pt x="171" y="179"/>
                  </a:cubicBezTo>
                  <a:cubicBezTo>
                    <a:pt x="178" y="184"/>
                    <a:pt x="182" y="191"/>
                    <a:pt x="182" y="200"/>
                  </a:cubicBezTo>
                  <a:cubicBezTo>
                    <a:pt x="182" y="208"/>
                    <a:pt x="180" y="214"/>
                    <a:pt x="176" y="218"/>
                  </a:cubicBezTo>
                  <a:cubicBezTo>
                    <a:pt x="171" y="223"/>
                    <a:pt x="166" y="227"/>
                    <a:pt x="160" y="230"/>
                  </a:cubicBezTo>
                  <a:cubicBezTo>
                    <a:pt x="153" y="232"/>
                    <a:pt x="146" y="234"/>
                    <a:pt x="138" y="235"/>
                  </a:cubicBezTo>
                  <a:cubicBezTo>
                    <a:pt x="131" y="236"/>
                    <a:pt x="125" y="237"/>
                    <a:pt x="120" y="237"/>
                  </a:cubicBezTo>
                  <a:cubicBezTo>
                    <a:pt x="104" y="237"/>
                    <a:pt x="91" y="234"/>
                    <a:pt x="81" y="229"/>
                  </a:cubicBezTo>
                  <a:cubicBezTo>
                    <a:pt x="72" y="225"/>
                    <a:pt x="64" y="219"/>
                    <a:pt x="60" y="211"/>
                  </a:cubicBezTo>
                  <a:cubicBezTo>
                    <a:pt x="55" y="204"/>
                    <a:pt x="52" y="196"/>
                    <a:pt x="51" y="188"/>
                  </a:cubicBezTo>
                  <a:cubicBezTo>
                    <a:pt x="51" y="184"/>
                    <a:pt x="51" y="184"/>
                    <a:pt x="51" y="184"/>
                  </a:cubicBezTo>
                  <a:cubicBezTo>
                    <a:pt x="0" y="184"/>
                    <a:pt x="0" y="184"/>
                    <a:pt x="0" y="184"/>
                  </a:cubicBezTo>
                  <a:cubicBezTo>
                    <a:pt x="1" y="189"/>
                    <a:pt x="1" y="189"/>
                    <a:pt x="1" y="189"/>
                  </a:cubicBezTo>
                  <a:cubicBezTo>
                    <a:pt x="2" y="205"/>
                    <a:pt x="7" y="220"/>
                    <a:pt x="16" y="234"/>
                  </a:cubicBezTo>
                  <a:cubicBezTo>
                    <a:pt x="25" y="248"/>
                    <a:pt x="39" y="259"/>
                    <a:pt x="56" y="267"/>
                  </a:cubicBezTo>
                  <a:cubicBezTo>
                    <a:pt x="73" y="276"/>
                    <a:pt x="95" y="280"/>
                    <a:pt x="119" y="280"/>
                  </a:cubicBezTo>
                  <a:cubicBezTo>
                    <a:pt x="153" y="280"/>
                    <a:pt x="180" y="273"/>
                    <a:pt x="200" y="259"/>
                  </a:cubicBezTo>
                  <a:cubicBezTo>
                    <a:pt x="221" y="245"/>
                    <a:pt x="231" y="224"/>
                    <a:pt x="231" y="196"/>
                  </a:cubicBezTo>
                  <a:cubicBezTo>
                    <a:pt x="231" y="179"/>
                    <a:pt x="226" y="165"/>
                    <a:pt x="217" y="15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4" name="Freeform 14">
              <a:extLst>
                <a:ext uri="{FF2B5EF4-FFF2-40B4-BE49-F238E27FC236}">
                  <a16:creationId xmlns:a16="http://schemas.microsoft.com/office/drawing/2014/main" id="{33809FBF-25D1-4CC3-B712-CC159349A59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83213" y="1749425"/>
              <a:ext cx="663575" cy="638175"/>
            </a:xfrm>
            <a:custGeom>
              <a:avLst/>
              <a:gdLst>
                <a:gd name="T0" fmla="*/ 36 w 176"/>
                <a:gd name="T1" fmla="*/ 168 h 169"/>
                <a:gd name="T2" fmla="*/ 151 w 176"/>
                <a:gd name="T3" fmla="*/ 118 h 169"/>
                <a:gd name="T4" fmla="*/ 142 w 176"/>
                <a:gd name="T5" fmla="*/ 17 h 169"/>
                <a:gd name="T6" fmla="*/ 96 w 176"/>
                <a:gd name="T7" fmla="*/ 0 h 169"/>
                <a:gd name="T8" fmla="*/ 41 w 176"/>
                <a:gd name="T9" fmla="*/ 26 h 169"/>
                <a:gd name="T10" fmla="*/ 20 w 176"/>
                <a:gd name="T11" fmla="*/ 164 h 169"/>
                <a:gd name="T12" fmla="*/ 36 w 176"/>
                <a:gd name="T13" fmla="*/ 168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6" h="169">
                  <a:moveTo>
                    <a:pt x="36" y="168"/>
                  </a:moveTo>
                  <a:cubicBezTo>
                    <a:pt x="67" y="168"/>
                    <a:pt x="130" y="143"/>
                    <a:pt x="151" y="118"/>
                  </a:cubicBezTo>
                  <a:cubicBezTo>
                    <a:pt x="176" y="88"/>
                    <a:pt x="172" y="42"/>
                    <a:pt x="142" y="17"/>
                  </a:cubicBezTo>
                  <a:cubicBezTo>
                    <a:pt x="129" y="6"/>
                    <a:pt x="113" y="0"/>
                    <a:pt x="96" y="0"/>
                  </a:cubicBezTo>
                  <a:cubicBezTo>
                    <a:pt x="74" y="0"/>
                    <a:pt x="54" y="10"/>
                    <a:pt x="41" y="26"/>
                  </a:cubicBezTo>
                  <a:cubicBezTo>
                    <a:pt x="17" y="55"/>
                    <a:pt x="0" y="145"/>
                    <a:pt x="20" y="164"/>
                  </a:cubicBezTo>
                  <a:cubicBezTo>
                    <a:pt x="24" y="167"/>
                    <a:pt x="29" y="169"/>
                    <a:pt x="36" y="16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5" name="Freeform 15">
              <a:extLst>
                <a:ext uri="{FF2B5EF4-FFF2-40B4-BE49-F238E27FC236}">
                  <a16:creationId xmlns:a16="http://schemas.microsoft.com/office/drawing/2014/main" id="{7E33F854-50D6-41C7-9E51-51F5AEB82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2662238" y="1270000"/>
              <a:ext cx="765175" cy="728663"/>
            </a:xfrm>
            <a:custGeom>
              <a:avLst/>
              <a:gdLst>
                <a:gd name="T0" fmla="*/ 30 w 203"/>
                <a:gd name="T1" fmla="*/ 152 h 193"/>
                <a:gd name="T2" fmla="*/ 160 w 203"/>
                <a:gd name="T3" fmla="*/ 193 h 193"/>
                <a:gd name="T4" fmla="*/ 197 w 203"/>
                <a:gd name="T5" fmla="*/ 183 h 193"/>
                <a:gd name="T6" fmla="*/ 203 w 203"/>
                <a:gd name="T7" fmla="*/ 160 h 193"/>
                <a:gd name="T8" fmla="*/ 147 w 203"/>
                <a:gd name="T9" fmla="*/ 23 h 193"/>
                <a:gd name="T10" fmla="*/ 88 w 203"/>
                <a:gd name="T11" fmla="*/ 0 h 193"/>
                <a:gd name="T12" fmla="*/ 24 w 203"/>
                <a:gd name="T13" fmla="*/ 29 h 193"/>
                <a:gd name="T14" fmla="*/ 1 w 203"/>
                <a:gd name="T15" fmla="*/ 92 h 193"/>
                <a:gd name="T16" fmla="*/ 30 w 203"/>
                <a:gd name="T17" fmla="*/ 152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03" h="193">
                  <a:moveTo>
                    <a:pt x="30" y="152"/>
                  </a:moveTo>
                  <a:cubicBezTo>
                    <a:pt x="56" y="176"/>
                    <a:pt x="120" y="193"/>
                    <a:pt x="160" y="193"/>
                  </a:cubicBezTo>
                  <a:cubicBezTo>
                    <a:pt x="178" y="193"/>
                    <a:pt x="190" y="190"/>
                    <a:pt x="197" y="183"/>
                  </a:cubicBezTo>
                  <a:cubicBezTo>
                    <a:pt x="201" y="179"/>
                    <a:pt x="203" y="171"/>
                    <a:pt x="203" y="160"/>
                  </a:cubicBezTo>
                  <a:cubicBezTo>
                    <a:pt x="202" y="121"/>
                    <a:pt x="175" y="48"/>
                    <a:pt x="147" y="23"/>
                  </a:cubicBezTo>
                  <a:cubicBezTo>
                    <a:pt x="131" y="8"/>
                    <a:pt x="110" y="0"/>
                    <a:pt x="88" y="0"/>
                  </a:cubicBezTo>
                  <a:cubicBezTo>
                    <a:pt x="64" y="0"/>
                    <a:pt x="40" y="11"/>
                    <a:pt x="24" y="29"/>
                  </a:cubicBezTo>
                  <a:cubicBezTo>
                    <a:pt x="8" y="47"/>
                    <a:pt x="0" y="69"/>
                    <a:pt x="1" y="92"/>
                  </a:cubicBezTo>
                  <a:cubicBezTo>
                    <a:pt x="3" y="115"/>
                    <a:pt x="13" y="137"/>
                    <a:pt x="30" y="15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6" name="Freeform 16">
              <a:extLst>
                <a:ext uri="{FF2B5EF4-FFF2-40B4-BE49-F238E27FC236}">
                  <a16:creationId xmlns:a16="http://schemas.microsoft.com/office/drawing/2014/main" id="{455EDFEB-6790-4592-88C7-9121DD3AE62B}"/>
                </a:ext>
              </a:extLst>
            </p:cNvPr>
            <p:cNvSpPr>
              <a:spLocks/>
            </p:cNvSpPr>
            <p:nvPr/>
          </p:nvSpPr>
          <p:spPr bwMode="auto">
            <a:xfrm>
              <a:off x="2659063" y="3406775"/>
              <a:ext cx="633413" cy="471488"/>
            </a:xfrm>
            <a:custGeom>
              <a:avLst/>
              <a:gdLst>
                <a:gd name="T0" fmla="*/ 10 w 168"/>
                <a:gd name="T1" fmla="*/ 31 h 125"/>
                <a:gd name="T2" fmla="*/ 5 w 168"/>
                <a:gd name="T3" fmla="*/ 79 h 125"/>
                <a:gd name="T4" fmla="*/ 65 w 168"/>
                <a:gd name="T5" fmla="*/ 125 h 125"/>
                <a:gd name="T6" fmla="*/ 81 w 168"/>
                <a:gd name="T7" fmla="*/ 122 h 125"/>
                <a:gd name="T8" fmla="*/ 163 w 168"/>
                <a:gd name="T9" fmla="*/ 34 h 125"/>
                <a:gd name="T10" fmla="*/ 67 w 168"/>
                <a:gd name="T11" fmla="*/ 0 h 125"/>
                <a:gd name="T12" fmla="*/ 48 w 168"/>
                <a:gd name="T13" fmla="*/ 2 h 125"/>
                <a:gd name="T14" fmla="*/ 10 w 168"/>
                <a:gd name="T15" fmla="*/ 31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68" h="125">
                  <a:moveTo>
                    <a:pt x="10" y="31"/>
                  </a:moveTo>
                  <a:cubicBezTo>
                    <a:pt x="2" y="46"/>
                    <a:pt x="0" y="63"/>
                    <a:pt x="5" y="79"/>
                  </a:cubicBezTo>
                  <a:cubicBezTo>
                    <a:pt x="12" y="106"/>
                    <a:pt x="37" y="125"/>
                    <a:pt x="65" y="125"/>
                  </a:cubicBezTo>
                  <a:cubicBezTo>
                    <a:pt x="70" y="125"/>
                    <a:pt x="76" y="124"/>
                    <a:pt x="81" y="122"/>
                  </a:cubicBezTo>
                  <a:cubicBezTo>
                    <a:pt x="112" y="114"/>
                    <a:pt x="168" y="58"/>
                    <a:pt x="163" y="34"/>
                  </a:cubicBezTo>
                  <a:cubicBezTo>
                    <a:pt x="160" y="16"/>
                    <a:pt x="101" y="0"/>
                    <a:pt x="67" y="0"/>
                  </a:cubicBezTo>
                  <a:cubicBezTo>
                    <a:pt x="60" y="0"/>
                    <a:pt x="53" y="1"/>
                    <a:pt x="48" y="2"/>
                  </a:cubicBezTo>
                  <a:cubicBezTo>
                    <a:pt x="32" y="6"/>
                    <a:pt x="19" y="17"/>
                    <a:pt x="10" y="31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7" name="Freeform 17">
              <a:extLst>
                <a:ext uri="{FF2B5EF4-FFF2-40B4-BE49-F238E27FC236}">
                  <a16:creationId xmlns:a16="http://schemas.microsoft.com/office/drawing/2014/main" id="{4867D36A-C08E-4897-8367-88920C69884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100388" y="1614488"/>
              <a:ext cx="3775075" cy="3965575"/>
            </a:xfrm>
            <a:custGeom>
              <a:avLst/>
              <a:gdLst>
                <a:gd name="T0" fmla="*/ 747 w 1002"/>
                <a:gd name="T1" fmla="*/ 881 h 1051"/>
                <a:gd name="T2" fmla="*/ 638 w 1002"/>
                <a:gd name="T3" fmla="*/ 741 h 1051"/>
                <a:gd name="T4" fmla="*/ 805 w 1002"/>
                <a:gd name="T5" fmla="*/ 760 h 1051"/>
                <a:gd name="T6" fmla="*/ 805 w 1002"/>
                <a:gd name="T7" fmla="*/ 862 h 1051"/>
                <a:gd name="T8" fmla="*/ 844 w 1002"/>
                <a:gd name="T9" fmla="*/ 279 h 1051"/>
                <a:gd name="T10" fmla="*/ 942 w 1002"/>
                <a:gd name="T11" fmla="*/ 360 h 1051"/>
                <a:gd name="T12" fmla="*/ 777 w 1002"/>
                <a:gd name="T13" fmla="*/ 304 h 1051"/>
                <a:gd name="T14" fmla="*/ 629 w 1002"/>
                <a:gd name="T15" fmla="*/ 546 h 1051"/>
                <a:gd name="T16" fmla="*/ 592 w 1002"/>
                <a:gd name="T17" fmla="*/ 386 h 1051"/>
                <a:gd name="T18" fmla="*/ 703 w 1002"/>
                <a:gd name="T19" fmla="*/ 467 h 1051"/>
                <a:gd name="T20" fmla="*/ 762 w 1002"/>
                <a:gd name="T21" fmla="*/ 532 h 1051"/>
                <a:gd name="T22" fmla="*/ 940 w 1002"/>
                <a:gd name="T23" fmla="*/ 527 h 1051"/>
                <a:gd name="T24" fmla="*/ 996 w 1002"/>
                <a:gd name="T25" fmla="*/ 449 h 1051"/>
                <a:gd name="T26" fmla="*/ 932 w 1002"/>
                <a:gd name="T27" fmla="*/ 452 h 1051"/>
                <a:gd name="T28" fmla="*/ 848 w 1002"/>
                <a:gd name="T29" fmla="*/ 501 h 1051"/>
                <a:gd name="T30" fmla="*/ 761 w 1002"/>
                <a:gd name="T31" fmla="*/ 455 h 1051"/>
                <a:gd name="T32" fmla="*/ 1002 w 1002"/>
                <a:gd name="T33" fmla="*/ 414 h 1051"/>
                <a:gd name="T34" fmla="*/ 983 w 1002"/>
                <a:gd name="T35" fmla="*/ 307 h 1051"/>
                <a:gd name="T36" fmla="*/ 844 w 1002"/>
                <a:gd name="T37" fmla="*/ 225 h 1051"/>
                <a:gd name="T38" fmla="*/ 715 w 1002"/>
                <a:gd name="T39" fmla="*/ 289 h 1051"/>
                <a:gd name="T40" fmla="*/ 709 w 1002"/>
                <a:gd name="T41" fmla="*/ 299 h 1051"/>
                <a:gd name="T42" fmla="*/ 450 w 1002"/>
                <a:gd name="T43" fmla="*/ 284 h 1051"/>
                <a:gd name="T44" fmla="*/ 480 w 1002"/>
                <a:gd name="T45" fmla="*/ 211 h 1051"/>
                <a:gd name="T46" fmla="*/ 303 w 1002"/>
                <a:gd name="T47" fmla="*/ 217 h 1051"/>
                <a:gd name="T48" fmla="*/ 111 w 1002"/>
                <a:gd name="T49" fmla="*/ 254 h 1051"/>
                <a:gd name="T50" fmla="*/ 219 w 1002"/>
                <a:gd name="T51" fmla="*/ 388 h 1051"/>
                <a:gd name="T52" fmla="*/ 285 w 1002"/>
                <a:gd name="T53" fmla="*/ 551 h 1051"/>
                <a:gd name="T54" fmla="*/ 202 w 1002"/>
                <a:gd name="T55" fmla="*/ 664 h 1051"/>
                <a:gd name="T56" fmla="*/ 303 w 1002"/>
                <a:gd name="T57" fmla="*/ 652 h 1051"/>
                <a:gd name="T58" fmla="*/ 364 w 1002"/>
                <a:gd name="T59" fmla="*/ 565 h 1051"/>
                <a:gd name="T60" fmla="*/ 674 w 1002"/>
                <a:gd name="T61" fmla="*/ 694 h 1051"/>
                <a:gd name="T62" fmla="*/ 588 w 1002"/>
                <a:gd name="T63" fmla="*/ 694 h 1051"/>
                <a:gd name="T64" fmla="*/ 638 w 1002"/>
                <a:gd name="T65" fmla="*/ 1051 h 1051"/>
                <a:gd name="T66" fmla="*/ 749 w 1002"/>
                <a:gd name="T67" fmla="*/ 927 h 1051"/>
                <a:gd name="T68" fmla="*/ 874 w 1002"/>
                <a:gd name="T69" fmla="*/ 811 h 10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002" h="1051">
                  <a:moveTo>
                    <a:pt x="805" y="862"/>
                  </a:moveTo>
                  <a:cubicBezTo>
                    <a:pt x="792" y="874"/>
                    <a:pt x="772" y="881"/>
                    <a:pt x="747" y="881"/>
                  </a:cubicBezTo>
                  <a:cubicBezTo>
                    <a:pt x="638" y="881"/>
                    <a:pt x="638" y="881"/>
                    <a:pt x="638" y="881"/>
                  </a:cubicBezTo>
                  <a:cubicBezTo>
                    <a:pt x="638" y="741"/>
                    <a:pt x="638" y="741"/>
                    <a:pt x="638" y="741"/>
                  </a:cubicBezTo>
                  <a:cubicBezTo>
                    <a:pt x="747" y="741"/>
                    <a:pt x="747" y="741"/>
                    <a:pt x="747" y="741"/>
                  </a:cubicBezTo>
                  <a:cubicBezTo>
                    <a:pt x="772" y="741"/>
                    <a:pt x="792" y="748"/>
                    <a:pt x="805" y="760"/>
                  </a:cubicBezTo>
                  <a:cubicBezTo>
                    <a:pt x="818" y="772"/>
                    <a:pt x="824" y="789"/>
                    <a:pt x="824" y="811"/>
                  </a:cubicBezTo>
                  <a:cubicBezTo>
                    <a:pt x="824" y="833"/>
                    <a:pt x="818" y="850"/>
                    <a:pt x="805" y="862"/>
                  </a:cubicBezTo>
                  <a:moveTo>
                    <a:pt x="777" y="304"/>
                  </a:moveTo>
                  <a:cubicBezTo>
                    <a:pt x="794" y="287"/>
                    <a:pt x="816" y="279"/>
                    <a:pt x="844" y="279"/>
                  </a:cubicBezTo>
                  <a:cubicBezTo>
                    <a:pt x="872" y="279"/>
                    <a:pt x="894" y="287"/>
                    <a:pt x="911" y="304"/>
                  </a:cubicBezTo>
                  <a:cubicBezTo>
                    <a:pt x="927" y="319"/>
                    <a:pt x="937" y="338"/>
                    <a:pt x="942" y="360"/>
                  </a:cubicBezTo>
                  <a:cubicBezTo>
                    <a:pt x="747" y="360"/>
                    <a:pt x="747" y="360"/>
                    <a:pt x="747" y="360"/>
                  </a:cubicBezTo>
                  <a:cubicBezTo>
                    <a:pt x="752" y="338"/>
                    <a:pt x="762" y="319"/>
                    <a:pt x="777" y="304"/>
                  </a:cubicBezTo>
                  <a:moveTo>
                    <a:pt x="854" y="741"/>
                  </a:moveTo>
                  <a:cubicBezTo>
                    <a:pt x="854" y="741"/>
                    <a:pt x="796" y="648"/>
                    <a:pt x="629" y="546"/>
                  </a:cubicBezTo>
                  <a:cubicBezTo>
                    <a:pt x="598" y="527"/>
                    <a:pt x="578" y="509"/>
                    <a:pt x="565" y="492"/>
                  </a:cubicBezTo>
                  <a:cubicBezTo>
                    <a:pt x="540" y="455"/>
                    <a:pt x="541" y="386"/>
                    <a:pt x="592" y="386"/>
                  </a:cubicBezTo>
                  <a:cubicBezTo>
                    <a:pt x="651" y="386"/>
                    <a:pt x="703" y="467"/>
                    <a:pt x="703" y="467"/>
                  </a:cubicBezTo>
                  <a:cubicBezTo>
                    <a:pt x="703" y="467"/>
                    <a:pt x="703" y="467"/>
                    <a:pt x="703" y="467"/>
                  </a:cubicBezTo>
                  <a:cubicBezTo>
                    <a:pt x="704" y="469"/>
                    <a:pt x="705" y="471"/>
                    <a:pt x="706" y="473"/>
                  </a:cubicBezTo>
                  <a:cubicBezTo>
                    <a:pt x="719" y="498"/>
                    <a:pt x="738" y="518"/>
                    <a:pt x="762" y="532"/>
                  </a:cubicBezTo>
                  <a:cubicBezTo>
                    <a:pt x="786" y="547"/>
                    <a:pt x="815" y="555"/>
                    <a:pt x="847" y="555"/>
                  </a:cubicBezTo>
                  <a:cubicBezTo>
                    <a:pt x="885" y="555"/>
                    <a:pt x="916" y="545"/>
                    <a:pt x="940" y="527"/>
                  </a:cubicBezTo>
                  <a:cubicBezTo>
                    <a:pt x="964" y="509"/>
                    <a:pt x="982" y="486"/>
                    <a:pt x="993" y="457"/>
                  </a:cubicBezTo>
                  <a:cubicBezTo>
                    <a:pt x="996" y="449"/>
                    <a:pt x="996" y="449"/>
                    <a:pt x="996" y="449"/>
                  </a:cubicBezTo>
                  <a:cubicBezTo>
                    <a:pt x="933" y="449"/>
                    <a:pt x="933" y="449"/>
                    <a:pt x="933" y="449"/>
                  </a:cubicBezTo>
                  <a:cubicBezTo>
                    <a:pt x="932" y="452"/>
                    <a:pt x="932" y="452"/>
                    <a:pt x="932" y="452"/>
                  </a:cubicBezTo>
                  <a:cubicBezTo>
                    <a:pt x="924" y="467"/>
                    <a:pt x="913" y="478"/>
                    <a:pt x="899" y="488"/>
                  </a:cubicBezTo>
                  <a:cubicBezTo>
                    <a:pt x="886" y="496"/>
                    <a:pt x="868" y="501"/>
                    <a:pt x="848" y="501"/>
                  </a:cubicBezTo>
                  <a:cubicBezTo>
                    <a:pt x="828" y="501"/>
                    <a:pt x="811" y="497"/>
                    <a:pt x="796" y="489"/>
                  </a:cubicBezTo>
                  <a:cubicBezTo>
                    <a:pt x="782" y="480"/>
                    <a:pt x="770" y="469"/>
                    <a:pt x="761" y="455"/>
                  </a:cubicBezTo>
                  <a:cubicBezTo>
                    <a:pt x="754" y="443"/>
                    <a:pt x="748" y="429"/>
                    <a:pt x="746" y="414"/>
                  </a:cubicBezTo>
                  <a:cubicBezTo>
                    <a:pt x="1002" y="414"/>
                    <a:pt x="1002" y="414"/>
                    <a:pt x="1002" y="414"/>
                  </a:cubicBezTo>
                  <a:cubicBezTo>
                    <a:pt x="1002" y="390"/>
                    <a:pt x="1002" y="390"/>
                    <a:pt x="1002" y="390"/>
                  </a:cubicBezTo>
                  <a:cubicBezTo>
                    <a:pt x="1002" y="360"/>
                    <a:pt x="996" y="332"/>
                    <a:pt x="983" y="307"/>
                  </a:cubicBezTo>
                  <a:cubicBezTo>
                    <a:pt x="971" y="282"/>
                    <a:pt x="952" y="262"/>
                    <a:pt x="929" y="248"/>
                  </a:cubicBezTo>
                  <a:cubicBezTo>
                    <a:pt x="905" y="233"/>
                    <a:pt x="877" y="225"/>
                    <a:pt x="844" y="225"/>
                  </a:cubicBezTo>
                  <a:cubicBezTo>
                    <a:pt x="812" y="225"/>
                    <a:pt x="783" y="233"/>
                    <a:pt x="760" y="248"/>
                  </a:cubicBezTo>
                  <a:cubicBezTo>
                    <a:pt x="742" y="259"/>
                    <a:pt x="727" y="273"/>
                    <a:pt x="715" y="289"/>
                  </a:cubicBezTo>
                  <a:cubicBezTo>
                    <a:pt x="713" y="292"/>
                    <a:pt x="712" y="294"/>
                    <a:pt x="710" y="298"/>
                  </a:cubicBezTo>
                  <a:cubicBezTo>
                    <a:pt x="710" y="298"/>
                    <a:pt x="709" y="298"/>
                    <a:pt x="709" y="299"/>
                  </a:cubicBezTo>
                  <a:cubicBezTo>
                    <a:pt x="690" y="334"/>
                    <a:pt x="632" y="345"/>
                    <a:pt x="620" y="347"/>
                  </a:cubicBezTo>
                  <a:cubicBezTo>
                    <a:pt x="573" y="358"/>
                    <a:pt x="467" y="329"/>
                    <a:pt x="450" y="284"/>
                  </a:cubicBezTo>
                  <a:cubicBezTo>
                    <a:pt x="446" y="267"/>
                    <a:pt x="454" y="246"/>
                    <a:pt x="480" y="211"/>
                  </a:cubicBezTo>
                  <a:cubicBezTo>
                    <a:pt x="480" y="211"/>
                    <a:pt x="480" y="211"/>
                    <a:pt x="480" y="211"/>
                  </a:cubicBezTo>
                  <a:cubicBezTo>
                    <a:pt x="554" y="135"/>
                    <a:pt x="495" y="0"/>
                    <a:pt x="389" y="3"/>
                  </a:cubicBezTo>
                  <a:cubicBezTo>
                    <a:pt x="279" y="1"/>
                    <a:pt x="222" y="142"/>
                    <a:pt x="303" y="217"/>
                  </a:cubicBezTo>
                  <a:cubicBezTo>
                    <a:pt x="338" y="243"/>
                    <a:pt x="392" y="276"/>
                    <a:pt x="373" y="319"/>
                  </a:cubicBezTo>
                  <a:cubicBezTo>
                    <a:pt x="341" y="399"/>
                    <a:pt x="135" y="369"/>
                    <a:pt x="111" y="254"/>
                  </a:cubicBezTo>
                  <a:cubicBezTo>
                    <a:pt x="91" y="185"/>
                    <a:pt x="0" y="227"/>
                    <a:pt x="35" y="292"/>
                  </a:cubicBezTo>
                  <a:cubicBezTo>
                    <a:pt x="63" y="345"/>
                    <a:pt x="158" y="370"/>
                    <a:pt x="219" y="388"/>
                  </a:cubicBezTo>
                  <a:cubicBezTo>
                    <a:pt x="345" y="425"/>
                    <a:pt x="367" y="441"/>
                    <a:pt x="360" y="492"/>
                  </a:cubicBezTo>
                  <a:cubicBezTo>
                    <a:pt x="358" y="510"/>
                    <a:pt x="336" y="551"/>
                    <a:pt x="285" y="551"/>
                  </a:cubicBezTo>
                  <a:cubicBezTo>
                    <a:pt x="253" y="548"/>
                    <a:pt x="222" y="546"/>
                    <a:pt x="199" y="570"/>
                  </a:cubicBezTo>
                  <a:cubicBezTo>
                    <a:pt x="174" y="595"/>
                    <a:pt x="175" y="640"/>
                    <a:pt x="202" y="664"/>
                  </a:cubicBezTo>
                  <a:cubicBezTo>
                    <a:pt x="230" y="692"/>
                    <a:pt x="281" y="686"/>
                    <a:pt x="302" y="653"/>
                  </a:cubicBezTo>
                  <a:cubicBezTo>
                    <a:pt x="302" y="653"/>
                    <a:pt x="303" y="652"/>
                    <a:pt x="303" y="652"/>
                  </a:cubicBezTo>
                  <a:cubicBezTo>
                    <a:pt x="303" y="652"/>
                    <a:pt x="303" y="651"/>
                    <a:pt x="304" y="651"/>
                  </a:cubicBezTo>
                  <a:cubicBezTo>
                    <a:pt x="324" y="618"/>
                    <a:pt x="319" y="601"/>
                    <a:pt x="364" y="565"/>
                  </a:cubicBezTo>
                  <a:cubicBezTo>
                    <a:pt x="399" y="537"/>
                    <a:pt x="521" y="519"/>
                    <a:pt x="622" y="567"/>
                  </a:cubicBezTo>
                  <a:cubicBezTo>
                    <a:pt x="724" y="616"/>
                    <a:pt x="746" y="694"/>
                    <a:pt x="674" y="694"/>
                  </a:cubicBezTo>
                  <a:cubicBezTo>
                    <a:pt x="674" y="694"/>
                    <a:pt x="674" y="694"/>
                    <a:pt x="674" y="694"/>
                  </a:cubicBezTo>
                  <a:cubicBezTo>
                    <a:pt x="588" y="694"/>
                    <a:pt x="588" y="694"/>
                    <a:pt x="588" y="694"/>
                  </a:cubicBezTo>
                  <a:cubicBezTo>
                    <a:pt x="588" y="1051"/>
                    <a:pt x="588" y="1051"/>
                    <a:pt x="588" y="1051"/>
                  </a:cubicBezTo>
                  <a:cubicBezTo>
                    <a:pt x="638" y="1051"/>
                    <a:pt x="638" y="1051"/>
                    <a:pt x="638" y="1051"/>
                  </a:cubicBezTo>
                  <a:cubicBezTo>
                    <a:pt x="638" y="927"/>
                    <a:pt x="638" y="927"/>
                    <a:pt x="638" y="927"/>
                  </a:cubicBezTo>
                  <a:cubicBezTo>
                    <a:pt x="749" y="927"/>
                    <a:pt x="749" y="927"/>
                    <a:pt x="749" y="927"/>
                  </a:cubicBezTo>
                  <a:cubicBezTo>
                    <a:pt x="787" y="927"/>
                    <a:pt x="818" y="917"/>
                    <a:pt x="840" y="896"/>
                  </a:cubicBezTo>
                  <a:cubicBezTo>
                    <a:pt x="862" y="875"/>
                    <a:pt x="874" y="846"/>
                    <a:pt x="874" y="811"/>
                  </a:cubicBezTo>
                  <a:cubicBezTo>
                    <a:pt x="874" y="783"/>
                    <a:pt x="867" y="760"/>
                    <a:pt x="854" y="74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dirty="0"/>
            </a:p>
          </p:txBody>
        </p:sp>
      </p:grpSp>
    </p:spTree>
    <p:extLst>
      <p:ext uri="{BB962C8B-B14F-4D97-AF65-F5344CB8AC3E}">
        <p14:creationId xmlns:p14="http://schemas.microsoft.com/office/powerpoint/2010/main" val="20670544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e exerg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ce réservé du texte 9">
            <a:extLst>
              <a:ext uri="{FF2B5EF4-FFF2-40B4-BE49-F238E27FC236}">
                <a16:creationId xmlns:a16="http://schemas.microsoft.com/office/drawing/2014/main" id="{092CE7C9-A41B-47BC-BD78-ACF9CB816F0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81000" y="2097995"/>
            <a:ext cx="5475288" cy="3292149"/>
          </a:xfrm>
        </p:spPr>
        <p:txBody>
          <a:bodyPr>
            <a:normAutofit/>
          </a:bodyPr>
          <a:lstStyle>
            <a:lvl1pPr marL="231775" indent="-231775">
              <a:spcBef>
                <a:spcPts val="8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400" b="0" u="none">
                <a:solidFill>
                  <a:schemeClr val="tx1"/>
                </a:solidFill>
              </a:defRPr>
            </a:lvl1pPr>
            <a:lvl2pPr marL="0" indent="0">
              <a:buClr>
                <a:schemeClr val="accent1"/>
              </a:buClr>
              <a:buFont typeface="Arial" panose="020B0604020202020204" pitchFamily="34" charset="0"/>
              <a:buNone/>
              <a:defRPr sz="2400" b="0" u="none">
                <a:solidFill>
                  <a:schemeClr val="tx1"/>
                </a:solidFill>
              </a:defRPr>
            </a:lvl2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4B96AC18-FDBF-4BF3-B770-A92648AB2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D1BE4-CD17-43AC-A077-88CD7C37981B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FB078FA2-AA2B-4F1D-A63B-CAA894A018C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587548" y="2097996"/>
            <a:ext cx="5218815" cy="3292149"/>
          </a:xfrm>
          <a:ln w="95250" cap="sq">
            <a:solidFill>
              <a:schemeClr val="accent1"/>
            </a:solidFill>
            <a:miter lim="800000"/>
          </a:ln>
        </p:spPr>
        <p:txBody>
          <a:bodyPr lIns="360000" tIns="360000" rIns="360000" bIns="360000">
            <a:noAutofit/>
          </a:bodyPr>
          <a:lstStyle>
            <a:lvl1pPr>
              <a:defRPr sz="2400" u="none">
                <a:solidFill>
                  <a:schemeClr val="accent1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8" name="Espace réservé du texte 9">
            <a:extLst>
              <a:ext uri="{FF2B5EF4-FFF2-40B4-BE49-F238E27FC236}">
                <a16:creationId xmlns:a16="http://schemas.microsoft.com/office/drawing/2014/main" id="{F3FDC544-5A65-46C1-AEEF-B04E37B1570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493619" y="6235004"/>
            <a:ext cx="7200000" cy="276999"/>
          </a:xfrm>
        </p:spPr>
        <p:txBody>
          <a:bodyPr/>
          <a:lstStyle>
            <a:lvl1pPr algn="ctr">
              <a:defRPr sz="1800" b="0" u="none"/>
            </a:lvl1pPr>
          </a:lstStyle>
          <a:p>
            <a:pPr lvl="0"/>
            <a:r>
              <a:rPr lang="fr-FR" dirty="0"/>
              <a:t>Titre de la présentation</a:t>
            </a:r>
          </a:p>
        </p:txBody>
      </p:sp>
      <p:sp>
        <p:nvSpPr>
          <p:cNvPr id="26" name="Titre 2">
            <a:extLst>
              <a:ext uri="{FF2B5EF4-FFF2-40B4-BE49-F238E27FC236}">
                <a16:creationId xmlns:a16="http://schemas.microsoft.com/office/drawing/2014/main" id="{7546F967-6626-4945-9BC0-9E347BDDD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175" y="95250"/>
            <a:ext cx="11423650" cy="100137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27" name="Espace réservé du texte 6">
            <a:extLst>
              <a:ext uri="{FF2B5EF4-FFF2-40B4-BE49-F238E27FC236}">
                <a16:creationId xmlns:a16="http://schemas.microsoft.com/office/drawing/2014/main" id="{B6F4AACB-2C26-4DE1-9DB4-0C2A4DBCA20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1000" y="1096623"/>
            <a:ext cx="11425238" cy="461665"/>
          </a:xfrm>
        </p:spPr>
        <p:txBody>
          <a:bodyPr/>
          <a:lstStyle>
            <a:lvl1pPr>
              <a:defRPr sz="3000" b="0" u="none"/>
            </a:lvl1pPr>
            <a:lvl2pPr>
              <a:defRPr sz="3000" b="0" u="none"/>
            </a:lvl2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grpSp>
        <p:nvGrpSpPr>
          <p:cNvPr id="28" name="Groupe 27">
            <a:extLst>
              <a:ext uri="{FF2B5EF4-FFF2-40B4-BE49-F238E27FC236}">
                <a16:creationId xmlns:a16="http://schemas.microsoft.com/office/drawing/2014/main" id="{6C5DB030-1FFC-47AD-B4A2-261399D3B739}"/>
              </a:ext>
            </a:extLst>
          </p:cNvPr>
          <p:cNvGrpSpPr/>
          <p:nvPr userDrawn="1"/>
        </p:nvGrpSpPr>
        <p:grpSpPr>
          <a:xfrm>
            <a:off x="10795808" y="5852159"/>
            <a:ext cx="1012811" cy="635105"/>
            <a:chOff x="2647950" y="1270000"/>
            <a:chExt cx="6896100" cy="4324351"/>
          </a:xfrm>
          <a:solidFill>
            <a:schemeClr val="accent1"/>
          </a:solidFill>
        </p:grpSpPr>
        <p:sp>
          <p:nvSpPr>
            <p:cNvPr id="29" name="Freeform 5">
              <a:extLst>
                <a:ext uri="{FF2B5EF4-FFF2-40B4-BE49-F238E27FC236}">
                  <a16:creationId xmlns:a16="http://schemas.microsoft.com/office/drawing/2014/main" id="{0DFD39CF-F2A7-4F11-8953-3A6A84D799F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026275" y="2463800"/>
              <a:ext cx="1190625" cy="1244600"/>
            </a:xfrm>
            <a:custGeom>
              <a:avLst/>
              <a:gdLst>
                <a:gd name="T0" fmla="*/ 249 w 316"/>
                <a:gd name="T1" fmla="*/ 221 h 330"/>
                <a:gd name="T2" fmla="*/ 215 w 316"/>
                <a:gd name="T3" fmla="*/ 261 h 330"/>
                <a:gd name="T4" fmla="*/ 160 w 316"/>
                <a:gd name="T5" fmla="*/ 276 h 330"/>
                <a:gd name="T6" fmla="*/ 105 w 316"/>
                <a:gd name="T7" fmla="*/ 261 h 330"/>
                <a:gd name="T8" fmla="*/ 70 w 316"/>
                <a:gd name="T9" fmla="*/ 221 h 330"/>
                <a:gd name="T10" fmla="*/ 57 w 316"/>
                <a:gd name="T11" fmla="*/ 165 h 330"/>
                <a:gd name="T12" fmla="*/ 70 w 316"/>
                <a:gd name="T13" fmla="*/ 109 h 330"/>
                <a:gd name="T14" fmla="*/ 105 w 316"/>
                <a:gd name="T15" fmla="*/ 69 h 330"/>
                <a:gd name="T16" fmla="*/ 160 w 316"/>
                <a:gd name="T17" fmla="*/ 54 h 330"/>
                <a:gd name="T18" fmla="*/ 215 w 316"/>
                <a:gd name="T19" fmla="*/ 69 h 330"/>
                <a:gd name="T20" fmla="*/ 249 w 316"/>
                <a:gd name="T21" fmla="*/ 109 h 330"/>
                <a:gd name="T22" fmla="*/ 261 w 316"/>
                <a:gd name="T23" fmla="*/ 165 h 330"/>
                <a:gd name="T24" fmla="*/ 249 w 316"/>
                <a:gd name="T25" fmla="*/ 221 h 330"/>
                <a:gd name="T26" fmla="*/ 258 w 316"/>
                <a:gd name="T27" fmla="*/ 44 h 330"/>
                <a:gd name="T28" fmla="*/ 223 w 316"/>
                <a:gd name="T29" fmla="*/ 16 h 330"/>
                <a:gd name="T30" fmla="*/ 154 w 316"/>
                <a:gd name="T31" fmla="*/ 0 h 330"/>
                <a:gd name="T32" fmla="*/ 73 w 316"/>
                <a:gd name="T33" fmla="*/ 23 h 330"/>
                <a:gd name="T34" fmla="*/ 19 w 316"/>
                <a:gd name="T35" fmla="*/ 82 h 330"/>
                <a:gd name="T36" fmla="*/ 0 w 316"/>
                <a:gd name="T37" fmla="*/ 165 h 330"/>
                <a:gd name="T38" fmla="*/ 19 w 316"/>
                <a:gd name="T39" fmla="*/ 248 h 330"/>
                <a:gd name="T40" fmla="*/ 73 w 316"/>
                <a:gd name="T41" fmla="*/ 307 h 330"/>
                <a:gd name="T42" fmla="*/ 154 w 316"/>
                <a:gd name="T43" fmla="*/ 330 h 330"/>
                <a:gd name="T44" fmla="*/ 223 w 316"/>
                <a:gd name="T45" fmla="*/ 314 h 330"/>
                <a:gd name="T46" fmla="*/ 258 w 316"/>
                <a:gd name="T47" fmla="*/ 286 h 330"/>
                <a:gd name="T48" fmla="*/ 258 w 316"/>
                <a:gd name="T49" fmla="*/ 325 h 330"/>
                <a:gd name="T50" fmla="*/ 316 w 316"/>
                <a:gd name="T51" fmla="*/ 325 h 330"/>
                <a:gd name="T52" fmla="*/ 316 w 316"/>
                <a:gd name="T53" fmla="*/ 5 h 330"/>
                <a:gd name="T54" fmla="*/ 258 w 316"/>
                <a:gd name="T55" fmla="*/ 5 h 330"/>
                <a:gd name="T56" fmla="*/ 258 w 316"/>
                <a:gd name="T57" fmla="*/ 44 h 3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316" h="330">
                  <a:moveTo>
                    <a:pt x="249" y="221"/>
                  </a:moveTo>
                  <a:cubicBezTo>
                    <a:pt x="241" y="237"/>
                    <a:pt x="230" y="251"/>
                    <a:pt x="215" y="261"/>
                  </a:cubicBezTo>
                  <a:cubicBezTo>
                    <a:pt x="201" y="271"/>
                    <a:pt x="182" y="276"/>
                    <a:pt x="160" y="276"/>
                  </a:cubicBezTo>
                  <a:cubicBezTo>
                    <a:pt x="139" y="276"/>
                    <a:pt x="120" y="271"/>
                    <a:pt x="105" y="261"/>
                  </a:cubicBezTo>
                  <a:cubicBezTo>
                    <a:pt x="90" y="251"/>
                    <a:pt x="78" y="237"/>
                    <a:pt x="70" y="221"/>
                  </a:cubicBezTo>
                  <a:cubicBezTo>
                    <a:pt x="62" y="204"/>
                    <a:pt x="57" y="185"/>
                    <a:pt x="57" y="165"/>
                  </a:cubicBezTo>
                  <a:cubicBezTo>
                    <a:pt x="57" y="145"/>
                    <a:pt x="61" y="126"/>
                    <a:pt x="70" y="109"/>
                  </a:cubicBezTo>
                  <a:cubicBezTo>
                    <a:pt x="78" y="93"/>
                    <a:pt x="90" y="79"/>
                    <a:pt x="105" y="69"/>
                  </a:cubicBezTo>
                  <a:cubicBezTo>
                    <a:pt x="121" y="59"/>
                    <a:pt x="139" y="54"/>
                    <a:pt x="160" y="54"/>
                  </a:cubicBezTo>
                  <a:cubicBezTo>
                    <a:pt x="182" y="54"/>
                    <a:pt x="201" y="59"/>
                    <a:pt x="215" y="69"/>
                  </a:cubicBezTo>
                  <a:cubicBezTo>
                    <a:pt x="230" y="79"/>
                    <a:pt x="241" y="92"/>
                    <a:pt x="249" y="109"/>
                  </a:cubicBezTo>
                  <a:cubicBezTo>
                    <a:pt x="257" y="126"/>
                    <a:pt x="261" y="145"/>
                    <a:pt x="261" y="165"/>
                  </a:cubicBezTo>
                  <a:cubicBezTo>
                    <a:pt x="261" y="185"/>
                    <a:pt x="257" y="204"/>
                    <a:pt x="249" y="221"/>
                  </a:cubicBezTo>
                  <a:moveTo>
                    <a:pt x="258" y="44"/>
                  </a:moveTo>
                  <a:cubicBezTo>
                    <a:pt x="248" y="33"/>
                    <a:pt x="236" y="23"/>
                    <a:pt x="223" y="16"/>
                  </a:cubicBezTo>
                  <a:cubicBezTo>
                    <a:pt x="204" y="6"/>
                    <a:pt x="181" y="0"/>
                    <a:pt x="154" y="0"/>
                  </a:cubicBezTo>
                  <a:cubicBezTo>
                    <a:pt x="123" y="0"/>
                    <a:pt x="96" y="8"/>
                    <a:pt x="73" y="23"/>
                  </a:cubicBezTo>
                  <a:cubicBezTo>
                    <a:pt x="50" y="37"/>
                    <a:pt x="31" y="57"/>
                    <a:pt x="19" y="82"/>
                  </a:cubicBezTo>
                  <a:cubicBezTo>
                    <a:pt x="6" y="107"/>
                    <a:pt x="0" y="135"/>
                    <a:pt x="0" y="165"/>
                  </a:cubicBezTo>
                  <a:cubicBezTo>
                    <a:pt x="0" y="195"/>
                    <a:pt x="6" y="223"/>
                    <a:pt x="19" y="248"/>
                  </a:cubicBezTo>
                  <a:cubicBezTo>
                    <a:pt x="31" y="273"/>
                    <a:pt x="50" y="293"/>
                    <a:pt x="73" y="307"/>
                  </a:cubicBezTo>
                  <a:cubicBezTo>
                    <a:pt x="96" y="322"/>
                    <a:pt x="123" y="330"/>
                    <a:pt x="154" y="330"/>
                  </a:cubicBezTo>
                  <a:cubicBezTo>
                    <a:pt x="181" y="330"/>
                    <a:pt x="204" y="324"/>
                    <a:pt x="223" y="314"/>
                  </a:cubicBezTo>
                  <a:cubicBezTo>
                    <a:pt x="236" y="307"/>
                    <a:pt x="248" y="297"/>
                    <a:pt x="258" y="286"/>
                  </a:cubicBezTo>
                  <a:cubicBezTo>
                    <a:pt x="258" y="325"/>
                    <a:pt x="258" y="325"/>
                    <a:pt x="258" y="325"/>
                  </a:cubicBezTo>
                  <a:cubicBezTo>
                    <a:pt x="316" y="325"/>
                    <a:pt x="316" y="325"/>
                    <a:pt x="316" y="325"/>
                  </a:cubicBezTo>
                  <a:cubicBezTo>
                    <a:pt x="316" y="5"/>
                    <a:pt x="316" y="5"/>
                    <a:pt x="316" y="5"/>
                  </a:cubicBezTo>
                  <a:cubicBezTo>
                    <a:pt x="258" y="5"/>
                    <a:pt x="258" y="5"/>
                    <a:pt x="258" y="5"/>
                  </a:cubicBezTo>
                  <a:lnTo>
                    <a:pt x="258" y="4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0" name="Freeform 6">
              <a:extLst>
                <a:ext uri="{FF2B5EF4-FFF2-40B4-BE49-F238E27FC236}">
                  <a16:creationId xmlns:a16="http://schemas.microsoft.com/office/drawing/2014/main" id="{E8077464-5641-4ABF-91AA-101672D5339F}"/>
                </a:ext>
              </a:extLst>
            </p:cNvPr>
            <p:cNvSpPr>
              <a:spLocks/>
            </p:cNvSpPr>
            <p:nvPr/>
          </p:nvSpPr>
          <p:spPr bwMode="auto">
            <a:xfrm>
              <a:off x="8466138" y="2481263"/>
              <a:ext cx="1066800" cy="1227138"/>
            </a:xfrm>
            <a:custGeom>
              <a:avLst/>
              <a:gdLst>
                <a:gd name="T0" fmla="*/ 128 w 283"/>
                <a:gd name="T1" fmla="*/ 325 h 325"/>
                <a:gd name="T2" fmla="*/ 193 w 283"/>
                <a:gd name="T3" fmla="*/ 308 h 325"/>
                <a:gd name="T4" fmla="*/ 225 w 283"/>
                <a:gd name="T5" fmla="*/ 282 h 325"/>
                <a:gd name="T6" fmla="*/ 225 w 283"/>
                <a:gd name="T7" fmla="*/ 320 h 325"/>
                <a:gd name="T8" fmla="*/ 283 w 283"/>
                <a:gd name="T9" fmla="*/ 320 h 325"/>
                <a:gd name="T10" fmla="*/ 283 w 283"/>
                <a:gd name="T11" fmla="*/ 0 h 325"/>
                <a:gd name="T12" fmla="*/ 225 w 283"/>
                <a:gd name="T13" fmla="*/ 0 h 325"/>
                <a:gd name="T14" fmla="*/ 225 w 283"/>
                <a:gd name="T15" fmla="*/ 183 h 325"/>
                <a:gd name="T16" fmla="*/ 213 w 283"/>
                <a:gd name="T17" fmla="*/ 229 h 325"/>
                <a:gd name="T18" fmla="*/ 181 w 283"/>
                <a:gd name="T19" fmla="*/ 260 h 325"/>
                <a:gd name="T20" fmla="*/ 138 w 283"/>
                <a:gd name="T21" fmla="*/ 271 h 325"/>
                <a:gd name="T22" fmla="*/ 80 w 283"/>
                <a:gd name="T23" fmla="*/ 247 h 325"/>
                <a:gd name="T24" fmla="*/ 57 w 283"/>
                <a:gd name="T25" fmla="*/ 184 h 325"/>
                <a:gd name="T26" fmla="*/ 57 w 283"/>
                <a:gd name="T27" fmla="*/ 0 h 325"/>
                <a:gd name="T28" fmla="*/ 0 w 283"/>
                <a:gd name="T29" fmla="*/ 0 h 325"/>
                <a:gd name="T30" fmla="*/ 0 w 283"/>
                <a:gd name="T31" fmla="*/ 185 h 325"/>
                <a:gd name="T32" fmla="*/ 18 w 283"/>
                <a:gd name="T33" fmla="*/ 262 h 325"/>
                <a:gd name="T34" fmla="*/ 66 w 283"/>
                <a:gd name="T35" fmla="*/ 309 h 325"/>
                <a:gd name="T36" fmla="*/ 128 w 283"/>
                <a:gd name="T37" fmla="*/ 325 h 3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83" h="325">
                  <a:moveTo>
                    <a:pt x="128" y="325"/>
                  </a:moveTo>
                  <a:cubicBezTo>
                    <a:pt x="154" y="325"/>
                    <a:pt x="176" y="319"/>
                    <a:pt x="193" y="308"/>
                  </a:cubicBezTo>
                  <a:cubicBezTo>
                    <a:pt x="205" y="301"/>
                    <a:pt x="215" y="292"/>
                    <a:pt x="225" y="282"/>
                  </a:cubicBezTo>
                  <a:cubicBezTo>
                    <a:pt x="225" y="320"/>
                    <a:pt x="225" y="320"/>
                    <a:pt x="225" y="320"/>
                  </a:cubicBezTo>
                  <a:cubicBezTo>
                    <a:pt x="283" y="320"/>
                    <a:pt x="283" y="320"/>
                    <a:pt x="283" y="320"/>
                  </a:cubicBezTo>
                  <a:cubicBezTo>
                    <a:pt x="283" y="0"/>
                    <a:pt x="283" y="0"/>
                    <a:pt x="283" y="0"/>
                  </a:cubicBezTo>
                  <a:cubicBezTo>
                    <a:pt x="225" y="0"/>
                    <a:pt x="225" y="0"/>
                    <a:pt x="225" y="0"/>
                  </a:cubicBezTo>
                  <a:cubicBezTo>
                    <a:pt x="225" y="183"/>
                    <a:pt x="225" y="183"/>
                    <a:pt x="225" y="183"/>
                  </a:cubicBezTo>
                  <a:cubicBezTo>
                    <a:pt x="225" y="201"/>
                    <a:pt x="221" y="216"/>
                    <a:pt x="213" y="229"/>
                  </a:cubicBezTo>
                  <a:cubicBezTo>
                    <a:pt x="205" y="242"/>
                    <a:pt x="195" y="252"/>
                    <a:pt x="181" y="260"/>
                  </a:cubicBezTo>
                  <a:cubicBezTo>
                    <a:pt x="169" y="267"/>
                    <a:pt x="154" y="271"/>
                    <a:pt x="138" y="271"/>
                  </a:cubicBezTo>
                  <a:cubicBezTo>
                    <a:pt x="114" y="271"/>
                    <a:pt x="95" y="263"/>
                    <a:pt x="80" y="247"/>
                  </a:cubicBezTo>
                  <a:cubicBezTo>
                    <a:pt x="65" y="232"/>
                    <a:pt x="57" y="210"/>
                    <a:pt x="57" y="184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85"/>
                    <a:pt x="0" y="185"/>
                    <a:pt x="0" y="185"/>
                  </a:cubicBezTo>
                  <a:cubicBezTo>
                    <a:pt x="0" y="215"/>
                    <a:pt x="6" y="241"/>
                    <a:pt x="18" y="262"/>
                  </a:cubicBezTo>
                  <a:cubicBezTo>
                    <a:pt x="30" y="282"/>
                    <a:pt x="46" y="298"/>
                    <a:pt x="66" y="309"/>
                  </a:cubicBezTo>
                  <a:cubicBezTo>
                    <a:pt x="86" y="319"/>
                    <a:pt x="107" y="325"/>
                    <a:pt x="128" y="325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1" name="Freeform 7">
              <a:extLst>
                <a:ext uri="{FF2B5EF4-FFF2-40B4-BE49-F238E27FC236}">
                  <a16:creationId xmlns:a16="http://schemas.microsoft.com/office/drawing/2014/main" id="{A2C1F2CF-1476-489B-AA83-40CD5FF9836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47950" y="4157663"/>
              <a:ext cx="1017588" cy="1436688"/>
            </a:xfrm>
            <a:custGeom>
              <a:avLst/>
              <a:gdLst>
                <a:gd name="T0" fmla="*/ 213 w 270"/>
                <a:gd name="T1" fmla="*/ 288 h 381"/>
                <a:gd name="T2" fmla="*/ 184 w 270"/>
                <a:gd name="T3" fmla="*/ 323 h 381"/>
                <a:gd name="T4" fmla="*/ 137 w 270"/>
                <a:gd name="T5" fmla="*/ 335 h 381"/>
                <a:gd name="T6" fmla="*/ 90 w 270"/>
                <a:gd name="T7" fmla="*/ 323 h 381"/>
                <a:gd name="T8" fmla="*/ 60 w 270"/>
                <a:gd name="T9" fmla="*/ 288 h 381"/>
                <a:gd name="T10" fmla="*/ 49 w 270"/>
                <a:gd name="T11" fmla="*/ 241 h 381"/>
                <a:gd name="T12" fmla="*/ 60 w 270"/>
                <a:gd name="T13" fmla="*/ 193 h 381"/>
                <a:gd name="T14" fmla="*/ 90 w 270"/>
                <a:gd name="T15" fmla="*/ 159 h 381"/>
                <a:gd name="T16" fmla="*/ 137 w 270"/>
                <a:gd name="T17" fmla="*/ 146 h 381"/>
                <a:gd name="T18" fmla="*/ 184 w 270"/>
                <a:gd name="T19" fmla="*/ 159 h 381"/>
                <a:gd name="T20" fmla="*/ 213 w 270"/>
                <a:gd name="T21" fmla="*/ 193 h 381"/>
                <a:gd name="T22" fmla="*/ 223 w 270"/>
                <a:gd name="T23" fmla="*/ 241 h 381"/>
                <a:gd name="T24" fmla="*/ 213 w 270"/>
                <a:gd name="T25" fmla="*/ 288 h 381"/>
                <a:gd name="T26" fmla="*/ 221 w 270"/>
                <a:gd name="T27" fmla="*/ 138 h 381"/>
                <a:gd name="T28" fmla="*/ 190 w 270"/>
                <a:gd name="T29" fmla="*/ 114 h 381"/>
                <a:gd name="T30" fmla="*/ 132 w 270"/>
                <a:gd name="T31" fmla="*/ 101 h 381"/>
                <a:gd name="T32" fmla="*/ 62 w 270"/>
                <a:gd name="T33" fmla="*/ 120 h 381"/>
                <a:gd name="T34" fmla="*/ 16 w 270"/>
                <a:gd name="T35" fmla="*/ 170 h 381"/>
                <a:gd name="T36" fmla="*/ 0 w 270"/>
                <a:gd name="T37" fmla="*/ 241 h 381"/>
                <a:gd name="T38" fmla="*/ 16 w 270"/>
                <a:gd name="T39" fmla="*/ 311 h 381"/>
                <a:gd name="T40" fmla="*/ 62 w 270"/>
                <a:gd name="T41" fmla="*/ 362 h 381"/>
                <a:gd name="T42" fmla="*/ 132 w 270"/>
                <a:gd name="T43" fmla="*/ 381 h 381"/>
                <a:gd name="T44" fmla="*/ 190 w 270"/>
                <a:gd name="T45" fmla="*/ 368 h 381"/>
                <a:gd name="T46" fmla="*/ 221 w 270"/>
                <a:gd name="T47" fmla="*/ 344 h 381"/>
                <a:gd name="T48" fmla="*/ 221 w 270"/>
                <a:gd name="T49" fmla="*/ 377 h 381"/>
                <a:gd name="T50" fmla="*/ 270 w 270"/>
                <a:gd name="T51" fmla="*/ 377 h 381"/>
                <a:gd name="T52" fmla="*/ 270 w 270"/>
                <a:gd name="T53" fmla="*/ 0 h 381"/>
                <a:gd name="T54" fmla="*/ 221 w 270"/>
                <a:gd name="T55" fmla="*/ 0 h 381"/>
                <a:gd name="T56" fmla="*/ 221 w 270"/>
                <a:gd name="T57" fmla="*/ 138 h 3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70" h="381">
                  <a:moveTo>
                    <a:pt x="213" y="288"/>
                  </a:moveTo>
                  <a:cubicBezTo>
                    <a:pt x="206" y="303"/>
                    <a:pt x="196" y="314"/>
                    <a:pt x="184" y="323"/>
                  </a:cubicBezTo>
                  <a:cubicBezTo>
                    <a:pt x="171" y="331"/>
                    <a:pt x="156" y="335"/>
                    <a:pt x="137" y="335"/>
                  </a:cubicBezTo>
                  <a:cubicBezTo>
                    <a:pt x="119" y="335"/>
                    <a:pt x="103" y="331"/>
                    <a:pt x="90" y="323"/>
                  </a:cubicBezTo>
                  <a:cubicBezTo>
                    <a:pt x="77" y="314"/>
                    <a:pt x="67" y="303"/>
                    <a:pt x="60" y="288"/>
                  </a:cubicBezTo>
                  <a:cubicBezTo>
                    <a:pt x="53" y="274"/>
                    <a:pt x="49" y="258"/>
                    <a:pt x="49" y="241"/>
                  </a:cubicBezTo>
                  <a:cubicBezTo>
                    <a:pt x="49" y="224"/>
                    <a:pt x="53" y="208"/>
                    <a:pt x="60" y="193"/>
                  </a:cubicBezTo>
                  <a:cubicBezTo>
                    <a:pt x="67" y="179"/>
                    <a:pt x="77" y="168"/>
                    <a:pt x="90" y="159"/>
                  </a:cubicBezTo>
                  <a:cubicBezTo>
                    <a:pt x="103" y="151"/>
                    <a:pt x="119" y="146"/>
                    <a:pt x="137" y="146"/>
                  </a:cubicBezTo>
                  <a:cubicBezTo>
                    <a:pt x="156" y="146"/>
                    <a:pt x="171" y="151"/>
                    <a:pt x="184" y="159"/>
                  </a:cubicBezTo>
                  <a:cubicBezTo>
                    <a:pt x="196" y="168"/>
                    <a:pt x="206" y="179"/>
                    <a:pt x="213" y="193"/>
                  </a:cubicBezTo>
                  <a:cubicBezTo>
                    <a:pt x="219" y="208"/>
                    <a:pt x="223" y="224"/>
                    <a:pt x="223" y="241"/>
                  </a:cubicBezTo>
                  <a:cubicBezTo>
                    <a:pt x="223" y="258"/>
                    <a:pt x="219" y="274"/>
                    <a:pt x="213" y="288"/>
                  </a:cubicBezTo>
                  <a:moveTo>
                    <a:pt x="221" y="138"/>
                  </a:moveTo>
                  <a:cubicBezTo>
                    <a:pt x="212" y="128"/>
                    <a:pt x="202" y="120"/>
                    <a:pt x="190" y="114"/>
                  </a:cubicBezTo>
                  <a:cubicBezTo>
                    <a:pt x="174" y="105"/>
                    <a:pt x="154" y="101"/>
                    <a:pt x="132" y="101"/>
                  </a:cubicBezTo>
                  <a:cubicBezTo>
                    <a:pt x="106" y="101"/>
                    <a:pt x="82" y="107"/>
                    <a:pt x="62" y="120"/>
                  </a:cubicBezTo>
                  <a:cubicBezTo>
                    <a:pt x="43" y="132"/>
                    <a:pt x="27" y="149"/>
                    <a:pt x="16" y="170"/>
                  </a:cubicBezTo>
                  <a:cubicBezTo>
                    <a:pt x="6" y="191"/>
                    <a:pt x="0" y="215"/>
                    <a:pt x="0" y="241"/>
                  </a:cubicBezTo>
                  <a:cubicBezTo>
                    <a:pt x="0" y="266"/>
                    <a:pt x="6" y="290"/>
                    <a:pt x="16" y="311"/>
                  </a:cubicBezTo>
                  <a:cubicBezTo>
                    <a:pt x="27" y="333"/>
                    <a:pt x="43" y="350"/>
                    <a:pt x="62" y="362"/>
                  </a:cubicBezTo>
                  <a:cubicBezTo>
                    <a:pt x="82" y="375"/>
                    <a:pt x="106" y="381"/>
                    <a:pt x="132" y="381"/>
                  </a:cubicBezTo>
                  <a:cubicBezTo>
                    <a:pt x="154" y="381"/>
                    <a:pt x="174" y="377"/>
                    <a:pt x="190" y="368"/>
                  </a:cubicBezTo>
                  <a:cubicBezTo>
                    <a:pt x="202" y="361"/>
                    <a:pt x="212" y="354"/>
                    <a:pt x="221" y="344"/>
                  </a:cubicBezTo>
                  <a:cubicBezTo>
                    <a:pt x="221" y="377"/>
                    <a:pt x="221" y="377"/>
                    <a:pt x="221" y="377"/>
                  </a:cubicBezTo>
                  <a:cubicBezTo>
                    <a:pt x="270" y="377"/>
                    <a:pt x="270" y="377"/>
                    <a:pt x="270" y="377"/>
                  </a:cubicBezTo>
                  <a:cubicBezTo>
                    <a:pt x="270" y="0"/>
                    <a:pt x="270" y="0"/>
                    <a:pt x="270" y="0"/>
                  </a:cubicBezTo>
                  <a:cubicBezTo>
                    <a:pt x="221" y="0"/>
                    <a:pt x="221" y="0"/>
                    <a:pt x="221" y="0"/>
                  </a:cubicBezTo>
                  <a:lnTo>
                    <a:pt x="221" y="13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2" name="Freeform 8">
              <a:extLst>
                <a:ext uri="{FF2B5EF4-FFF2-40B4-BE49-F238E27FC236}">
                  <a16:creationId xmlns:a16="http://schemas.microsoft.com/office/drawing/2014/main" id="{2987A365-C289-4129-8F4C-4CB3C6CC8F0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81425" y="4538663"/>
              <a:ext cx="1017588" cy="1055688"/>
            </a:xfrm>
            <a:custGeom>
              <a:avLst/>
              <a:gdLst>
                <a:gd name="T0" fmla="*/ 52 w 270"/>
                <a:gd name="T1" fmla="*/ 114 h 280"/>
                <a:gd name="T2" fmla="*/ 78 w 270"/>
                <a:gd name="T3" fmla="*/ 66 h 280"/>
                <a:gd name="T4" fmla="*/ 135 w 270"/>
                <a:gd name="T5" fmla="*/ 45 h 280"/>
                <a:gd name="T6" fmla="*/ 192 w 270"/>
                <a:gd name="T7" fmla="*/ 66 h 280"/>
                <a:gd name="T8" fmla="*/ 218 w 270"/>
                <a:gd name="T9" fmla="*/ 114 h 280"/>
                <a:gd name="T10" fmla="*/ 52 w 270"/>
                <a:gd name="T11" fmla="*/ 114 h 280"/>
                <a:gd name="T12" fmla="*/ 207 w 270"/>
                <a:gd name="T13" fmla="*/ 19 h 280"/>
                <a:gd name="T14" fmla="*/ 135 w 270"/>
                <a:gd name="T15" fmla="*/ 0 h 280"/>
                <a:gd name="T16" fmla="*/ 63 w 270"/>
                <a:gd name="T17" fmla="*/ 19 h 280"/>
                <a:gd name="T18" fmla="*/ 17 w 270"/>
                <a:gd name="T19" fmla="*/ 69 h 280"/>
                <a:gd name="T20" fmla="*/ 0 w 270"/>
                <a:gd name="T21" fmla="*/ 140 h 280"/>
                <a:gd name="T22" fmla="*/ 17 w 270"/>
                <a:gd name="T23" fmla="*/ 210 h 280"/>
                <a:gd name="T24" fmla="*/ 66 w 270"/>
                <a:gd name="T25" fmla="*/ 261 h 280"/>
                <a:gd name="T26" fmla="*/ 138 w 270"/>
                <a:gd name="T27" fmla="*/ 280 h 280"/>
                <a:gd name="T28" fmla="*/ 217 w 270"/>
                <a:gd name="T29" fmla="*/ 257 h 280"/>
                <a:gd name="T30" fmla="*/ 262 w 270"/>
                <a:gd name="T31" fmla="*/ 197 h 280"/>
                <a:gd name="T32" fmla="*/ 265 w 270"/>
                <a:gd name="T33" fmla="*/ 190 h 280"/>
                <a:gd name="T34" fmla="*/ 211 w 270"/>
                <a:gd name="T35" fmla="*/ 190 h 280"/>
                <a:gd name="T36" fmla="*/ 210 w 270"/>
                <a:gd name="T37" fmla="*/ 193 h 280"/>
                <a:gd name="T38" fmla="*/ 182 w 270"/>
                <a:gd name="T39" fmla="*/ 223 h 280"/>
                <a:gd name="T40" fmla="*/ 138 w 270"/>
                <a:gd name="T41" fmla="*/ 234 h 280"/>
                <a:gd name="T42" fmla="*/ 95 w 270"/>
                <a:gd name="T43" fmla="*/ 224 h 280"/>
                <a:gd name="T44" fmla="*/ 65 w 270"/>
                <a:gd name="T45" fmla="*/ 195 h 280"/>
                <a:gd name="T46" fmla="*/ 52 w 270"/>
                <a:gd name="T47" fmla="*/ 161 h 280"/>
                <a:gd name="T48" fmla="*/ 270 w 270"/>
                <a:gd name="T49" fmla="*/ 161 h 280"/>
                <a:gd name="T50" fmla="*/ 270 w 270"/>
                <a:gd name="T51" fmla="*/ 140 h 280"/>
                <a:gd name="T52" fmla="*/ 254 w 270"/>
                <a:gd name="T53" fmla="*/ 69 h 280"/>
                <a:gd name="T54" fmla="*/ 207 w 270"/>
                <a:gd name="T55" fmla="*/ 19 h 2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270" h="280">
                  <a:moveTo>
                    <a:pt x="52" y="114"/>
                  </a:moveTo>
                  <a:cubicBezTo>
                    <a:pt x="56" y="95"/>
                    <a:pt x="65" y="79"/>
                    <a:pt x="78" y="66"/>
                  </a:cubicBezTo>
                  <a:cubicBezTo>
                    <a:pt x="92" y="52"/>
                    <a:pt x="112" y="45"/>
                    <a:pt x="135" y="45"/>
                  </a:cubicBezTo>
                  <a:cubicBezTo>
                    <a:pt x="159" y="45"/>
                    <a:pt x="178" y="52"/>
                    <a:pt x="192" y="66"/>
                  </a:cubicBezTo>
                  <a:cubicBezTo>
                    <a:pt x="206" y="79"/>
                    <a:pt x="214" y="95"/>
                    <a:pt x="218" y="114"/>
                  </a:cubicBezTo>
                  <a:lnTo>
                    <a:pt x="52" y="114"/>
                  </a:lnTo>
                  <a:close/>
                  <a:moveTo>
                    <a:pt x="207" y="19"/>
                  </a:moveTo>
                  <a:cubicBezTo>
                    <a:pt x="187" y="6"/>
                    <a:pt x="163" y="0"/>
                    <a:pt x="135" y="0"/>
                  </a:cubicBezTo>
                  <a:cubicBezTo>
                    <a:pt x="108" y="0"/>
                    <a:pt x="84" y="6"/>
                    <a:pt x="63" y="19"/>
                  </a:cubicBezTo>
                  <a:cubicBezTo>
                    <a:pt x="43" y="31"/>
                    <a:pt x="27" y="48"/>
                    <a:pt x="17" y="69"/>
                  </a:cubicBezTo>
                  <a:cubicBezTo>
                    <a:pt x="6" y="90"/>
                    <a:pt x="0" y="114"/>
                    <a:pt x="0" y="140"/>
                  </a:cubicBezTo>
                  <a:cubicBezTo>
                    <a:pt x="0" y="165"/>
                    <a:pt x="6" y="189"/>
                    <a:pt x="17" y="210"/>
                  </a:cubicBezTo>
                  <a:cubicBezTo>
                    <a:pt x="29" y="232"/>
                    <a:pt x="45" y="249"/>
                    <a:pt x="66" y="261"/>
                  </a:cubicBezTo>
                  <a:cubicBezTo>
                    <a:pt x="86" y="274"/>
                    <a:pt x="110" y="280"/>
                    <a:pt x="138" y="280"/>
                  </a:cubicBezTo>
                  <a:cubicBezTo>
                    <a:pt x="170" y="280"/>
                    <a:pt x="197" y="272"/>
                    <a:pt x="217" y="257"/>
                  </a:cubicBezTo>
                  <a:cubicBezTo>
                    <a:pt x="237" y="241"/>
                    <a:pt x="253" y="221"/>
                    <a:pt x="262" y="197"/>
                  </a:cubicBezTo>
                  <a:cubicBezTo>
                    <a:pt x="265" y="190"/>
                    <a:pt x="265" y="190"/>
                    <a:pt x="265" y="190"/>
                  </a:cubicBezTo>
                  <a:cubicBezTo>
                    <a:pt x="211" y="190"/>
                    <a:pt x="211" y="190"/>
                    <a:pt x="211" y="190"/>
                  </a:cubicBezTo>
                  <a:cubicBezTo>
                    <a:pt x="210" y="193"/>
                    <a:pt x="210" y="193"/>
                    <a:pt x="210" y="193"/>
                  </a:cubicBezTo>
                  <a:cubicBezTo>
                    <a:pt x="203" y="205"/>
                    <a:pt x="194" y="215"/>
                    <a:pt x="182" y="223"/>
                  </a:cubicBezTo>
                  <a:cubicBezTo>
                    <a:pt x="171" y="231"/>
                    <a:pt x="156" y="234"/>
                    <a:pt x="138" y="234"/>
                  </a:cubicBezTo>
                  <a:cubicBezTo>
                    <a:pt x="122" y="234"/>
                    <a:pt x="107" y="231"/>
                    <a:pt x="95" y="224"/>
                  </a:cubicBezTo>
                  <a:cubicBezTo>
                    <a:pt x="82" y="217"/>
                    <a:pt x="72" y="207"/>
                    <a:pt x="65" y="195"/>
                  </a:cubicBezTo>
                  <a:cubicBezTo>
                    <a:pt x="58" y="185"/>
                    <a:pt x="54" y="173"/>
                    <a:pt x="52" y="161"/>
                  </a:cubicBezTo>
                  <a:cubicBezTo>
                    <a:pt x="270" y="161"/>
                    <a:pt x="270" y="161"/>
                    <a:pt x="270" y="161"/>
                  </a:cubicBezTo>
                  <a:cubicBezTo>
                    <a:pt x="270" y="140"/>
                    <a:pt x="270" y="140"/>
                    <a:pt x="270" y="140"/>
                  </a:cubicBezTo>
                  <a:cubicBezTo>
                    <a:pt x="270" y="114"/>
                    <a:pt x="265" y="90"/>
                    <a:pt x="254" y="69"/>
                  </a:cubicBezTo>
                  <a:cubicBezTo>
                    <a:pt x="243" y="48"/>
                    <a:pt x="227" y="31"/>
                    <a:pt x="207" y="1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3" name="Freeform 9">
              <a:extLst>
                <a:ext uri="{FF2B5EF4-FFF2-40B4-BE49-F238E27FC236}">
                  <a16:creationId xmlns:a16="http://schemas.microsoft.com/office/drawing/2014/main" id="{28957396-C00E-421C-A434-7DCF1AF1711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424613" y="4538663"/>
              <a:ext cx="1016000" cy="1055688"/>
            </a:xfrm>
            <a:custGeom>
              <a:avLst/>
              <a:gdLst>
                <a:gd name="T0" fmla="*/ 213 w 270"/>
                <a:gd name="T1" fmla="*/ 187 h 280"/>
                <a:gd name="T2" fmla="*/ 184 w 270"/>
                <a:gd name="T3" fmla="*/ 222 h 280"/>
                <a:gd name="T4" fmla="*/ 137 w 270"/>
                <a:gd name="T5" fmla="*/ 234 h 280"/>
                <a:gd name="T6" fmla="*/ 90 w 270"/>
                <a:gd name="T7" fmla="*/ 222 h 280"/>
                <a:gd name="T8" fmla="*/ 60 w 270"/>
                <a:gd name="T9" fmla="*/ 187 h 280"/>
                <a:gd name="T10" fmla="*/ 49 w 270"/>
                <a:gd name="T11" fmla="*/ 140 h 280"/>
                <a:gd name="T12" fmla="*/ 60 w 270"/>
                <a:gd name="T13" fmla="*/ 92 h 280"/>
                <a:gd name="T14" fmla="*/ 90 w 270"/>
                <a:gd name="T15" fmla="*/ 58 h 280"/>
                <a:gd name="T16" fmla="*/ 137 w 270"/>
                <a:gd name="T17" fmla="*/ 45 h 280"/>
                <a:gd name="T18" fmla="*/ 184 w 270"/>
                <a:gd name="T19" fmla="*/ 58 h 280"/>
                <a:gd name="T20" fmla="*/ 213 w 270"/>
                <a:gd name="T21" fmla="*/ 92 h 280"/>
                <a:gd name="T22" fmla="*/ 223 w 270"/>
                <a:gd name="T23" fmla="*/ 140 h 280"/>
                <a:gd name="T24" fmla="*/ 213 w 270"/>
                <a:gd name="T25" fmla="*/ 187 h 280"/>
                <a:gd name="T26" fmla="*/ 221 w 270"/>
                <a:gd name="T27" fmla="*/ 37 h 280"/>
                <a:gd name="T28" fmla="*/ 190 w 270"/>
                <a:gd name="T29" fmla="*/ 13 h 280"/>
                <a:gd name="T30" fmla="*/ 132 w 270"/>
                <a:gd name="T31" fmla="*/ 0 h 280"/>
                <a:gd name="T32" fmla="*/ 62 w 270"/>
                <a:gd name="T33" fmla="*/ 19 h 280"/>
                <a:gd name="T34" fmla="*/ 16 w 270"/>
                <a:gd name="T35" fmla="*/ 69 h 280"/>
                <a:gd name="T36" fmla="*/ 0 w 270"/>
                <a:gd name="T37" fmla="*/ 140 h 280"/>
                <a:gd name="T38" fmla="*/ 16 w 270"/>
                <a:gd name="T39" fmla="*/ 210 h 280"/>
                <a:gd name="T40" fmla="*/ 62 w 270"/>
                <a:gd name="T41" fmla="*/ 261 h 280"/>
                <a:gd name="T42" fmla="*/ 132 w 270"/>
                <a:gd name="T43" fmla="*/ 280 h 280"/>
                <a:gd name="T44" fmla="*/ 190 w 270"/>
                <a:gd name="T45" fmla="*/ 267 h 280"/>
                <a:gd name="T46" fmla="*/ 221 w 270"/>
                <a:gd name="T47" fmla="*/ 243 h 280"/>
                <a:gd name="T48" fmla="*/ 221 w 270"/>
                <a:gd name="T49" fmla="*/ 276 h 280"/>
                <a:gd name="T50" fmla="*/ 270 w 270"/>
                <a:gd name="T51" fmla="*/ 276 h 280"/>
                <a:gd name="T52" fmla="*/ 270 w 270"/>
                <a:gd name="T53" fmla="*/ 4 h 280"/>
                <a:gd name="T54" fmla="*/ 221 w 270"/>
                <a:gd name="T55" fmla="*/ 4 h 280"/>
                <a:gd name="T56" fmla="*/ 221 w 270"/>
                <a:gd name="T57" fmla="*/ 37 h 2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70" h="280">
                  <a:moveTo>
                    <a:pt x="213" y="187"/>
                  </a:moveTo>
                  <a:cubicBezTo>
                    <a:pt x="206" y="202"/>
                    <a:pt x="196" y="213"/>
                    <a:pt x="184" y="222"/>
                  </a:cubicBezTo>
                  <a:cubicBezTo>
                    <a:pt x="171" y="230"/>
                    <a:pt x="155" y="234"/>
                    <a:pt x="137" y="234"/>
                  </a:cubicBezTo>
                  <a:cubicBezTo>
                    <a:pt x="119" y="234"/>
                    <a:pt x="103" y="230"/>
                    <a:pt x="90" y="222"/>
                  </a:cubicBezTo>
                  <a:cubicBezTo>
                    <a:pt x="77" y="213"/>
                    <a:pt x="67" y="202"/>
                    <a:pt x="60" y="187"/>
                  </a:cubicBezTo>
                  <a:cubicBezTo>
                    <a:pt x="53" y="173"/>
                    <a:pt x="49" y="157"/>
                    <a:pt x="49" y="140"/>
                  </a:cubicBezTo>
                  <a:cubicBezTo>
                    <a:pt x="49" y="123"/>
                    <a:pt x="53" y="107"/>
                    <a:pt x="60" y="92"/>
                  </a:cubicBezTo>
                  <a:cubicBezTo>
                    <a:pt x="67" y="78"/>
                    <a:pt x="77" y="67"/>
                    <a:pt x="90" y="58"/>
                  </a:cubicBezTo>
                  <a:cubicBezTo>
                    <a:pt x="103" y="50"/>
                    <a:pt x="119" y="45"/>
                    <a:pt x="137" y="45"/>
                  </a:cubicBezTo>
                  <a:cubicBezTo>
                    <a:pt x="155" y="45"/>
                    <a:pt x="171" y="50"/>
                    <a:pt x="184" y="58"/>
                  </a:cubicBezTo>
                  <a:cubicBezTo>
                    <a:pt x="196" y="67"/>
                    <a:pt x="206" y="78"/>
                    <a:pt x="213" y="92"/>
                  </a:cubicBezTo>
                  <a:cubicBezTo>
                    <a:pt x="219" y="107"/>
                    <a:pt x="223" y="123"/>
                    <a:pt x="223" y="140"/>
                  </a:cubicBezTo>
                  <a:cubicBezTo>
                    <a:pt x="223" y="157"/>
                    <a:pt x="219" y="173"/>
                    <a:pt x="213" y="187"/>
                  </a:cubicBezTo>
                  <a:moveTo>
                    <a:pt x="221" y="37"/>
                  </a:moveTo>
                  <a:cubicBezTo>
                    <a:pt x="212" y="27"/>
                    <a:pt x="202" y="19"/>
                    <a:pt x="190" y="13"/>
                  </a:cubicBezTo>
                  <a:cubicBezTo>
                    <a:pt x="174" y="4"/>
                    <a:pt x="154" y="0"/>
                    <a:pt x="132" y="0"/>
                  </a:cubicBezTo>
                  <a:cubicBezTo>
                    <a:pt x="105" y="0"/>
                    <a:pt x="82" y="6"/>
                    <a:pt x="62" y="19"/>
                  </a:cubicBezTo>
                  <a:cubicBezTo>
                    <a:pt x="43" y="31"/>
                    <a:pt x="27" y="48"/>
                    <a:pt x="16" y="69"/>
                  </a:cubicBezTo>
                  <a:cubicBezTo>
                    <a:pt x="6" y="90"/>
                    <a:pt x="0" y="114"/>
                    <a:pt x="0" y="140"/>
                  </a:cubicBezTo>
                  <a:cubicBezTo>
                    <a:pt x="0" y="165"/>
                    <a:pt x="6" y="189"/>
                    <a:pt x="16" y="210"/>
                  </a:cubicBezTo>
                  <a:cubicBezTo>
                    <a:pt x="27" y="232"/>
                    <a:pt x="43" y="249"/>
                    <a:pt x="62" y="261"/>
                  </a:cubicBezTo>
                  <a:cubicBezTo>
                    <a:pt x="82" y="274"/>
                    <a:pt x="105" y="280"/>
                    <a:pt x="132" y="280"/>
                  </a:cubicBezTo>
                  <a:cubicBezTo>
                    <a:pt x="154" y="280"/>
                    <a:pt x="174" y="276"/>
                    <a:pt x="190" y="267"/>
                  </a:cubicBezTo>
                  <a:cubicBezTo>
                    <a:pt x="202" y="260"/>
                    <a:pt x="212" y="253"/>
                    <a:pt x="221" y="243"/>
                  </a:cubicBezTo>
                  <a:cubicBezTo>
                    <a:pt x="221" y="276"/>
                    <a:pt x="221" y="276"/>
                    <a:pt x="221" y="276"/>
                  </a:cubicBezTo>
                  <a:cubicBezTo>
                    <a:pt x="270" y="276"/>
                    <a:pt x="270" y="276"/>
                    <a:pt x="270" y="276"/>
                  </a:cubicBezTo>
                  <a:cubicBezTo>
                    <a:pt x="270" y="4"/>
                    <a:pt x="270" y="4"/>
                    <a:pt x="270" y="4"/>
                  </a:cubicBezTo>
                  <a:cubicBezTo>
                    <a:pt x="221" y="4"/>
                    <a:pt x="221" y="4"/>
                    <a:pt x="221" y="4"/>
                  </a:cubicBezTo>
                  <a:lnTo>
                    <a:pt x="221" y="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4" name="Freeform 10">
              <a:extLst>
                <a:ext uri="{FF2B5EF4-FFF2-40B4-BE49-F238E27FC236}">
                  <a16:creationId xmlns:a16="http://schemas.microsoft.com/office/drawing/2014/main" id="{A11F36FB-5D30-4539-ACA0-575288F15781}"/>
                </a:ext>
              </a:extLst>
            </p:cNvPr>
            <p:cNvSpPr>
              <a:spLocks/>
            </p:cNvSpPr>
            <p:nvPr/>
          </p:nvSpPr>
          <p:spPr bwMode="auto">
            <a:xfrm>
              <a:off x="7659688" y="4538663"/>
              <a:ext cx="557213" cy="1041400"/>
            </a:xfrm>
            <a:custGeom>
              <a:avLst/>
              <a:gdLst>
                <a:gd name="T0" fmla="*/ 97 w 148"/>
                <a:gd name="T1" fmla="*/ 8 h 276"/>
                <a:gd name="T2" fmla="*/ 66 w 148"/>
                <a:gd name="T3" fmla="*/ 29 h 276"/>
                <a:gd name="T4" fmla="*/ 49 w 148"/>
                <a:gd name="T5" fmla="*/ 51 h 276"/>
                <a:gd name="T6" fmla="*/ 49 w 148"/>
                <a:gd name="T7" fmla="*/ 4 h 276"/>
                <a:gd name="T8" fmla="*/ 0 w 148"/>
                <a:gd name="T9" fmla="*/ 4 h 276"/>
                <a:gd name="T10" fmla="*/ 0 w 148"/>
                <a:gd name="T11" fmla="*/ 276 h 276"/>
                <a:gd name="T12" fmla="*/ 49 w 148"/>
                <a:gd name="T13" fmla="*/ 276 h 276"/>
                <a:gd name="T14" fmla="*/ 49 w 148"/>
                <a:gd name="T15" fmla="*/ 156 h 276"/>
                <a:gd name="T16" fmla="*/ 60 w 148"/>
                <a:gd name="T17" fmla="*/ 103 h 276"/>
                <a:gd name="T18" fmla="*/ 91 w 148"/>
                <a:gd name="T19" fmla="*/ 64 h 276"/>
                <a:gd name="T20" fmla="*/ 138 w 148"/>
                <a:gd name="T21" fmla="*/ 49 h 276"/>
                <a:gd name="T22" fmla="*/ 148 w 148"/>
                <a:gd name="T23" fmla="*/ 49 h 276"/>
                <a:gd name="T24" fmla="*/ 148 w 148"/>
                <a:gd name="T25" fmla="*/ 0 h 276"/>
                <a:gd name="T26" fmla="*/ 141 w 148"/>
                <a:gd name="T27" fmla="*/ 0 h 276"/>
                <a:gd name="T28" fmla="*/ 97 w 148"/>
                <a:gd name="T29" fmla="*/ 8 h 2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48" h="276">
                  <a:moveTo>
                    <a:pt x="97" y="8"/>
                  </a:moveTo>
                  <a:cubicBezTo>
                    <a:pt x="85" y="14"/>
                    <a:pt x="74" y="21"/>
                    <a:pt x="66" y="29"/>
                  </a:cubicBezTo>
                  <a:cubicBezTo>
                    <a:pt x="59" y="36"/>
                    <a:pt x="53" y="44"/>
                    <a:pt x="49" y="51"/>
                  </a:cubicBezTo>
                  <a:cubicBezTo>
                    <a:pt x="49" y="4"/>
                    <a:pt x="49" y="4"/>
                    <a:pt x="49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276"/>
                    <a:pt x="0" y="276"/>
                    <a:pt x="0" y="276"/>
                  </a:cubicBezTo>
                  <a:cubicBezTo>
                    <a:pt x="49" y="276"/>
                    <a:pt x="49" y="276"/>
                    <a:pt x="49" y="276"/>
                  </a:cubicBezTo>
                  <a:cubicBezTo>
                    <a:pt x="49" y="156"/>
                    <a:pt x="49" y="156"/>
                    <a:pt x="49" y="156"/>
                  </a:cubicBezTo>
                  <a:cubicBezTo>
                    <a:pt x="49" y="137"/>
                    <a:pt x="53" y="120"/>
                    <a:pt x="60" y="103"/>
                  </a:cubicBezTo>
                  <a:cubicBezTo>
                    <a:pt x="67" y="87"/>
                    <a:pt x="78" y="74"/>
                    <a:pt x="91" y="64"/>
                  </a:cubicBezTo>
                  <a:cubicBezTo>
                    <a:pt x="104" y="54"/>
                    <a:pt x="120" y="49"/>
                    <a:pt x="138" y="49"/>
                  </a:cubicBezTo>
                  <a:cubicBezTo>
                    <a:pt x="148" y="49"/>
                    <a:pt x="148" y="49"/>
                    <a:pt x="148" y="49"/>
                  </a:cubicBezTo>
                  <a:cubicBezTo>
                    <a:pt x="148" y="0"/>
                    <a:pt x="148" y="0"/>
                    <a:pt x="148" y="0"/>
                  </a:cubicBezTo>
                  <a:cubicBezTo>
                    <a:pt x="141" y="0"/>
                    <a:pt x="141" y="0"/>
                    <a:pt x="141" y="0"/>
                  </a:cubicBezTo>
                  <a:cubicBezTo>
                    <a:pt x="124" y="0"/>
                    <a:pt x="109" y="3"/>
                    <a:pt x="97" y="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83DA3082-8D56-4921-9EDD-8B9D5AC806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42313" y="4552950"/>
              <a:ext cx="184150" cy="10271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11D96264-4740-42EA-9EB5-5D9C79FF83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34375" y="4195763"/>
              <a:ext cx="196850" cy="2301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7" name="Freeform 13">
              <a:extLst>
                <a:ext uri="{FF2B5EF4-FFF2-40B4-BE49-F238E27FC236}">
                  <a16:creationId xmlns:a16="http://schemas.microsoft.com/office/drawing/2014/main" id="{82D7A54A-FB7C-40CE-9EC2-FEDFF7E9F8B9}"/>
                </a:ext>
              </a:extLst>
            </p:cNvPr>
            <p:cNvSpPr>
              <a:spLocks/>
            </p:cNvSpPr>
            <p:nvPr/>
          </p:nvSpPr>
          <p:spPr bwMode="auto">
            <a:xfrm>
              <a:off x="8674100" y="4538663"/>
              <a:ext cx="869950" cy="1055688"/>
            </a:xfrm>
            <a:custGeom>
              <a:avLst/>
              <a:gdLst>
                <a:gd name="T0" fmla="*/ 217 w 231"/>
                <a:gd name="T1" fmla="*/ 154 h 280"/>
                <a:gd name="T2" fmla="*/ 183 w 231"/>
                <a:gd name="T3" fmla="*/ 131 h 280"/>
                <a:gd name="T4" fmla="*/ 140 w 231"/>
                <a:gd name="T5" fmla="*/ 118 h 280"/>
                <a:gd name="T6" fmla="*/ 98 w 231"/>
                <a:gd name="T7" fmla="*/ 109 h 280"/>
                <a:gd name="T8" fmla="*/ 67 w 231"/>
                <a:gd name="T9" fmla="*/ 96 h 280"/>
                <a:gd name="T10" fmla="*/ 57 w 231"/>
                <a:gd name="T11" fmla="*/ 76 h 280"/>
                <a:gd name="T12" fmla="*/ 114 w 231"/>
                <a:gd name="T13" fmla="*/ 43 h 280"/>
                <a:gd name="T14" fmla="*/ 158 w 231"/>
                <a:gd name="T15" fmla="*/ 54 h 280"/>
                <a:gd name="T16" fmla="*/ 173 w 231"/>
                <a:gd name="T17" fmla="*/ 80 h 280"/>
                <a:gd name="T18" fmla="*/ 174 w 231"/>
                <a:gd name="T19" fmla="*/ 84 h 280"/>
                <a:gd name="T20" fmla="*/ 223 w 231"/>
                <a:gd name="T21" fmla="*/ 84 h 280"/>
                <a:gd name="T22" fmla="*/ 223 w 231"/>
                <a:gd name="T23" fmla="*/ 79 h 280"/>
                <a:gd name="T24" fmla="*/ 208 w 231"/>
                <a:gd name="T25" fmla="*/ 40 h 280"/>
                <a:gd name="T26" fmla="*/ 174 w 231"/>
                <a:gd name="T27" fmla="*/ 11 h 280"/>
                <a:gd name="T28" fmla="*/ 115 w 231"/>
                <a:gd name="T29" fmla="*/ 0 h 280"/>
                <a:gd name="T30" fmla="*/ 35 w 231"/>
                <a:gd name="T31" fmla="*/ 20 h 280"/>
                <a:gd name="T32" fmla="*/ 7 w 231"/>
                <a:gd name="T33" fmla="*/ 80 h 280"/>
                <a:gd name="T34" fmla="*/ 21 w 231"/>
                <a:gd name="T35" fmla="*/ 121 h 280"/>
                <a:gd name="T36" fmla="*/ 56 w 231"/>
                <a:gd name="T37" fmla="*/ 144 h 280"/>
                <a:gd name="T38" fmla="*/ 99 w 231"/>
                <a:gd name="T39" fmla="*/ 156 h 280"/>
                <a:gd name="T40" fmla="*/ 141 w 231"/>
                <a:gd name="T41" fmla="*/ 166 h 280"/>
                <a:gd name="T42" fmla="*/ 171 w 231"/>
                <a:gd name="T43" fmla="*/ 179 h 280"/>
                <a:gd name="T44" fmla="*/ 182 w 231"/>
                <a:gd name="T45" fmla="*/ 200 h 280"/>
                <a:gd name="T46" fmla="*/ 176 w 231"/>
                <a:gd name="T47" fmla="*/ 218 h 280"/>
                <a:gd name="T48" fmla="*/ 160 w 231"/>
                <a:gd name="T49" fmla="*/ 230 h 280"/>
                <a:gd name="T50" fmla="*/ 138 w 231"/>
                <a:gd name="T51" fmla="*/ 235 h 280"/>
                <a:gd name="T52" fmla="*/ 120 w 231"/>
                <a:gd name="T53" fmla="*/ 237 h 280"/>
                <a:gd name="T54" fmla="*/ 81 w 231"/>
                <a:gd name="T55" fmla="*/ 229 h 280"/>
                <a:gd name="T56" fmla="*/ 60 w 231"/>
                <a:gd name="T57" fmla="*/ 211 h 280"/>
                <a:gd name="T58" fmla="*/ 51 w 231"/>
                <a:gd name="T59" fmla="*/ 188 h 280"/>
                <a:gd name="T60" fmla="*/ 51 w 231"/>
                <a:gd name="T61" fmla="*/ 184 h 280"/>
                <a:gd name="T62" fmla="*/ 0 w 231"/>
                <a:gd name="T63" fmla="*/ 184 h 280"/>
                <a:gd name="T64" fmla="*/ 1 w 231"/>
                <a:gd name="T65" fmla="*/ 189 h 280"/>
                <a:gd name="T66" fmla="*/ 16 w 231"/>
                <a:gd name="T67" fmla="*/ 234 h 280"/>
                <a:gd name="T68" fmla="*/ 56 w 231"/>
                <a:gd name="T69" fmla="*/ 267 h 280"/>
                <a:gd name="T70" fmla="*/ 119 w 231"/>
                <a:gd name="T71" fmla="*/ 280 h 280"/>
                <a:gd name="T72" fmla="*/ 200 w 231"/>
                <a:gd name="T73" fmla="*/ 259 h 280"/>
                <a:gd name="T74" fmla="*/ 231 w 231"/>
                <a:gd name="T75" fmla="*/ 196 h 280"/>
                <a:gd name="T76" fmla="*/ 217 w 231"/>
                <a:gd name="T77" fmla="*/ 154 h 2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1" h="280">
                  <a:moveTo>
                    <a:pt x="217" y="154"/>
                  </a:moveTo>
                  <a:cubicBezTo>
                    <a:pt x="208" y="144"/>
                    <a:pt x="197" y="136"/>
                    <a:pt x="183" y="131"/>
                  </a:cubicBezTo>
                  <a:cubicBezTo>
                    <a:pt x="169" y="125"/>
                    <a:pt x="155" y="121"/>
                    <a:pt x="140" y="118"/>
                  </a:cubicBezTo>
                  <a:cubicBezTo>
                    <a:pt x="125" y="115"/>
                    <a:pt x="111" y="112"/>
                    <a:pt x="98" y="109"/>
                  </a:cubicBezTo>
                  <a:cubicBezTo>
                    <a:pt x="85" y="105"/>
                    <a:pt x="75" y="101"/>
                    <a:pt x="67" y="96"/>
                  </a:cubicBezTo>
                  <a:cubicBezTo>
                    <a:pt x="60" y="91"/>
                    <a:pt x="57" y="85"/>
                    <a:pt x="57" y="76"/>
                  </a:cubicBezTo>
                  <a:cubicBezTo>
                    <a:pt x="57" y="68"/>
                    <a:pt x="57" y="43"/>
                    <a:pt x="114" y="43"/>
                  </a:cubicBezTo>
                  <a:cubicBezTo>
                    <a:pt x="135" y="43"/>
                    <a:pt x="150" y="47"/>
                    <a:pt x="158" y="54"/>
                  </a:cubicBezTo>
                  <a:cubicBezTo>
                    <a:pt x="167" y="61"/>
                    <a:pt x="172" y="70"/>
                    <a:pt x="173" y="80"/>
                  </a:cubicBezTo>
                  <a:cubicBezTo>
                    <a:pt x="174" y="84"/>
                    <a:pt x="174" y="84"/>
                    <a:pt x="174" y="84"/>
                  </a:cubicBezTo>
                  <a:cubicBezTo>
                    <a:pt x="223" y="84"/>
                    <a:pt x="223" y="84"/>
                    <a:pt x="223" y="84"/>
                  </a:cubicBezTo>
                  <a:cubicBezTo>
                    <a:pt x="223" y="79"/>
                    <a:pt x="223" y="79"/>
                    <a:pt x="223" y="79"/>
                  </a:cubicBezTo>
                  <a:cubicBezTo>
                    <a:pt x="221" y="65"/>
                    <a:pt x="216" y="52"/>
                    <a:pt x="208" y="40"/>
                  </a:cubicBezTo>
                  <a:cubicBezTo>
                    <a:pt x="201" y="28"/>
                    <a:pt x="189" y="19"/>
                    <a:pt x="174" y="11"/>
                  </a:cubicBezTo>
                  <a:cubicBezTo>
                    <a:pt x="158" y="4"/>
                    <a:pt x="139" y="0"/>
                    <a:pt x="115" y="0"/>
                  </a:cubicBezTo>
                  <a:cubicBezTo>
                    <a:pt x="80" y="0"/>
                    <a:pt x="53" y="7"/>
                    <a:pt x="35" y="20"/>
                  </a:cubicBezTo>
                  <a:cubicBezTo>
                    <a:pt x="17" y="34"/>
                    <a:pt x="7" y="54"/>
                    <a:pt x="7" y="80"/>
                  </a:cubicBezTo>
                  <a:cubicBezTo>
                    <a:pt x="7" y="97"/>
                    <a:pt x="12" y="111"/>
                    <a:pt x="21" y="121"/>
                  </a:cubicBezTo>
                  <a:cubicBezTo>
                    <a:pt x="30" y="131"/>
                    <a:pt x="42" y="138"/>
                    <a:pt x="56" y="144"/>
                  </a:cubicBezTo>
                  <a:cubicBezTo>
                    <a:pt x="69" y="149"/>
                    <a:pt x="84" y="153"/>
                    <a:pt x="99" y="156"/>
                  </a:cubicBezTo>
                  <a:cubicBezTo>
                    <a:pt x="113" y="159"/>
                    <a:pt x="127" y="163"/>
                    <a:pt x="141" y="166"/>
                  </a:cubicBezTo>
                  <a:cubicBezTo>
                    <a:pt x="153" y="169"/>
                    <a:pt x="164" y="174"/>
                    <a:pt x="171" y="179"/>
                  </a:cubicBezTo>
                  <a:cubicBezTo>
                    <a:pt x="178" y="184"/>
                    <a:pt x="182" y="191"/>
                    <a:pt x="182" y="200"/>
                  </a:cubicBezTo>
                  <a:cubicBezTo>
                    <a:pt x="182" y="208"/>
                    <a:pt x="180" y="214"/>
                    <a:pt x="176" y="218"/>
                  </a:cubicBezTo>
                  <a:cubicBezTo>
                    <a:pt x="171" y="223"/>
                    <a:pt x="166" y="227"/>
                    <a:pt x="160" y="230"/>
                  </a:cubicBezTo>
                  <a:cubicBezTo>
                    <a:pt x="153" y="232"/>
                    <a:pt x="146" y="234"/>
                    <a:pt x="138" y="235"/>
                  </a:cubicBezTo>
                  <a:cubicBezTo>
                    <a:pt x="131" y="236"/>
                    <a:pt x="125" y="237"/>
                    <a:pt x="120" y="237"/>
                  </a:cubicBezTo>
                  <a:cubicBezTo>
                    <a:pt x="104" y="237"/>
                    <a:pt x="91" y="234"/>
                    <a:pt x="81" y="229"/>
                  </a:cubicBezTo>
                  <a:cubicBezTo>
                    <a:pt x="72" y="225"/>
                    <a:pt x="64" y="219"/>
                    <a:pt x="60" y="211"/>
                  </a:cubicBezTo>
                  <a:cubicBezTo>
                    <a:pt x="55" y="204"/>
                    <a:pt x="52" y="196"/>
                    <a:pt x="51" y="188"/>
                  </a:cubicBezTo>
                  <a:cubicBezTo>
                    <a:pt x="51" y="184"/>
                    <a:pt x="51" y="184"/>
                    <a:pt x="51" y="184"/>
                  </a:cubicBezTo>
                  <a:cubicBezTo>
                    <a:pt x="0" y="184"/>
                    <a:pt x="0" y="184"/>
                    <a:pt x="0" y="184"/>
                  </a:cubicBezTo>
                  <a:cubicBezTo>
                    <a:pt x="1" y="189"/>
                    <a:pt x="1" y="189"/>
                    <a:pt x="1" y="189"/>
                  </a:cubicBezTo>
                  <a:cubicBezTo>
                    <a:pt x="2" y="205"/>
                    <a:pt x="7" y="220"/>
                    <a:pt x="16" y="234"/>
                  </a:cubicBezTo>
                  <a:cubicBezTo>
                    <a:pt x="25" y="248"/>
                    <a:pt x="39" y="259"/>
                    <a:pt x="56" y="267"/>
                  </a:cubicBezTo>
                  <a:cubicBezTo>
                    <a:pt x="73" y="276"/>
                    <a:pt x="95" y="280"/>
                    <a:pt x="119" y="280"/>
                  </a:cubicBezTo>
                  <a:cubicBezTo>
                    <a:pt x="153" y="280"/>
                    <a:pt x="180" y="273"/>
                    <a:pt x="200" y="259"/>
                  </a:cubicBezTo>
                  <a:cubicBezTo>
                    <a:pt x="221" y="245"/>
                    <a:pt x="231" y="224"/>
                    <a:pt x="231" y="196"/>
                  </a:cubicBezTo>
                  <a:cubicBezTo>
                    <a:pt x="231" y="179"/>
                    <a:pt x="226" y="165"/>
                    <a:pt x="217" y="15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8" name="Freeform 14">
              <a:extLst>
                <a:ext uri="{FF2B5EF4-FFF2-40B4-BE49-F238E27FC236}">
                  <a16:creationId xmlns:a16="http://schemas.microsoft.com/office/drawing/2014/main" id="{F3DCABEE-43BE-488D-B53F-063C351D3C23}"/>
                </a:ext>
              </a:extLst>
            </p:cNvPr>
            <p:cNvSpPr>
              <a:spLocks/>
            </p:cNvSpPr>
            <p:nvPr/>
          </p:nvSpPr>
          <p:spPr bwMode="auto">
            <a:xfrm>
              <a:off x="5383213" y="1749425"/>
              <a:ext cx="663575" cy="638175"/>
            </a:xfrm>
            <a:custGeom>
              <a:avLst/>
              <a:gdLst>
                <a:gd name="T0" fmla="*/ 36 w 176"/>
                <a:gd name="T1" fmla="*/ 168 h 169"/>
                <a:gd name="T2" fmla="*/ 151 w 176"/>
                <a:gd name="T3" fmla="*/ 118 h 169"/>
                <a:gd name="T4" fmla="*/ 142 w 176"/>
                <a:gd name="T5" fmla="*/ 17 h 169"/>
                <a:gd name="T6" fmla="*/ 96 w 176"/>
                <a:gd name="T7" fmla="*/ 0 h 169"/>
                <a:gd name="T8" fmla="*/ 41 w 176"/>
                <a:gd name="T9" fmla="*/ 26 h 169"/>
                <a:gd name="T10" fmla="*/ 20 w 176"/>
                <a:gd name="T11" fmla="*/ 164 h 169"/>
                <a:gd name="T12" fmla="*/ 36 w 176"/>
                <a:gd name="T13" fmla="*/ 168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6" h="169">
                  <a:moveTo>
                    <a:pt x="36" y="168"/>
                  </a:moveTo>
                  <a:cubicBezTo>
                    <a:pt x="67" y="168"/>
                    <a:pt x="130" y="143"/>
                    <a:pt x="151" y="118"/>
                  </a:cubicBezTo>
                  <a:cubicBezTo>
                    <a:pt x="176" y="88"/>
                    <a:pt x="172" y="42"/>
                    <a:pt x="142" y="17"/>
                  </a:cubicBezTo>
                  <a:cubicBezTo>
                    <a:pt x="129" y="6"/>
                    <a:pt x="113" y="0"/>
                    <a:pt x="96" y="0"/>
                  </a:cubicBezTo>
                  <a:cubicBezTo>
                    <a:pt x="74" y="0"/>
                    <a:pt x="54" y="10"/>
                    <a:pt x="41" y="26"/>
                  </a:cubicBezTo>
                  <a:cubicBezTo>
                    <a:pt x="17" y="55"/>
                    <a:pt x="0" y="145"/>
                    <a:pt x="20" y="164"/>
                  </a:cubicBezTo>
                  <a:cubicBezTo>
                    <a:pt x="24" y="167"/>
                    <a:pt x="29" y="169"/>
                    <a:pt x="36" y="16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9" name="Freeform 15">
              <a:extLst>
                <a:ext uri="{FF2B5EF4-FFF2-40B4-BE49-F238E27FC236}">
                  <a16:creationId xmlns:a16="http://schemas.microsoft.com/office/drawing/2014/main" id="{DCED7954-24D1-4E7A-9029-8D8D62FE3DA6}"/>
                </a:ext>
              </a:extLst>
            </p:cNvPr>
            <p:cNvSpPr>
              <a:spLocks/>
            </p:cNvSpPr>
            <p:nvPr/>
          </p:nvSpPr>
          <p:spPr bwMode="auto">
            <a:xfrm>
              <a:off x="2662238" y="1270000"/>
              <a:ext cx="765175" cy="728663"/>
            </a:xfrm>
            <a:custGeom>
              <a:avLst/>
              <a:gdLst>
                <a:gd name="T0" fmla="*/ 30 w 203"/>
                <a:gd name="T1" fmla="*/ 152 h 193"/>
                <a:gd name="T2" fmla="*/ 160 w 203"/>
                <a:gd name="T3" fmla="*/ 193 h 193"/>
                <a:gd name="T4" fmla="*/ 197 w 203"/>
                <a:gd name="T5" fmla="*/ 183 h 193"/>
                <a:gd name="T6" fmla="*/ 203 w 203"/>
                <a:gd name="T7" fmla="*/ 160 h 193"/>
                <a:gd name="T8" fmla="*/ 147 w 203"/>
                <a:gd name="T9" fmla="*/ 23 h 193"/>
                <a:gd name="T10" fmla="*/ 88 w 203"/>
                <a:gd name="T11" fmla="*/ 0 h 193"/>
                <a:gd name="T12" fmla="*/ 24 w 203"/>
                <a:gd name="T13" fmla="*/ 29 h 193"/>
                <a:gd name="T14" fmla="*/ 1 w 203"/>
                <a:gd name="T15" fmla="*/ 92 h 193"/>
                <a:gd name="T16" fmla="*/ 30 w 203"/>
                <a:gd name="T17" fmla="*/ 152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03" h="193">
                  <a:moveTo>
                    <a:pt x="30" y="152"/>
                  </a:moveTo>
                  <a:cubicBezTo>
                    <a:pt x="56" y="176"/>
                    <a:pt x="120" y="193"/>
                    <a:pt x="160" y="193"/>
                  </a:cubicBezTo>
                  <a:cubicBezTo>
                    <a:pt x="178" y="193"/>
                    <a:pt x="190" y="190"/>
                    <a:pt x="197" y="183"/>
                  </a:cubicBezTo>
                  <a:cubicBezTo>
                    <a:pt x="201" y="179"/>
                    <a:pt x="203" y="171"/>
                    <a:pt x="203" y="160"/>
                  </a:cubicBezTo>
                  <a:cubicBezTo>
                    <a:pt x="202" y="121"/>
                    <a:pt x="175" y="48"/>
                    <a:pt x="147" y="23"/>
                  </a:cubicBezTo>
                  <a:cubicBezTo>
                    <a:pt x="131" y="8"/>
                    <a:pt x="110" y="0"/>
                    <a:pt x="88" y="0"/>
                  </a:cubicBezTo>
                  <a:cubicBezTo>
                    <a:pt x="64" y="0"/>
                    <a:pt x="40" y="11"/>
                    <a:pt x="24" y="29"/>
                  </a:cubicBezTo>
                  <a:cubicBezTo>
                    <a:pt x="8" y="47"/>
                    <a:pt x="0" y="69"/>
                    <a:pt x="1" y="92"/>
                  </a:cubicBezTo>
                  <a:cubicBezTo>
                    <a:pt x="3" y="115"/>
                    <a:pt x="13" y="137"/>
                    <a:pt x="30" y="15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0" name="Freeform 16">
              <a:extLst>
                <a:ext uri="{FF2B5EF4-FFF2-40B4-BE49-F238E27FC236}">
                  <a16:creationId xmlns:a16="http://schemas.microsoft.com/office/drawing/2014/main" id="{BB8F37F2-9EAD-4AA1-BB51-4B11602798B5}"/>
                </a:ext>
              </a:extLst>
            </p:cNvPr>
            <p:cNvSpPr>
              <a:spLocks/>
            </p:cNvSpPr>
            <p:nvPr/>
          </p:nvSpPr>
          <p:spPr bwMode="auto">
            <a:xfrm>
              <a:off x="2659063" y="3406775"/>
              <a:ext cx="633413" cy="471488"/>
            </a:xfrm>
            <a:custGeom>
              <a:avLst/>
              <a:gdLst>
                <a:gd name="T0" fmla="*/ 10 w 168"/>
                <a:gd name="T1" fmla="*/ 31 h 125"/>
                <a:gd name="T2" fmla="*/ 5 w 168"/>
                <a:gd name="T3" fmla="*/ 79 h 125"/>
                <a:gd name="T4" fmla="*/ 65 w 168"/>
                <a:gd name="T5" fmla="*/ 125 h 125"/>
                <a:gd name="T6" fmla="*/ 81 w 168"/>
                <a:gd name="T7" fmla="*/ 122 h 125"/>
                <a:gd name="T8" fmla="*/ 163 w 168"/>
                <a:gd name="T9" fmla="*/ 34 h 125"/>
                <a:gd name="T10" fmla="*/ 67 w 168"/>
                <a:gd name="T11" fmla="*/ 0 h 125"/>
                <a:gd name="T12" fmla="*/ 48 w 168"/>
                <a:gd name="T13" fmla="*/ 2 h 125"/>
                <a:gd name="T14" fmla="*/ 10 w 168"/>
                <a:gd name="T15" fmla="*/ 31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68" h="125">
                  <a:moveTo>
                    <a:pt x="10" y="31"/>
                  </a:moveTo>
                  <a:cubicBezTo>
                    <a:pt x="2" y="46"/>
                    <a:pt x="0" y="63"/>
                    <a:pt x="5" y="79"/>
                  </a:cubicBezTo>
                  <a:cubicBezTo>
                    <a:pt x="12" y="106"/>
                    <a:pt x="37" y="125"/>
                    <a:pt x="65" y="125"/>
                  </a:cubicBezTo>
                  <a:cubicBezTo>
                    <a:pt x="70" y="125"/>
                    <a:pt x="76" y="124"/>
                    <a:pt x="81" y="122"/>
                  </a:cubicBezTo>
                  <a:cubicBezTo>
                    <a:pt x="112" y="114"/>
                    <a:pt x="168" y="58"/>
                    <a:pt x="163" y="34"/>
                  </a:cubicBezTo>
                  <a:cubicBezTo>
                    <a:pt x="160" y="16"/>
                    <a:pt x="101" y="0"/>
                    <a:pt x="67" y="0"/>
                  </a:cubicBezTo>
                  <a:cubicBezTo>
                    <a:pt x="60" y="0"/>
                    <a:pt x="53" y="1"/>
                    <a:pt x="48" y="2"/>
                  </a:cubicBezTo>
                  <a:cubicBezTo>
                    <a:pt x="32" y="6"/>
                    <a:pt x="19" y="17"/>
                    <a:pt x="10" y="31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1" name="Freeform 17">
              <a:extLst>
                <a:ext uri="{FF2B5EF4-FFF2-40B4-BE49-F238E27FC236}">
                  <a16:creationId xmlns:a16="http://schemas.microsoft.com/office/drawing/2014/main" id="{F9D31F8F-13AD-41AD-BEE2-DDF548B963D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100388" y="1614488"/>
              <a:ext cx="3775075" cy="3965575"/>
            </a:xfrm>
            <a:custGeom>
              <a:avLst/>
              <a:gdLst>
                <a:gd name="T0" fmla="*/ 747 w 1002"/>
                <a:gd name="T1" fmla="*/ 881 h 1051"/>
                <a:gd name="T2" fmla="*/ 638 w 1002"/>
                <a:gd name="T3" fmla="*/ 741 h 1051"/>
                <a:gd name="T4" fmla="*/ 805 w 1002"/>
                <a:gd name="T5" fmla="*/ 760 h 1051"/>
                <a:gd name="T6" fmla="*/ 805 w 1002"/>
                <a:gd name="T7" fmla="*/ 862 h 1051"/>
                <a:gd name="T8" fmla="*/ 844 w 1002"/>
                <a:gd name="T9" fmla="*/ 279 h 1051"/>
                <a:gd name="T10" fmla="*/ 942 w 1002"/>
                <a:gd name="T11" fmla="*/ 360 h 1051"/>
                <a:gd name="T12" fmla="*/ 777 w 1002"/>
                <a:gd name="T13" fmla="*/ 304 h 1051"/>
                <a:gd name="T14" fmla="*/ 629 w 1002"/>
                <a:gd name="T15" fmla="*/ 546 h 1051"/>
                <a:gd name="T16" fmla="*/ 592 w 1002"/>
                <a:gd name="T17" fmla="*/ 386 h 1051"/>
                <a:gd name="T18" fmla="*/ 703 w 1002"/>
                <a:gd name="T19" fmla="*/ 467 h 1051"/>
                <a:gd name="T20" fmla="*/ 762 w 1002"/>
                <a:gd name="T21" fmla="*/ 532 h 1051"/>
                <a:gd name="T22" fmla="*/ 940 w 1002"/>
                <a:gd name="T23" fmla="*/ 527 h 1051"/>
                <a:gd name="T24" fmla="*/ 996 w 1002"/>
                <a:gd name="T25" fmla="*/ 449 h 1051"/>
                <a:gd name="T26" fmla="*/ 932 w 1002"/>
                <a:gd name="T27" fmla="*/ 452 h 1051"/>
                <a:gd name="T28" fmla="*/ 848 w 1002"/>
                <a:gd name="T29" fmla="*/ 501 h 1051"/>
                <a:gd name="T30" fmla="*/ 761 w 1002"/>
                <a:gd name="T31" fmla="*/ 455 h 1051"/>
                <a:gd name="T32" fmla="*/ 1002 w 1002"/>
                <a:gd name="T33" fmla="*/ 414 h 1051"/>
                <a:gd name="T34" fmla="*/ 983 w 1002"/>
                <a:gd name="T35" fmla="*/ 307 h 1051"/>
                <a:gd name="T36" fmla="*/ 844 w 1002"/>
                <a:gd name="T37" fmla="*/ 225 h 1051"/>
                <a:gd name="T38" fmla="*/ 715 w 1002"/>
                <a:gd name="T39" fmla="*/ 289 h 1051"/>
                <a:gd name="T40" fmla="*/ 709 w 1002"/>
                <a:gd name="T41" fmla="*/ 299 h 1051"/>
                <a:gd name="T42" fmla="*/ 450 w 1002"/>
                <a:gd name="T43" fmla="*/ 284 h 1051"/>
                <a:gd name="T44" fmla="*/ 480 w 1002"/>
                <a:gd name="T45" fmla="*/ 211 h 1051"/>
                <a:gd name="T46" fmla="*/ 303 w 1002"/>
                <a:gd name="T47" fmla="*/ 217 h 1051"/>
                <a:gd name="T48" fmla="*/ 111 w 1002"/>
                <a:gd name="T49" fmla="*/ 254 h 1051"/>
                <a:gd name="T50" fmla="*/ 219 w 1002"/>
                <a:gd name="T51" fmla="*/ 388 h 1051"/>
                <a:gd name="T52" fmla="*/ 285 w 1002"/>
                <a:gd name="T53" fmla="*/ 551 h 1051"/>
                <a:gd name="T54" fmla="*/ 202 w 1002"/>
                <a:gd name="T55" fmla="*/ 664 h 1051"/>
                <a:gd name="T56" fmla="*/ 303 w 1002"/>
                <a:gd name="T57" fmla="*/ 652 h 1051"/>
                <a:gd name="T58" fmla="*/ 364 w 1002"/>
                <a:gd name="T59" fmla="*/ 565 h 1051"/>
                <a:gd name="T60" fmla="*/ 674 w 1002"/>
                <a:gd name="T61" fmla="*/ 694 h 1051"/>
                <a:gd name="T62" fmla="*/ 588 w 1002"/>
                <a:gd name="T63" fmla="*/ 694 h 1051"/>
                <a:gd name="T64" fmla="*/ 638 w 1002"/>
                <a:gd name="T65" fmla="*/ 1051 h 1051"/>
                <a:gd name="T66" fmla="*/ 749 w 1002"/>
                <a:gd name="T67" fmla="*/ 927 h 1051"/>
                <a:gd name="T68" fmla="*/ 874 w 1002"/>
                <a:gd name="T69" fmla="*/ 811 h 10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002" h="1051">
                  <a:moveTo>
                    <a:pt x="805" y="862"/>
                  </a:moveTo>
                  <a:cubicBezTo>
                    <a:pt x="792" y="874"/>
                    <a:pt x="772" y="881"/>
                    <a:pt x="747" y="881"/>
                  </a:cubicBezTo>
                  <a:cubicBezTo>
                    <a:pt x="638" y="881"/>
                    <a:pt x="638" y="881"/>
                    <a:pt x="638" y="881"/>
                  </a:cubicBezTo>
                  <a:cubicBezTo>
                    <a:pt x="638" y="741"/>
                    <a:pt x="638" y="741"/>
                    <a:pt x="638" y="741"/>
                  </a:cubicBezTo>
                  <a:cubicBezTo>
                    <a:pt x="747" y="741"/>
                    <a:pt x="747" y="741"/>
                    <a:pt x="747" y="741"/>
                  </a:cubicBezTo>
                  <a:cubicBezTo>
                    <a:pt x="772" y="741"/>
                    <a:pt x="792" y="748"/>
                    <a:pt x="805" y="760"/>
                  </a:cubicBezTo>
                  <a:cubicBezTo>
                    <a:pt x="818" y="772"/>
                    <a:pt x="824" y="789"/>
                    <a:pt x="824" y="811"/>
                  </a:cubicBezTo>
                  <a:cubicBezTo>
                    <a:pt x="824" y="833"/>
                    <a:pt x="818" y="850"/>
                    <a:pt x="805" y="862"/>
                  </a:cubicBezTo>
                  <a:moveTo>
                    <a:pt x="777" y="304"/>
                  </a:moveTo>
                  <a:cubicBezTo>
                    <a:pt x="794" y="287"/>
                    <a:pt x="816" y="279"/>
                    <a:pt x="844" y="279"/>
                  </a:cubicBezTo>
                  <a:cubicBezTo>
                    <a:pt x="872" y="279"/>
                    <a:pt x="894" y="287"/>
                    <a:pt x="911" y="304"/>
                  </a:cubicBezTo>
                  <a:cubicBezTo>
                    <a:pt x="927" y="319"/>
                    <a:pt x="937" y="338"/>
                    <a:pt x="942" y="360"/>
                  </a:cubicBezTo>
                  <a:cubicBezTo>
                    <a:pt x="747" y="360"/>
                    <a:pt x="747" y="360"/>
                    <a:pt x="747" y="360"/>
                  </a:cubicBezTo>
                  <a:cubicBezTo>
                    <a:pt x="752" y="338"/>
                    <a:pt x="762" y="319"/>
                    <a:pt x="777" y="304"/>
                  </a:cubicBezTo>
                  <a:moveTo>
                    <a:pt x="854" y="741"/>
                  </a:moveTo>
                  <a:cubicBezTo>
                    <a:pt x="854" y="741"/>
                    <a:pt x="796" y="648"/>
                    <a:pt x="629" y="546"/>
                  </a:cubicBezTo>
                  <a:cubicBezTo>
                    <a:pt x="598" y="527"/>
                    <a:pt x="578" y="509"/>
                    <a:pt x="565" y="492"/>
                  </a:cubicBezTo>
                  <a:cubicBezTo>
                    <a:pt x="540" y="455"/>
                    <a:pt x="541" y="386"/>
                    <a:pt x="592" y="386"/>
                  </a:cubicBezTo>
                  <a:cubicBezTo>
                    <a:pt x="651" y="386"/>
                    <a:pt x="703" y="467"/>
                    <a:pt x="703" y="467"/>
                  </a:cubicBezTo>
                  <a:cubicBezTo>
                    <a:pt x="703" y="467"/>
                    <a:pt x="703" y="467"/>
                    <a:pt x="703" y="467"/>
                  </a:cubicBezTo>
                  <a:cubicBezTo>
                    <a:pt x="704" y="469"/>
                    <a:pt x="705" y="471"/>
                    <a:pt x="706" y="473"/>
                  </a:cubicBezTo>
                  <a:cubicBezTo>
                    <a:pt x="719" y="498"/>
                    <a:pt x="738" y="518"/>
                    <a:pt x="762" y="532"/>
                  </a:cubicBezTo>
                  <a:cubicBezTo>
                    <a:pt x="786" y="547"/>
                    <a:pt x="815" y="555"/>
                    <a:pt x="847" y="555"/>
                  </a:cubicBezTo>
                  <a:cubicBezTo>
                    <a:pt x="885" y="555"/>
                    <a:pt x="916" y="545"/>
                    <a:pt x="940" y="527"/>
                  </a:cubicBezTo>
                  <a:cubicBezTo>
                    <a:pt x="964" y="509"/>
                    <a:pt x="982" y="486"/>
                    <a:pt x="993" y="457"/>
                  </a:cubicBezTo>
                  <a:cubicBezTo>
                    <a:pt x="996" y="449"/>
                    <a:pt x="996" y="449"/>
                    <a:pt x="996" y="449"/>
                  </a:cubicBezTo>
                  <a:cubicBezTo>
                    <a:pt x="933" y="449"/>
                    <a:pt x="933" y="449"/>
                    <a:pt x="933" y="449"/>
                  </a:cubicBezTo>
                  <a:cubicBezTo>
                    <a:pt x="932" y="452"/>
                    <a:pt x="932" y="452"/>
                    <a:pt x="932" y="452"/>
                  </a:cubicBezTo>
                  <a:cubicBezTo>
                    <a:pt x="924" y="467"/>
                    <a:pt x="913" y="478"/>
                    <a:pt x="899" y="488"/>
                  </a:cubicBezTo>
                  <a:cubicBezTo>
                    <a:pt x="886" y="496"/>
                    <a:pt x="868" y="501"/>
                    <a:pt x="848" y="501"/>
                  </a:cubicBezTo>
                  <a:cubicBezTo>
                    <a:pt x="828" y="501"/>
                    <a:pt x="811" y="497"/>
                    <a:pt x="796" y="489"/>
                  </a:cubicBezTo>
                  <a:cubicBezTo>
                    <a:pt x="782" y="480"/>
                    <a:pt x="770" y="469"/>
                    <a:pt x="761" y="455"/>
                  </a:cubicBezTo>
                  <a:cubicBezTo>
                    <a:pt x="754" y="443"/>
                    <a:pt x="748" y="429"/>
                    <a:pt x="746" y="414"/>
                  </a:cubicBezTo>
                  <a:cubicBezTo>
                    <a:pt x="1002" y="414"/>
                    <a:pt x="1002" y="414"/>
                    <a:pt x="1002" y="414"/>
                  </a:cubicBezTo>
                  <a:cubicBezTo>
                    <a:pt x="1002" y="390"/>
                    <a:pt x="1002" y="390"/>
                    <a:pt x="1002" y="390"/>
                  </a:cubicBezTo>
                  <a:cubicBezTo>
                    <a:pt x="1002" y="360"/>
                    <a:pt x="996" y="332"/>
                    <a:pt x="983" y="307"/>
                  </a:cubicBezTo>
                  <a:cubicBezTo>
                    <a:pt x="971" y="282"/>
                    <a:pt x="952" y="262"/>
                    <a:pt x="929" y="248"/>
                  </a:cubicBezTo>
                  <a:cubicBezTo>
                    <a:pt x="905" y="233"/>
                    <a:pt x="877" y="225"/>
                    <a:pt x="844" y="225"/>
                  </a:cubicBezTo>
                  <a:cubicBezTo>
                    <a:pt x="812" y="225"/>
                    <a:pt x="783" y="233"/>
                    <a:pt x="760" y="248"/>
                  </a:cubicBezTo>
                  <a:cubicBezTo>
                    <a:pt x="742" y="259"/>
                    <a:pt x="727" y="273"/>
                    <a:pt x="715" y="289"/>
                  </a:cubicBezTo>
                  <a:cubicBezTo>
                    <a:pt x="713" y="292"/>
                    <a:pt x="712" y="294"/>
                    <a:pt x="710" y="298"/>
                  </a:cubicBezTo>
                  <a:cubicBezTo>
                    <a:pt x="710" y="298"/>
                    <a:pt x="709" y="298"/>
                    <a:pt x="709" y="299"/>
                  </a:cubicBezTo>
                  <a:cubicBezTo>
                    <a:pt x="690" y="334"/>
                    <a:pt x="632" y="345"/>
                    <a:pt x="620" y="347"/>
                  </a:cubicBezTo>
                  <a:cubicBezTo>
                    <a:pt x="573" y="358"/>
                    <a:pt x="467" y="329"/>
                    <a:pt x="450" y="284"/>
                  </a:cubicBezTo>
                  <a:cubicBezTo>
                    <a:pt x="446" y="267"/>
                    <a:pt x="454" y="246"/>
                    <a:pt x="480" y="211"/>
                  </a:cubicBezTo>
                  <a:cubicBezTo>
                    <a:pt x="480" y="211"/>
                    <a:pt x="480" y="211"/>
                    <a:pt x="480" y="211"/>
                  </a:cubicBezTo>
                  <a:cubicBezTo>
                    <a:pt x="554" y="135"/>
                    <a:pt x="495" y="0"/>
                    <a:pt x="389" y="3"/>
                  </a:cubicBezTo>
                  <a:cubicBezTo>
                    <a:pt x="279" y="1"/>
                    <a:pt x="222" y="142"/>
                    <a:pt x="303" y="217"/>
                  </a:cubicBezTo>
                  <a:cubicBezTo>
                    <a:pt x="338" y="243"/>
                    <a:pt x="392" y="276"/>
                    <a:pt x="373" y="319"/>
                  </a:cubicBezTo>
                  <a:cubicBezTo>
                    <a:pt x="341" y="399"/>
                    <a:pt x="135" y="369"/>
                    <a:pt x="111" y="254"/>
                  </a:cubicBezTo>
                  <a:cubicBezTo>
                    <a:pt x="91" y="185"/>
                    <a:pt x="0" y="227"/>
                    <a:pt x="35" y="292"/>
                  </a:cubicBezTo>
                  <a:cubicBezTo>
                    <a:pt x="63" y="345"/>
                    <a:pt x="158" y="370"/>
                    <a:pt x="219" y="388"/>
                  </a:cubicBezTo>
                  <a:cubicBezTo>
                    <a:pt x="345" y="425"/>
                    <a:pt x="367" y="441"/>
                    <a:pt x="360" y="492"/>
                  </a:cubicBezTo>
                  <a:cubicBezTo>
                    <a:pt x="358" y="510"/>
                    <a:pt x="336" y="551"/>
                    <a:pt x="285" y="551"/>
                  </a:cubicBezTo>
                  <a:cubicBezTo>
                    <a:pt x="253" y="548"/>
                    <a:pt x="222" y="546"/>
                    <a:pt x="199" y="570"/>
                  </a:cubicBezTo>
                  <a:cubicBezTo>
                    <a:pt x="174" y="595"/>
                    <a:pt x="175" y="640"/>
                    <a:pt x="202" y="664"/>
                  </a:cubicBezTo>
                  <a:cubicBezTo>
                    <a:pt x="230" y="692"/>
                    <a:pt x="281" y="686"/>
                    <a:pt x="302" y="653"/>
                  </a:cubicBezTo>
                  <a:cubicBezTo>
                    <a:pt x="302" y="653"/>
                    <a:pt x="303" y="652"/>
                    <a:pt x="303" y="652"/>
                  </a:cubicBezTo>
                  <a:cubicBezTo>
                    <a:pt x="303" y="652"/>
                    <a:pt x="303" y="651"/>
                    <a:pt x="304" y="651"/>
                  </a:cubicBezTo>
                  <a:cubicBezTo>
                    <a:pt x="324" y="618"/>
                    <a:pt x="319" y="601"/>
                    <a:pt x="364" y="565"/>
                  </a:cubicBezTo>
                  <a:cubicBezTo>
                    <a:pt x="399" y="537"/>
                    <a:pt x="521" y="519"/>
                    <a:pt x="622" y="567"/>
                  </a:cubicBezTo>
                  <a:cubicBezTo>
                    <a:pt x="724" y="616"/>
                    <a:pt x="746" y="694"/>
                    <a:pt x="674" y="694"/>
                  </a:cubicBezTo>
                  <a:cubicBezTo>
                    <a:pt x="674" y="694"/>
                    <a:pt x="674" y="694"/>
                    <a:pt x="674" y="694"/>
                  </a:cubicBezTo>
                  <a:cubicBezTo>
                    <a:pt x="588" y="694"/>
                    <a:pt x="588" y="694"/>
                    <a:pt x="588" y="694"/>
                  </a:cubicBezTo>
                  <a:cubicBezTo>
                    <a:pt x="588" y="1051"/>
                    <a:pt x="588" y="1051"/>
                    <a:pt x="588" y="1051"/>
                  </a:cubicBezTo>
                  <a:cubicBezTo>
                    <a:pt x="638" y="1051"/>
                    <a:pt x="638" y="1051"/>
                    <a:pt x="638" y="1051"/>
                  </a:cubicBezTo>
                  <a:cubicBezTo>
                    <a:pt x="638" y="927"/>
                    <a:pt x="638" y="927"/>
                    <a:pt x="638" y="927"/>
                  </a:cubicBezTo>
                  <a:cubicBezTo>
                    <a:pt x="749" y="927"/>
                    <a:pt x="749" y="927"/>
                    <a:pt x="749" y="927"/>
                  </a:cubicBezTo>
                  <a:cubicBezTo>
                    <a:pt x="787" y="927"/>
                    <a:pt x="818" y="917"/>
                    <a:pt x="840" y="896"/>
                  </a:cubicBezTo>
                  <a:cubicBezTo>
                    <a:pt x="862" y="875"/>
                    <a:pt x="874" y="846"/>
                    <a:pt x="874" y="811"/>
                  </a:cubicBezTo>
                  <a:cubicBezTo>
                    <a:pt x="874" y="783"/>
                    <a:pt x="867" y="760"/>
                    <a:pt x="854" y="74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dirty="0"/>
            </a:p>
          </p:txBody>
        </p:sp>
      </p:grpSp>
    </p:spTree>
    <p:extLst>
      <p:ext uri="{BB962C8B-B14F-4D97-AF65-F5344CB8AC3E}">
        <p14:creationId xmlns:p14="http://schemas.microsoft.com/office/powerpoint/2010/main" val="39820937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e chiff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0FCA3E5C-A906-4C23-8871-8AEB2971DD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CE87D8A4-6347-4D32-9A1C-FE3AC352506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1000" y="1096623"/>
            <a:ext cx="11425238" cy="461665"/>
          </a:xfrm>
        </p:spPr>
        <p:txBody>
          <a:bodyPr/>
          <a:lstStyle>
            <a:lvl1pPr>
              <a:defRPr sz="3000" b="0" u="none"/>
            </a:lvl1pPr>
            <a:lvl2pPr>
              <a:defRPr sz="3000" b="0" u="none"/>
            </a:lvl2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1" name="Espace réservé du texte 9">
            <a:extLst>
              <a:ext uri="{FF2B5EF4-FFF2-40B4-BE49-F238E27FC236}">
                <a16:creationId xmlns:a16="http://schemas.microsoft.com/office/drawing/2014/main" id="{092CE7C9-A41B-47BC-BD78-ACF9CB816F0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81000" y="2097995"/>
            <a:ext cx="5475288" cy="3292151"/>
          </a:xfrm>
        </p:spPr>
        <p:txBody>
          <a:bodyPr>
            <a:normAutofit/>
          </a:bodyPr>
          <a:lstStyle>
            <a:lvl1pPr marL="231775" indent="-231775">
              <a:spcBef>
                <a:spcPts val="8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400" b="0" u="none">
                <a:solidFill>
                  <a:schemeClr val="tx1"/>
                </a:solidFill>
              </a:defRPr>
            </a:lvl1pPr>
            <a:lvl2pPr marL="0" indent="0">
              <a:buClr>
                <a:schemeClr val="accent1"/>
              </a:buClr>
              <a:buFont typeface="Arial" panose="020B0604020202020204" pitchFamily="34" charset="0"/>
              <a:buNone/>
              <a:defRPr sz="2400" b="0" u="none">
                <a:solidFill>
                  <a:schemeClr val="tx1"/>
                </a:solidFill>
              </a:defRPr>
            </a:lvl2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4B96AC18-FDBF-4BF3-B770-A92648AB2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D1BE4-CD17-43AC-A077-88CD7C37981B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FB078FA2-AA2B-4F1D-A63B-CAA894A018C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22080" y="2193246"/>
            <a:ext cx="5139796" cy="3196900"/>
          </a:xfrm>
          <a:ln w="95250" cap="sq">
            <a:solidFill>
              <a:schemeClr val="accent1"/>
            </a:solidFill>
            <a:miter lim="800000"/>
          </a:ln>
        </p:spPr>
        <p:txBody>
          <a:bodyPr lIns="360000" tIns="252000" rIns="360000" bIns="360000">
            <a:noAutofit/>
          </a:bodyPr>
          <a:lstStyle>
            <a:lvl1pPr>
              <a:defRPr sz="6000" b="1" u="none">
                <a:solidFill>
                  <a:schemeClr val="accent1"/>
                </a:solidFill>
              </a:defRPr>
            </a:lvl1pPr>
            <a:lvl2pPr>
              <a:spcBef>
                <a:spcPts val="800"/>
              </a:spcBef>
              <a:defRPr>
                <a:solidFill>
                  <a:schemeClr val="tx1"/>
                </a:solidFill>
              </a:defRPr>
            </a:lvl2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8" name="Espace réservé du texte 9">
            <a:extLst>
              <a:ext uri="{FF2B5EF4-FFF2-40B4-BE49-F238E27FC236}">
                <a16:creationId xmlns:a16="http://schemas.microsoft.com/office/drawing/2014/main" id="{D1B81C2A-0693-4F19-AF04-52E898F65C8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493619" y="6235004"/>
            <a:ext cx="7200000" cy="276999"/>
          </a:xfrm>
        </p:spPr>
        <p:txBody>
          <a:bodyPr/>
          <a:lstStyle>
            <a:lvl1pPr algn="ctr">
              <a:defRPr sz="1800" b="0" u="none"/>
            </a:lvl1pPr>
          </a:lstStyle>
          <a:p>
            <a:pPr lvl="0"/>
            <a:r>
              <a:rPr lang="fr-FR" dirty="0"/>
              <a:t>Titre de la présentation</a:t>
            </a:r>
          </a:p>
        </p:txBody>
      </p:sp>
      <p:grpSp>
        <p:nvGrpSpPr>
          <p:cNvPr id="25" name="Groupe 24">
            <a:extLst>
              <a:ext uri="{FF2B5EF4-FFF2-40B4-BE49-F238E27FC236}">
                <a16:creationId xmlns:a16="http://schemas.microsoft.com/office/drawing/2014/main" id="{BAAD9BA8-C3B3-4887-91A4-5EBCA9A66475}"/>
              </a:ext>
            </a:extLst>
          </p:cNvPr>
          <p:cNvGrpSpPr/>
          <p:nvPr userDrawn="1"/>
        </p:nvGrpSpPr>
        <p:grpSpPr>
          <a:xfrm>
            <a:off x="10795808" y="5852159"/>
            <a:ext cx="1012811" cy="635105"/>
            <a:chOff x="2647950" y="1270000"/>
            <a:chExt cx="6896100" cy="4324351"/>
          </a:xfrm>
          <a:solidFill>
            <a:schemeClr val="accent1"/>
          </a:solidFill>
        </p:grpSpPr>
        <p:sp>
          <p:nvSpPr>
            <p:cNvPr id="26" name="Freeform 5">
              <a:extLst>
                <a:ext uri="{FF2B5EF4-FFF2-40B4-BE49-F238E27FC236}">
                  <a16:creationId xmlns:a16="http://schemas.microsoft.com/office/drawing/2014/main" id="{92D75ECE-C672-42E7-A78B-8187DC3E5D6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026275" y="2463800"/>
              <a:ext cx="1190625" cy="1244600"/>
            </a:xfrm>
            <a:custGeom>
              <a:avLst/>
              <a:gdLst>
                <a:gd name="T0" fmla="*/ 249 w 316"/>
                <a:gd name="T1" fmla="*/ 221 h 330"/>
                <a:gd name="T2" fmla="*/ 215 w 316"/>
                <a:gd name="T3" fmla="*/ 261 h 330"/>
                <a:gd name="T4" fmla="*/ 160 w 316"/>
                <a:gd name="T5" fmla="*/ 276 h 330"/>
                <a:gd name="T6" fmla="*/ 105 w 316"/>
                <a:gd name="T7" fmla="*/ 261 h 330"/>
                <a:gd name="T8" fmla="*/ 70 w 316"/>
                <a:gd name="T9" fmla="*/ 221 h 330"/>
                <a:gd name="T10" fmla="*/ 57 w 316"/>
                <a:gd name="T11" fmla="*/ 165 h 330"/>
                <a:gd name="T12" fmla="*/ 70 w 316"/>
                <a:gd name="T13" fmla="*/ 109 h 330"/>
                <a:gd name="T14" fmla="*/ 105 w 316"/>
                <a:gd name="T15" fmla="*/ 69 h 330"/>
                <a:gd name="T16" fmla="*/ 160 w 316"/>
                <a:gd name="T17" fmla="*/ 54 h 330"/>
                <a:gd name="T18" fmla="*/ 215 w 316"/>
                <a:gd name="T19" fmla="*/ 69 h 330"/>
                <a:gd name="T20" fmla="*/ 249 w 316"/>
                <a:gd name="T21" fmla="*/ 109 h 330"/>
                <a:gd name="T22" fmla="*/ 261 w 316"/>
                <a:gd name="T23" fmla="*/ 165 h 330"/>
                <a:gd name="T24" fmla="*/ 249 w 316"/>
                <a:gd name="T25" fmla="*/ 221 h 330"/>
                <a:gd name="T26" fmla="*/ 258 w 316"/>
                <a:gd name="T27" fmla="*/ 44 h 330"/>
                <a:gd name="T28" fmla="*/ 223 w 316"/>
                <a:gd name="T29" fmla="*/ 16 h 330"/>
                <a:gd name="T30" fmla="*/ 154 w 316"/>
                <a:gd name="T31" fmla="*/ 0 h 330"/>
                <a:gd name="T32" fmla="*/ 73 w 316"/>
                <a:gd name="T33" fmla="*/ 23 h 330"/>
                <a:gd name="T34" fmla="*/ 19 w 316"/>
                <a:gd name="T35" fmla="*/ 82 h 330"/>
                <a:gd name="T36" fmla="*/ 0 w 316"/>
                <a:gd name="T37" fmla="*/ 165 h 330"/>
                <a:gd name="T38" fmla="*/ 19 w 316"/>
                <a:gd name="T39" fmla="*/ 248 h 330"/>
                <a:gd name="T40" fmla="*/ 73 w 316"/>
                <a:gd name="T41" fmla="*/ 307 h 330"/>
                <a:gd name="T42" fmla="*/ 154 w 316"/>
                <a:gd name="T43" fmla="*/ 330 h 330"/>
                <a:gd name="T44" fmla="*/ 223 w 316"/>
                <a:gd name="T45" fmla="*/ 314 h 330"/>
                <a:gd name="T46" fmla="*/ 258 w 316"/>
                <a:gd name="T47" fmla="*/ 286 h 330"/>
                <a:gd name="T48" fmla="*/ 258 w 316"/>
                <a:gd name="T49" fmla="*/ 325 h 330"/>
                <a:gd name="T50" fmla="*/ 316 w 316"/>
                <a:gd name="T51" fmla="*/ 325 h 330"/>
                <a:gd name="T52" fmla="*/ 316 w 316"/>
                <a:gd name="T53" fmla="*/ 5 h 330"/>
                <a:gd name="T54" fmla="*/ 258 w 316"/>
                <a:gd name="T55" fmla="*/ 5 h 330"/>
                <a:gd name="T56" fmla="*/ 258 w 316"/>
                <a:gd name="T57" fmla="*/ 44 h 3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316" h="330">
                  <a:moveTo>
                    <a:pt x="249" y="221"/>
                  </a:moveTo>
                  <a:cubicBezTo>
                    <a:pt x="241" y="237"/>
                    <a:pt x="230" y="251"/>
                    <a:pt x="215" y="261"/>
                  </a:cubicBezTo>
                  <a:cubicBezTo>
                    <a:pt x="201" y="271"/>
                    <a:pt x="182" y="276"/>
                    <a:pt x="160" y="276"/>
                  </a:cubicBezTo>
                  <a:cubicBezTo>
                    <a:pt x="139" y="276"/>
                    <a:pt x="120" y="271"/>
                    <a:pt x="105" y="261"/>
                  </a:cubicBezTo>
                  <a:cubicBezTo>
                    <a:pt x="90" y="251"/>
                    <a:pt x="78" y="237"/>
                    <a:pt x="70" y="221"/>
                  </a:cubicBezTo>
                  <a:cubicBezTo>
                    <a:pt x="62" y="204"/>
                    <a:pt x="57" y="185"/>
                    <a:pt x="57" y="165"/>
                  </a:cubicBezTo>
                  <a:cubicBezTo>
                    <a:pt x="57" y="145"/>
                    <a:pt x="61" y="126"/>
                    <a:pt x="70" y="109"/>
                  </a:cubicBezTo>
                  <a:cubicBezTo>
                    <a:pt x="78" y="93"/>
                    <a:pt x="90" y="79"/>
                    <a:pt x="105" y="69"/>
                  </a:cubicBezTo>
                  <a:cubicBezTo>
                    <a:pt x="121" y="59"/>
                    <a:pt x="139" y="54"/>
                    <a:pt x="160" y="54"/>
                  </a:cubicBezTo>
                  <a:cubicBezTo>
                    <a:pt x="182" y="54"/>
                    <a:pt x="201" y="59"/>
                    <a:pt x="215" y="69"/>
                  </a:cubicBezTo>
                  <a:cubicBezTo>
                    <a:pt x="230" y="79"/>
                    <a:pt x="241" y="92"/>
                    <a:pt x="249" y="109"/>
                  </a:cubicBezTo>
                  <a:cubicBezTo>
                    <a:pt x="257" y="126"/>
                    <a:pt x="261" y="145"/>
                    <a:pt x="261" y="165"/>
                  </a:cubicBezTo>
                  <a:cubicBezTo>
                    <a:pt x="261" y="185"/>
                    <a:pt x="257" y="204"/>
                    <a:pt x="249" y="221"/>
                  </a:cubicBezTo>
                  <a:moveTo>
                    <a:pt x="258" y="44"/>
                  </a:moveTo>
                  <a:cubicBezTo>
                    <a:pt x="248" y="33"/>
                    <a:pt x="236" y="23"/>
                    <a:pt x="223" y="16"/>
                  </a:cubicBezTo>
                  <a:cubicBezTo>
                    <a:pt x="204" y="6"/>
                    <a:pt x="181" y="0"/>
                    <a:pt x="154" y="0"/>
                  </a:cubicBezTo>
                  <a:cubicBezTo>
                    <a:pt x="123" y="0"/>
                    <a:pt x="96" y="8"/>
                    <a:pt x="73" y="23"/>
                  </a:cubicBezTo>
                  <a:cubicBezTo>
                    <a:pt x="50" y="37"/>
                    <a:pt x="31" y="57"/>
                    <a:pt x="19" y="82"/>
                  </a:cubicBezTo>
                  <a:cubicBezTo>
                    <a:pt x="6" y="107"/>
                    <a:pt x="0" y="135"/>
                    <a:pt x="0" y="165"/>
                  </a:cubicBezTo>
                  <a:cubicBezTo>
                    <a:pt x="0" y="195"/>
                    <a:pt x="6" y="223"/>
                    <a:pt x="19" y="248"/>
                  </a:cubicBezTo>
                  <a:cubicBezTo>
                    <a:pt x="31" y="273"/>
                    <a:pt x="50" y="293"/>
                    <a:pt x="73" y="307"/>
                  </a:cubicBezTo>
                  <a:cubicBezTo>
                    <a:pt x="96" y="322"/>
                    <a:pt x="123" y="330"/>
                    <a:pt x="154" y="330"/>
                  </a:cubicBezTo>
                  <a:cubicBezTo>
                    <a:pt x="181" y="330"/>
                    <a:pt x="204" y="324"/>
                    <a:pt x="223" y="314"/>
                  </a:cubicBezTo>
                  <a:cubicBezTo>
                    <a:pt x="236" y="307"/>
                    <a:pt x="248" y="297"/>
                    <a:pt x="258" y="286"/>
                  </a:cubicBezTo>
                  <a:cubicBezTo>
                    <a:pt x="258" y="325"/>
                    <a:pt x="258" y="325"/>
                    <a:pt x="258" y="325"/>
                  </a:cubicBezTo>
                  <a:cubicBezTo>
                    <a:pt x="316" y="325"/>
                    <a:pt x="316" y="325"/>
                    <a:pt x="316" y="325"/>
                  </a:cubicBezTo>
                  <a:cubicBezTo>
                    <a:pt x="316" y="5"/>
                    <a:pt x="316" y="5"/>
                    <a:pt x="316" y="5"/>
                  </a:cubicBezTo>
                  <a:cubicBezTo>
                    <a:pt x="258" y="5"/>
                    <a:pt x="258" y="5"/>
                    <a:pt x="258" y="5"/>
                  </a:cubicBezTo>
                  <a:lnTo>
                    <a:pt x="258" y="4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7" name="Freeform 6">
              <a:extLst>
                <a:ext uri="{FF2B5EF4-FFF2-40B4-BE49-F238E27FC236}">
                  <a16:creationId xmlns:a16="http://schemas.microsoft.com/office/drawing/2014/main" id="{DCC3D6A5-C68B-412D-9EBE-B8C8CB93132B}"/>
                </a:ext>
              </a:extLst>
            </p:cNvPr>
            <p:cNvSpPr>
              <a:spLocks/>
            </p:cNvSpPr>
            <p:nvPr/>
          </p:nvSpPr>
          <p:spPr bwMode="auto">
            <a:xfrm>
              <a:off x="8466138" y="2481263"/>
              <a:ext cx="1066800" cy="1227138"/>
            </a:xfrm>
            <a:custGeom>
              <a:avLst/>
              <a:gdLst>
                <a:gd name="T0" fmla="*/ 128 w 283"/>
                <a:gd name="T1" fmla="*/ 325 h 325"/>
                <a:gd name="T2" fmla="*/ 193 w 283"/>
                <a:gd name="T3" fmla="*/ 308 h 325"/>
                <a:gd name="T4" fmla="*/ 225 w 283"/>
                <a:gd name="T5" fmla="*/ 282 h 325"/>
                <a:gd name="T6" fmla="*/ 225 w 283"/>
                <a:gd name="T7" fmla="*/ 320 h 325"/>
                <a:gd name="T8" fmla="*/ 283 w 283"/>
                <a:gd name="T9" fmla="*/ 320 h 325"/>
                <a:gd name="T10" fmla="*/ 283 w 283"/>
                <a:gd name="T11" fmla="*/ 0 h 325"/>
                <a:gd name="T12" fmla="*/ 225 w 283"/>
                <a:gd name="T13" fmla="*/ 0 h 325"/>
                <a:gd name="T14" fmla="*/ 225 w 283"/>
                <a:gd name="T15" fmla="*/ 183 h 325"/>
                <a:gd name="T16" fmla="*/ 213 w 283"/>
                <a:gd name="T17" fmla="*/ 229 h 325"/>
                <a:gd name="T18" fmla="*/ 181 w 283"/>
                <a:gd name="T19" fmla="*/ 260 h 325"/>
                <a:gd name="T20" fmla="*/ 138 w 283"/>
                <a:gd name="T21" fmla="*/ 271 h 325"/>
                <a:gd name="T22" fmla="*/ 80 w 283"/>
                <a:gd name="T23" fmla="*/ 247 h 325"/>
                <a:gd name="T24" fmla="*/ 57 w 283"/>
                <a:gd name="T25" fmla="*/ 184 h 325"/>
                <a:gd name="T26" fmla="*/ 57 w 283"/>
                <a:gd name="T27" fmla="*/ 0 h 325"/>
                <a:gd name="T28" fmla="*/ 0 w 283"/>
                <a:gd name="T29" fmla="*/ 0 h 325"/>
                <a:gd name="T30" fmla="*/ 0 w 283"/>
                <a:gd name="T31" fmla="*/ 185 h 325"/>
                <a:gd name="T32" fmla="*/ 18 w 283"/>
                <a:gd name="T33" fmla="*/ 262 h 325"/>
                <a:gd name="T34" fmla="*/ 66 w 283"/>
                <a:gd name="T35" fmla="*/ 309 h 325"/>
                <a:gd name="T36" fmla="*/ 128 w 283"/>
                <a:gd name="T37" fmla="*/ 325 h 3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83" h="325">
                  <a:moveTo>
                    <a:pt x="128" y="325"/>
                  </a:moveTo>
                  <a:cubicBezTo>
                    <a:pt x="154" y="325"/>
                    <a:pt x="176" y="319"/>
                    <a:pt x="193" y="308"/>
                  </a:cubicBezTo>
                  <a:cubicBezTo>
                    <a:pt x="205" y="301"/>
                    <a:pt x="215" y="292"/>
                    <a:pt x="225" y="282"/>
                  </a:cubicBezTo>
                  <a:cubicBezTo>
                    <a:pt x="225" y="320"/>
                    <a:pt x="225" y="320"/>
                    <a:pt x="225" y="320"/>
                  </a:cubicBezTo>
                  <a:cubicBezTo>
                    <a:pt x="283" y="320"/>
                    <a:pt x="283" y="320"/>
                    <a:pt x="283" y="320"/>
                  </a:cubicBezTo>
                  <a:cubicBezTo>
                    <a:pt x="283" y="0"/>
                    <a:pt x="283" y="0"/>
                    <a:pt x="283" y="0"/>
                  </a:cubicBezTo>
                  <a:cubicBezTo>
                    <a:pt x="225" y="0"/>
                    <a:pt x="225" y="0"/>
                    <a:pt x="225" y="0"/>
                  </a:cubicBezTo>
                  <a:cubicBezTo>
                    <a:pt x="225" y="183"/>
                    <a:pt x="225" y="183"/>
                    <a:pt x="225" y="183"/>
                  </a:cubicBezTo>
                  <a:cubicBezTo>
                    <a:pt x="225" y="201"/>
                    <a:pt x="221" y="216"/>
                    <a:pt x="213" y="229"/>
                  </a:cubicBezTo>
                  <a:cubicBezTo>
                    <a:pt x="205" y="242"/>
                    <a:pt x="195" y="252"/>
                    <a:pt x="181" y="260"/>
                  </a:cubicBezTo>
                  <a:cubicBezTo>
                    <a:pt x="169" y="267"/>
                    <a:pt x="154" y="271"/>
                    <a:pt x="138" y="271"/>
                  </a:cubicBezTo>
                  <a:cubicBezTo>
                    <a:pt x="114" y="271"/>
                    <a:pt x="95" y="263"/>
                    <a:pt x="80" y="247"/>
                  </a:cubicBezTo>
                  <a:cubicBezTo>
                    <a:pt x="65" y="232"/>
                    <a:pt x="57" y="210"/>
                    <a:pt x="57" y="184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85"/>
                    <a:pt x="0" y="185"/>
                    <a:pt x="0" y="185"/>
                  </a:cubicBezTo>
                  <a:cubicBezTo>
                    <a:pt x="0" y="215"/>
                    <a:pt x="6" y="241"/>
                    <a:pt x="18" y="262"/>
                  </a:cubicBezTo>
                  <a:cubicBezTo>
                    <a:pt x="30" y="282"/>
                    <a:pt x="46" y="298"/>
                    <a:pt x="66" y="309"/>
                  </a:cubicBezTo>
                  <a:cubicBezTo>
                    <a:pt x="86" y="319"/>
                    <a:pt x="107" y="325"/>
                    <a:pt x="128" y="325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8" name="Freeform 7">
              <a:extLst>
                <a:ext uri="{FF2B5EF4-FFF2-40B4-BE49-F238E27FC236}">
                  <a16:creationId xmlns:a16="http://schemas.microsoft.com/office/drawing/2014/main" id="{589A72EF-C098-480C-9398-C853ABDCE6E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47950" y="4157663"/>
              <a:ext cx="1017588" cy="1436688"/>
            </a:xfrm>
            <a:custGeom>
              <a:avLst/>
              <a:gdLst>
                <a:gd name="T0" fmla="*/ 213 w 270"/>
                <a:gd name="T1" fmla="*/ 288 h 381"/>
                <a:gd name="T2" fmla="*/ 184 w 270"/>
                <a:gd name="T3" fmla="*/ 323 h 381"/>
                <a:gd name="T4" fmla="*/ 137 w 270"/>
                <a:gd name="T5" fmla="*/ 335 h 381"/>
                <a:gd name="T6" fmla="*/ 90 w 270"/>
                <a:gd name="T7" fmla="*/ 323 h 381"/>
                <a:gd name="T8" fmla="*/ 60 w 270"/>
                <a:gd name="T9" fmla="*/ 288 h 381"/>
                <a:gd name="T10" fmla="*/ 49 w 270"/>
                <a:gd name="T11" fmla="*/ 241 h 381"/>
                <a:gd name="T12" fmla="*/ 60 w 270"/>
                <a:gd name="T13" fmla="*/ 193 h 381"/>
                <a:gd name="T14" fmla="*/ 90 w 270"/>
                <a:gd name="T15" fmla="*/ 159 h 381"/>
                <a:gd name="T16" fmla="*/ 137 w 270"/>
                <a:gd name="T17" fmla="*/ 146 h 381"/>
                <a:gd name="T18" fmla="*/ 184 w 270"/>
                <a:gd name="T19" fmla="*/ 159 h 381"/>
                <a:gd name="T20" fmla="*/ 213 w 270"/>
                <a:gd name="T21" fmla="*/ 193 h 381"/>
                <a:gd name="T22" fmla="*/ 223 w 270"/>
                <a:gd name="T23" fmla="*/ 241 h 381"/>
                <a:gd name="T24" fmla="*/ 213 w 270"/>
                <a:gd name="T25" fmla="*/ 288 h 381"/>
                <a:gd name="T26" fmla="*/ 221 w 270"/>
                <a:gd name="T27" fmla="*/ 138 h 381"/>
                <a:gd name="T28" fmla="*/ 190 w 270"/>
                <a:gd name="T29" fmla="*/ 114 h 381"/>
                <a:gd name="T30" fmla="*/ 132 w 270"/>
                <a:gd name="T31" fmla="*/ 101 h 381"/>
                <a:gd name="T32" fmla="*/ 62 w 270"/>
                <a:gd name="T33" fmla="*/ 120 h 381"/>
                <a:gd name="T34" fmla="*/ 16 w 270"/>
                <a:gd name="T35" fmla="*/ 170 h 381"/>
                <a:gd name="T36" fmla="*/ 0 w 270"/>
                <a:gd name="T37" fmla="*/ 241 h 381"/>
                <a:gd name="T38" fmla="*/ 16 w 270"/>
                <a:gd name="T39" fmla="*/ 311 h 381"/>
                <a:gd name="T40" fmla="*/ 62 w 270"/>
                <a:gd name="T41" fmla="*/ 362 h 381"/>
                <a:gd name="T42" fmla="*/ 132 w 270"/>
                <a:gd name="T43" fmla="*/ 381 h 381"/>
                <a:gd name="T44" fmla="*/ 190 w 270"/>
                <a:gd name="T45" fmla="*/ 368 h 381"/>
                <a:gd name="T46" fmla="*/ 221 w 270"/>
                <a:gd name="T47" fmla="*/ 344 h 381"/>
                <a:gd name="T48" fmla="*/ 221 w 270"/>
                <a:gd name="T49" fmla="*/ 377 h 381"/>
                <a:gd name="T50" fmla="*/ 270 w 270"/>
                <a:gd name="T51" fmla="*/ 377 h 381"/>
                <a:gd name="T52" fmla="*/ 270 w 270"/>
                <a:gd name="T53" fmla="*/ 0 h 381"/>
                <a:gd name="T54" fmla="*/ 221 w 270"/>
                <a:gd name="T55" fmla="*/ 0 h 381"/>
                <a:gd name="T56" fmla="*/ 221 w 270"/>
                <a:gd name="T57" fmla="*/ 138 h 3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70" h="381">
                  <a:moveTo>
                    <a:pt x="213" y="288"/>
                  </a:moveTo>
                  <a:cubicBezTo>
                    <a:pt x="206" y="303"/>
                    <a:pt x="196" y="314"/>
                    <a:pt x="184" y="323"/>
                  </a:cubicBezTo>
                  <a:cubicBezTo>
                    <a:pt x="171" y="331"/>
                    <a:pt x="156" y="335"/>
                    <a:pt x="137" y="335"/>
                  </a:cubicBezTo>
                  <a:cubicBezTo>
                    <a:pt x="119" y="335"/>
                    <a:pt x="103" y="331"/>
                    <a:pt x="90" y="323"/>
                  </a:cubicBezTo>
                  <a:cubicBezTo>
                    <a:pt x="77" y="314"/>
                    <a:pt x="67" y="303"/>
                    <a:pt x="60" y="288"/>
                  </a:cubicBezTo>
                  <a:cubicBezTo>
                    <a:pt x="53" y="274"/>
                    <a:pt x="49" y="258"/>
                    <a:pt x="49" y="241"/>
                  </a:cubicBezTo>
                  <a:cubicBezTo>
                    <a:pt x="49" y="224"/>
                    <a:pt x="53" y="208"/>
                    <a:pt x="60" y="193"/>
                  </a:cubicBezTo>
                  <a:cubicBezTo>
                    <a:pt x="67" y="179"/>
                    <a:pt x="77" y="168"/>
                    <a:pt x="90" y="159"/>
                  </a:cubicBezTo>
                  <a:cubicBezTo>
                    <a:pt x="103" y="151"/>
                    <a:pt x="119" y="146"/>
                    <a:pt x="137" y="146"/>
                  </a:cubicBezTo>
                  <a:cubicBezTo>
                    <a:pt x="156" y="146"/>
                    <a:pt x="171" y="151"/>
                    <a:pt x="184" y="159"/>
                  </a:cubicBezTo>
                  <a:cubicBezTo>
                    <a:pt x="196" y="168"/>
                    <a:pt x="206" y="179"/>
                    <a:pt x="213" y="193"/>
                  </a:cubicBezTo>
                  <a:cubicBezTo>
                    <a:pt x="219" y="208"/>
                    <a:pt x="223" y="224"/>
                    <a:pt x="223" y="241"/>
                  </a:cubicBezTo>
                  <a:cubicBezTo>
                    <a:pt x="223" y="258"/>
                    <a:pt x="219" y="274"/>
                    <a:pt x="213" y="288"/>
                  </a:cubicBezTo>
                  <a:moveTo>
                    <a:pt x="221" y="138"/>
                  </a:moveTo>
                  <a:cubicBezTo>
                    <a:pt x="212" y="128"/>
                    <a:pt x="202" y="120"/>
                    <a:pt x="190" y="114"/>
                  </a:cubicBezTo>
                  <a:cubicBezTo>
                    <a:pt x="174" y="105"/>
                    <a:pt x="154" y="101"/>
                    <a:pt x="132" y="101"/>
                  </a:cubicBezTo>
                  <a:cubicBezTo>
                    <a:pt x="106" y="101"/>
                    <a:pt x="82" y="107"/>
                    <a:pt x="62" y="120"/>
                  </a:cubicBezTo>
                  <a:cubicBezTo>
                    <a:pt x="43" y="132"/>
                    <a:pt x="27" y="149"/>
                    <a:pt x="16" y="170"/>
                  </a:cubicBezTo>
                  <a:cubicBezTo>
                    <a:pt x="6" y="191"/>
                    <a:pt x="0" y="215"/>
                    <a:pt x="0" y="241"/>
                  </a:cubicBezTo>
                  <a:cubicBezTo>
                    <a:pt x="0" y="266"/>
                    <a:pt x="6" y="290"/>
                    <a:pt x="16" y="311"/>
                  </a:cubicBezTo>
                  <a:cubicBezTo>
                    <a:pt x="27" y="333"/>
                    <a:pt x="43" y="350"/>
                    <a:pt x="62" y="362"/>
                  </a:cubicBezTo>
                  <a:cubicBezTo>
                    <a:pt x="82" y="375"/>
                    <a:pt x="106" y="381"/>
                    <a:pt x="132" y="381"/>
                  </a:cubicBezTo>
                  <a:cubicBezTo>
                    <a:pt x="154" y="381"/>
                    <a:pt x="174" y="377"/>
                    <a:pt x="190" y="368"/>
                  </a:cubicBezTo>
                  <a:cubicBezTo>
                    <a:pt x="202" y="361"/>
                    <a:pt x="212" y="354"/>
                    <a:pt x="221" y="344"/>
                  </a:cubicBezTo>
                  <a:cubicBezTo>
                    <a:pt x="221" y="377"/>
                    <a:pt x="221" y="377"/>
                    <a:pt x="221" y="377"/>
                  </a:cubicBezTo>
                  <a:cubicBezTo>
                    <a:pt x="270" y="377"/>
                    <a:pt x="270" y="377"/>
                    <a:pt x="270" y="377"/>
                  </a:cubicBezTo>
                  <a:cubicBezTo>
                    <a:pt x="270" y="0"/>
                    <a:pt x="270" y="0"/>
                    <a:pt x="270" y="0"/>
                  </a:cubicBezTo>
                  <a:cubicBezTo>
                    <a:pt x="221" y="0"/>
                    <a:pt x="221" y="0"/>
                    <a:pt x="221" y="0"/>
                  </a:cubicBezTo>
                  <a:lnTo>
                    <a:pt x="221" y="13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9" name="Freeform 8">
              <a:extLst>
                <a:ext uri="{FF2B5EF4-FFF2-40B4-BE49-F238E27FC236}">
                  <a16:creationId xmlns:a16="http://schemas.microsoft.com/office/drawing/2014/main" id="{28BA713B-7C2E-4FE6-8F7B-61B7D7AE909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81425" y="4538663"/>
              <a:ext cx="1017588" cy="1055688"/>
            </a:xfrm>
            <a:custGeom>
              <a:avLst/>
              <a:gdLst>
                <a:gd name="T0" fmla="*/ 52 w 270"/>
                <a:gd name="T1" fmla="*/ 114 h 280"/>
                <a:gd name="T2" fmla="*/ 78 w 270"/>
                <a:gd name="T3" fmla="*/ 66 h 280"/>
                <a:gd name="T4" fmla="*/ 135 w 270"/>
                <a:gd name="T5" fmla="*/ 45 h 280"/>
                <a:gd name="T6" fmla="*/ 192 w 270"/>
                <a:gd name="T7" fmla="*/ 66 h 280"/>
                <a:gd name="T8" fmla="*/ 218 w 270"/>
                <a:gd name="T9" fmla="*/ 114 h 280"/>
                <a:gd name="T10" fmla="*/ 52 w 270"/>
                <a:gd name="T11" fmla="*/ 114 h 280"/>
                <a:gd name="T12" fmla="*/ 207 w 270"/>
                <a:gd name="T13" fmla="*/ 19 h 280"/>
                <a:gd name="T14" fmla="*/ 135 w 270"/>
                <a:gd name="T15" fmla="*/ 0 h 280"/>
                <a:gd name="T16" fmla="*/ 63 w 270"/>
                <a:gd name="T17" fmla="*/ 19 h 280"/>
                <a:gd name="T18" fmla="*/ 17 w 270"/>
                <a:gd name="T19" fmla="*/ 69 h 280"/>
                <a:gd name="T20" fmla="*/ 0 w 270"/>
                <a:gd name="T21" fmla="*/ 140 h 280"/>
                <a:gd name="T22" fmla="*/ 17 w 270"/>
                <a:gd name="T23" fmla="*/ 210 h 280"/>
                <a:gd name="T24" fmla="*/ 66 w 270"/>
                <a:gd name="T25" fmla="*/ 261 h 280"/>
                <a:gd name="T26" fmla="*/ 138 w 270"/>
                <a:gd name="T27" fmla="*/ 280 h 280"/>
                <a:gd name="T28" fmla="*/ 217 w 270"/>
                <a:gd name="T29" fmla="*/ 257 h 280"/>
                <a:gd name="T30" fmla="*/ 262 w 270"/>
                <a:gd name="T31" fmla="*/ 197 h 280"/>
                <a:gd name="T32" fmla="*/ 265 w 270"/>
                <a:gd name="T33" fmla="*/ 190 h 280"/>
                <a:gd name="T34" fmla="*/ 211 w 270"/>
                <a:gd name="T35" fmla="*/ 190 h 280"/>
                <a:gd name="T36" fmla="*/ 210 w 270"/>
                <a:gd name="T37" fmla="*/ 193 h 280"/>
                <a:gd name="T38" fmla="*/ 182 w 270"/>
                <a:gd name="T39" fmla="*/ 223 h 280"/>
                <a:gd name="T40" fmla="*/ 138 w 270"/>
                <a:gd name="T41" fmla="*/ 234 h 280"/>
                <a:gd name="T42" fmla="*/ 95 w 270"/>
                <a:gd name="T43" fmla="*/ 224 h 280"/>
                <a:gd name="T44" fmla="*/ 65 w 270"/>
                <a:gd name="T45" fmla="*/ 195 h 280"/>
                <a:gd name="T46" fmla="*/ 52 w 270"/>
                <a:gd name="T47" fmla="*/ 161 h 280"/>
                <a:gd name="T48" fmla="*/ 270 w 270"/>
                <a:gd name="T49" fmla="*/ 161 h 280"/>
                <a:gd name="T50" fmla="*/ 270 w 270"/>
                <a:gd name="T51" fmla="*/ 140 h 280"/>
                <a:gd name="T52" fmla="*/ 254 w 270"/>
                <a:gd name="T53" fmla="*/ 69 h 280"/>
                <a:gd name="T54" fmla="*/ 207 w 270"/>
                <a:gd name="T55" fmla="*/ 19 h 2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270" h="280">
                  <a:moveTo>
                    <a:pt x="52" y="114"/>
                  </a:moveTo>
                  <a:cubicBezTo>
                    <a:pt x="56" y="95"/>
                    <a:pt x="65" y="79"/>
                    <a:pt x="78" y="66"/>
                  </a:cubicBezTo>
                  <a:cubicBezTo>
                    <a:pt x="92" y="52"/>
                    <a:pt x="112" y="45"/>
                    <a:pt x="135" y="45"/>
                  </a:cubicBezTo>
                  <a:cubicBezTo>
                    <a:pt x="159" y="45"/>
                    <a:pt x="178" y="52"/>
                    <a:pt x="192" y="66"/>
                  </a:cubicBezTo>
                  <a:cubicBezTo>
                    <a:pt x="206" y="79"/>
                    <a:pt x="214" y="95"/>
                    <a:pt x="218" y="114"/>
                  </a:cubicBezTo>
                  <a:lnTo>
                    <a:pt x="52" y="114"/>
                  </a:lnTo>
                  <a:close/>
                  <a:moveTo>
                    <a:pt x="207" y="19"/>
                  </a:moveTo>
                  <a:cubicBezTo>
                    <a:pt x="187" y="6"/>
                    <a:pt x="163" y="0"/>
                    <a:pt x="135" y="0"/>
                  </a:cubicBezTo>
                  <a:cubicBezTo>
                    <a:pt x="108" y="0"/>
                    <a:pt x="84" y="6"/>
                    <a:pt x="63" y="19"/>
                  </a:cubicBezTo>
                  <a:cubicBezTo>
                    <a:pt x="43" y="31"/>
                    <a:pt x="27" y="48"/>
                    <a:pt x="17" y="69"/>
                  </a:cubicBezTo>
                  <a:cubicBezTo>
                    <a:pt x="6" y="90"/>
                    <a:pt x="0" y="114"/>
                    <a:pt x="0" y="140"/>
                  </a:cubicBezTo>
                  <a:cubicBezTo>
                    <a:pt x="0" y="165"/>
                    <a:pt x="6" y="189"/>
                    <a:pt x="17" y="210"/>
                  </a:cubicBezTo>
                  <a:cubicBezTo>
                    <a:pt x="29" y="232"/>
                    <a:pt x="45" y="249"/>
                    <a:pt x="66" y="261"/>
                  </a:cubicBezTo>
                  <a:cubicBezTo>
                    <a:pt x="86" y="274"/>
                    <a:pt x="110" y="280"/>
                    <a:pt x="138" y="280"/>
                  </a:cubicBezTo>
                  <a:cubicBezTo>
                    <a:pt x="170" y="280"/>
                    <a:pt x="197" y="272"/>
                    <a:pt x="217" y="257"/>
                  </a:cubicBezTo>
                  <a:cubicBezTo>
                    <a:pt x="237" y="241"/>
                    <a:pt x="253" y="221"/>
                    <a:pt x="262" y="197"/>
                  </a:cubicBezTo>
                  <a:cubicBezTo>
                    <a:pt x="265" y="190"/>
                    <a:pt x="265" y="190"/>
                    <a:pt x="265" y="190"/>
                  </a:cubicBezTo>
                  <a:cubicBezTo>
                    <a:pt x="211" y="190"/>
                    <a:pt x="211" y="190"/>
                    <a:pt x="211" y="190"/>
                  </a:cubicBezTo>
                  <a:cubicBezTo>
                    <a:pt x="210" y="193"/>
                    <a:pt x="210" y="193"/>
                    <a:pt x="210" y="193"/>
                  </a:cubicBezTo>
                  <a:cubicBezTo>
                    <a:pt x="203" y="205"/>
                    <a:pt x="194" y="215"/>
                    <a:pt x="182" y="223"/>
                  </a:cubicBezTo>
                  <a:cubicBezTo>
                    <a:pt x="171" y="231"/>
                    <a:pt x="156" y="234"/>
                    <a:pt x="138" y="234"/>
                  </a:cubicBezTo>
                  <a:cubicBezTo>
                    <a:pt x="122" y="234"/>
                    <a:pt x="107" y="231"/>
                    <a:pt x="95" y="224"/>
                  </a:cubicBezTo>
                  <a:cubicBezTo>
                    <a:pt x="82" y="217"/>
                    <a:pt x="72" y="207"/>
                    <a:pt x="65" y="195"/>
                  </a:cubicBezTo>
                  <a:cubicBezTo>
                    <a:pt x="58" y="185"/>
                    <a:pt x="54" y="173"/>
                    <a:pt x="52" y="161"/>
                  </a:cubicBezTo>
                  <a:cubicBezTo>
                    <a:pt x="270" y="161"/>
                    <a:pt x="270" y="161"/>
                    <a:pt x="270" y="161"/>
                  </a:cubicBezTo>
                  <a:cubicBezTo>
                    <a:pt x="270" y="140"/>
                    <a:pt x="270" y="140"/>
                    <a:pt x="270" y="140"/>
                  </a:cubicBezTo>
                  <a:cubicBezTo>
                    <a:pt x="270" y="114"/>
                    <a:pt x="265" y="90"/>
                    <a:pt x="254" y="69"/>
                  </a:cubicBezTo>
                  <a:cubicBezTo>
                    <a:pt x="243" y="48"/>
                    <a:pt x="227" y="31"/>
                    <a:pt x="207" y="1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0" name="Freeform 9">
              <a:extLst>
                <a:ext uri="{FF2B5EF4-FFF2-40B4-BE49-F238E27FC236}">
                  <a16:creationId xmlns:a16="http://schemas.microsoft.com/office/drawing/2014/main" id="{C96D87D9-BE49-4B42-A173-F065C7E0616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424613" y="4538663"/>
              <a:ext cx="1016000" cy="1055688"/>
            </a:xfrm>
            <a:custGeom>
              <a:avLst/>
              <a:gdLst>
                <a:gd name="T0" fmla="*/ 213 w 270"/>
                <a:gd name="T1" fmla="*/ 187 h 280"/>
                <a:gd name="T2" fmla="*/ 184 w 270"/>
                <a:gd name="T3" fmla="*/ 222 h 280"/>
                <a:gd name="T4" fmla="*/ 137 w 270"/>
                <a:gd name="T5" fmla="*/ 234 h 280"/>
                <a:gd name="T6" fmla="*/ 90 w 270"/>
                <a:gd name="T7" fmla="*/ 222 h 280"/>
                <a:gd name="T8" fmla="*/ 60 w 270"/>
                <a:gd name="T9" fmla="*/ 187 h 280"/>
                <a:gd name="T10" fmla="*/ 49 w 270"/>
                <a:gd name="T11" fmla="*/ 140 h 280"/>
                <a:gd name="T12" fmla="*/ 60 w 270"/>
                <a:gd name="T13" fmla="*/ 92 h 280"/>
                <a:gd name="T14" fmla="*/ 90 w 270"/>
                <a:gd name="T15" fmla="*/ 58 h 280"/>
                <a:gd name="T16" fmla="*/ 137 w 270"/>
                <a:gd name="T17" fmla="*/ 45 h 280"/>
                <a:gd name="T18" fmla="*/ 184 w 270"/>
                <a:gd name="T19" fmla="*/ 58 h 280"/>
                <a:gd name="T20" fmla="*/ 213 w 270"/>
                <a:gd name="T21" fmla="*/ 92 h 280"/>
                <a:gd name="T22" fmla="*/ 223 w 270"/>
                <a:gd name="T23" fmla="*/ 140 h 280"/>
                <a:gd name="T24" fmla="*/ 213 w 270"/>
                <a:gd name="T25" fmla="*/ 187 h 280"/>
                <a:gd name="T26" fmla="*/ 221 w 270"/>
                <a:gd name="T27" fmla="*/ 37 h 280"/>
                <a:gd name="T28" fmla="*/ 190 w 270"/>
                <a:gd name="T29" fmla="*/ 13 h 280"/>
                <a:gd name="T30" fmla="*/ 132 w 270"/>
                <a:gd name="T31" fmla="*/ 0 h 280"/>
                <a:gd name="T32" fmla="*/ 62 w 270"/>
                <a:gd name="T33" fmla="*/ 19 h 280"/>
                <a:gd name="T34" fmla="*/ 16 w 270"/>
                <a:gd name="T35" fmla="*/ 69 h 280"/>
                <a:gd name="T36" fmla="*/ 0 w 270"/>
                <a:gd name="T37" fmla="*/ 140 h 280"/>
                <a:gd name="T38" fmla="*/ 16 w 270"/>
                <a:gd name="T39" fmla="*/ 210 h 280"/>
                <a:gd name="T40" fmla="*/ 62 w 270"/>
                <a:gd name="T41" fmla="*/ 261 h 280"/>
                <a:gd name="T42" fmla="*/ 132 w 270"/>
                <a:gd name="T43" fmla="*/ 280 h 280"/>
                <a:gd name="T44" fmla="*/ 190 w 270"/>
                <a:gd name="T45" fmla="*/ 267 h 280"/>
                <a:gd name="T46" fmla="*/ 221 w 270"/>
                <a:gd name="T47" fmla="*/ 243 h 280"/>
                <a:gd name="T48" fmla="*/ 221 w 270"/>
                <a:gd name="T49" fmla="*/ 276 h 280"/>
                <a:gd name="T50" fmla="*/ 270 w 270"/>
                <a:gd name="T51" fmla="*/ 276 h 280"/>
                <a:gd name="T52" fmla="*/ 270 w 270"/>
                <a:gd name="T53" fmla="*/ 4 h 280"/>
                <a:gd name="T54" fmla="*/ 221 w 270"/>
                <a:gd name="T55" fmla="*/ 4 h 280"/>
                <a:gd name="T56" fmla="*/ 221 w 270"/>
                <a:gd name="T57" fmla="*/ 37 h 2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70" h="280">
                  <a:moveTo>
                    <a:pt x="213" y="187"/>
                  </a:moveTo>
                  <a:cubicBezTo>
                    <a:pt x="206" y="202"/>
                    <a:pt x="196" y="213"/>
                    <a:pt x="184" y="222"/>
                  </a:cubicBezTo>
                  <a:cubicBezTo>
                    <a:pt x="171" y="230"/>
                    <a:pt x="155" y="234"/>
                    <a:pt x="137" y="234"/>
                  </a:cubicBezTo>
                  <a:cubicBezTo>
                    <a:pt x="119" y="234"/>
                    <a:pt x="103" y="230"/>
                    <a:pt x="90" y="222"/>
                  </a:cubicBezTo>
                  <a:cubicBezTo>
                    <a:pt x="77" y="213"/>
                    <a:pt x="67" y="202"/>
                    <a:pt x="60" y="187"/>
                  </a:cubicBezTo>
                  <a:cubicBezTo>
                    <a:pt x="53" y="173"/>
                    <a:pt x="49" y="157"/>
                    <a:pt x="49" y="140"/>
                  </a:cubicBezTo>
                  <a:cubicBezTo>
                    <a:pt x="49" y="123"/>
                    <a:pt x="53" y="107"/>
                    <a:pt x="60" y="92"/>
                  </a:cubicBezTo>
                  <a:cubicBezTo>
                    <a:pt x="67" y="78"/>
                    <a:pt x="77" y="67"/>
                    <a:pt x="90" y="58"/>
                  </a:cubicBezTo>
                  <a:cubicBezTo>
                    <a:pt x="103" y="50"/>
                    <a:pt x="119" y="45"/>
                    <a:pt x="137" y="45"/>
                  </a:cubicBezTo>
                  <a:cubicBezTo>
                    <a:pt x="155" y="45"/>
                    <a:pt x="171" y="50"/>
                    <a:pt x="184" y="58"/>
                  </a:cubicBezTo>
                  <a:cubicBezTo>
                    <a:pt x="196" y="67"/>
                    <a:pt x="206" y="78"/>
                    <a:pt x="213" y="92"/>
                  </a:cubicBezTo>
                  <a:cubicBezTo>
                    <a:pt x="219" y="107"/>
                    <a:pt x="223" y="123"/>
                    <a:pt x="223" y="140"/>
                  </a:cubicBezTo>
                  <a:cubicBezTo>
                    <a:pt x="223" y="157"/>
                    <a:pt x="219" y="173"/>
                    <a:pt x="213" y="187"/>
                  </a:cubicBezTo>
                  <a:moveTo>
                    <a:pt x="221" y="37"/>
                  </a:moveTo>
                  <a:cubicBezTo>
                    <a:pt x="212" y="27"/>
                    <a:pt x="202" y="19"/>
                    <a:pt x="190" y="13"/>
                  </a:cubicBezTo>
                  <a:cubicBezTo>
                    <a:pt x="174" y="4"/>
                    <a:pt x="154" y="0"/>
                    <a:pt x="132" y="0"/>
                  </a:cubicBezTo>
                  <a:cubicBezTo>
                    <a:pt x="105" y="0"/>
                    <a:pt x="82" y="6"/>
                    <a:pt x="62" y="19"/>
                  </a:cubicBezTo>
                  <a:cubicBezTo>
                    <a:pt x="43" y="31"/>
                    <a:pt x="27" y="48"/>
                    <a:pt x="16" y="69"/>
                  </a:cubicBezTo>
                  <a:cubicBezTo>
                    <a:pt x="6" y="90"/>
                    <a:pt x="0" y="114"/>
                    <a:pt x="0" y="140"/>
                  </a:cubicBezTo>
                  <a:cubicBezTo>
                    <a:pt x="0" y="165"/>
                    <a:pt x="6" y="189"/>
                    <a:pt x="16" y="210"/>
                  </a:cubicBezTo>
                  <a:cubicBezTo>
                    <a:pt x="27" y="232"/>
                    <a:pt x="43" y="249"/>
                    <a:pt x="62" y="261"/>
                  </a:cubicBezTo>
                  <a:cubicBezTo>
                    <a:pt x="82" y="274"/>
                    <a:pt x="105" y="280"/>
                    <a:pt x="132" y="280"/>
                  </a:cubicBezTo>
                  <a:cubicBezTo>
                    <a:pt x="154" y="280"/>
                    <a:pt x="174" y="276"/>
                    <a:pt x="190" y="267"/>
                  </a:cubicBezTo>
                  <a:cubicBezTo>
                    <a:pt x="202" y="260"/>
                    <a:pt x="212" y="253"/>
                    <a:pt x="221" y="243"/>
                  </a:cubicBezTo>
                  <a:cubicBezTo>
                    <a:pt x="221" y="276"/>
                    <a:pt x="221" y="276"/>
                    <a:pt x="221" y="276"/>
                  </a:cubicBezTo>
                  <a:cubicBezTo>
                    <a:pt x="270" y="276"/>
                    <a:pt x="270" y="276"/>
                    <a:pt x="270" y="276"/>
                  </a:cubicBezTo>
                  <a:cubicBezTo>
                    <a:pt x="270" y="4"/>
                    <a:pt x="270" y="4"/>
                    <a:pt x="270" y="4"/>
                  </a:cubicBezTo>
                  <a:cubicBezTo>
                    <a:pt x="221" y="4"/>
                    <a:pt x="221" y="4"/>
                    <a:pt x="221" y="4"/>
                  </a:cubicBezTo>
                  <a:lnTo>
                    <a:pt x="221" y="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1" name="Freeform 10">
              <a:extLst>
                <a:ext uri="{FF2B5EF4-FFF2-40B4-BE49-F238E27FC236}">
                  <a16:creationId xmlns:a16="http://schemas.microsoft.com/office/drawing/2014/main" id="{D81BFB74-C3ED-4905-8E0E-3A71FE8A9A40}"/>
                </a:ext>
              </a:extLst>
            </p:cNvPr>
            <p:cNvSpPr>
              <a:spLocks/>
            </p:cNvSpPr>
            <p:nvPr/>
          </p:nvSpPr>
          <p:spPr bwMode="auto">
            <a:xfrm>
              <a:off x="7659688" y="4538663"/>
              <a:ext cx="557213" cy="1041400"/>
            </a:xfrm>
            <a:custGeom>
              <a:avLst/>
              <a:gdLst>
                <a:gd name="T0" fmla="*/ 97 w 148"/>
                <a:gd name="T1" fmla="*/ 8 h 276"/>
                <a:gd name="T2" fmla="*/ 66 w 148"/>
                <a:gd name="T3" fmla="*/ 29 h 276"/>
                <a:gd name="T4" fmla="*/ 49 w 148"/>
                <a:gd name="T5" fmla="*/ 51 h 276"/>
                <a:gd name="T6" fmla="*/ 49 w 148"/>
                <a:gd name="T7" fmla="*/ 4 h 276"/>
                <a:gd name="T8" fmla="*/ 0 w 148"/>
                <a:gd name="T9" fmla="*/ 4 h 276"/>
                <a:gd name="T10" fmla="*/ 0 w 148"/>
                <a:gd name="T11" fmla="*/ 276 h 276"/>
                <a:gd name="T12" fmla="*/ 49 w 148"/>
                <a:gd name="T13" fmla="*/ 276 h 276"/>
                <a:gd name="T14" fmla="*/ 49 w 148"/>
                <a:gd name="T15" fmla="*/ 156 h 276"/>
                <a:gd name="T16" fmla="*/ 60 w 148"/>
                <a:gd name="T17" fmla="*/ 103 h 276"/>
                <a:gd name="T18" fmla="*/ 91 w 148"/>
                <a:gd name="T19" fmla="*/ 64 h 276"/>
                <a:gd name="T20" fmla="*/ 138 w 148"/>
                <a:gd name="T21" fmla="*/ 49 h 276"/>
                <a:gd name="T22" fmla="*/ 148 w 148"/>
                <a:gd name="T23" fmla="*/ 49 h 276"/>
                <a:gd name="T24" fmla="*/ 148 w 148"/>
                <a:gd name="T25" fmla="*/ 0 h 276"/>
                <a:gd name="T26" fmla="*/ 141 w 148"/>
                <a:gd name="T27" fmla="*/ 0 h 276"/>
                <a:gd name="T28" fmla="*/ 97 w 148"/>
                <a:gd name="T29" fmla="*/ 8 h 2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48" h="276">
                  <a:moveTo>
                    <a:pt x="97" y="8"/>
                  </a:moveTo>
                  <a:cubicBezTo>
                    <a:pt x="85" y="14"/>
                    <a:pt x="74" y="21"/>
                    <a:pt x="66" y="29"/>
                  </a:cubicBezTo>
                  <a:cubicBezTo>
                    <a:pt x="59" y="36"/>
                    <a:pt x="53" y="44"/>
                    <a:pt x="49" y="51"/>
                  </a:cubicBezTo>
                  <a:cubicBezTo>
                    <a:pt x="49" y="4"/>
                    <a:pt x="49" y="4"/>
                    <a:pt x="49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276"/>
                    <a:pt x="0" y="276"/>
                    <a:pt x="0" y="276"/>
                  </a:cubicBezTo>
                  <a:cubicBezTo>
                    <a:pt x="49" y="276"/>
                    <a:pt x="49" y="276"/>
                    <a:pt x="49" y="276"/>
                  </a:cubicBezTo>
                  <a:cubicBezTo>
                    <a:pt x="49" y="156"/>
                    <a:pt x="49" y="156"/>
                    <a:pt x="49" y="156"/>
                  </a:cubicBezTo>
                  <a:cubicBezTo>
                    <a:pt x="49" y="137"/>
                    <a:pt x="53" y="120"/>
                    <a:pt x="60" y="103"/>
                  </a:cubicBezTo>
                  <a:cubicBezTo>
                    <a:pt x="67" y="87"/>
                    <a:pt x="78" y="74"/>
                    <a:pt x="91" y="64"/>
                  </a:cubicBezTo>
                  <a:cubicBezTo>
                    <a:pt x="104" y="54"/>
                    <a:pt x="120" y="49"/>
                    <a:pt x="138" y="49"/>
                  </a:cubicBezTo>
                  <a:cubicBezTo>
                    <a:pt x="148" y="49"/>
                    <a:pt x="148" y="49"/>
                    <a:pt x="148" y="49"/>
                  </a:cubicBezTo>
                  <a:cubicBezTo>
                    <a:pt x="148" y="0"/>
                    <a:pt x="148" y="0"/>
                    <a:pt x="148" y="0"/>
                  </a:cubicBezTo>
                  <a:cubicBezTo>
                    <a:pt x="141" y="0"/>
                    <a:pt x="141" y="0"/>
                    <a:pt x="141" y="0"/>
                  </a:cubicBezTo>
                  <a:cubicBezTo>
                    <a:pt x="124" y="0"/>
                    <a:pt x="109" y="3"/>
                    <a:pt x="97" y="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1B2914F5-54BF-4C03-8AFD-ED2F928086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42313" y="4552950"/>
              <a:ext cx="184150" cy="10271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7EC83E38-AF50-4ECF-9F20-79DC2ACF97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34375" y="4195763"/>
              <a:ext cx="196850" cy="2301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4" name="Freeform 13">
              <a:extLst>
                <a:ext uri="{FF2B5EF4-FFF2-40B4-BE49-F238E27FC236}">
                  <a16:creationId xmlns:a16="http://schemas.microsoft.com/office/drawing/2014/main" id="{1C93F8C3-8F01-4130-BE66-91E99B3BD7D8}"/>
                </a:ext>
              </a:extLst>
            </p:cNvPr>
            <p:cNvSpPr>
              <a:spLocks/>
            </p:cNvSpPr>
            <p:nvPr/>
          </p:nvSpPr>
          <p:spPr bwMode="auto">
            <a:xfrm>
              <a:off x="8674100" y="4538663"/>
              <a:ext cx="869950" cy="1055688"/>
            </a:xfrm>
            <a:custGeom>
              <a:avLst/>
              <a:gdLst>
                <a:gd name="T0" fmla="*/ 217 w 231"/>
                <a:gd name="T1" fmla="*/ 154 h 280"/>
                <a:gd name="T2" fmla="*/ 183 w 231"/>
                <a:gd name="T3" fmla="*/ 131 h 280"/>
                <a:gd name="T4" fmla="*/ 140 w 231"/>
                <a:gd name="T5" fmla="*/ 118 h 280"/>
                <a:gd name="T6" fmla="*/ 98 w 231"/>
                <a:gd name="T7" fmla="*/ 109 h 280"/>
                <a:gd name="T8" fmla="*/ 67 w 231"/>
                <a:gd name="T9" fmla="*/ 96 h 280"/>
                <a:gd name="T10" fmla="*/ 57 w 231"/>
                <a:gd name="T11" fmla="*/ 76 h 280"/>
                <a:gd name="T12" fmla="*/ 114 w 231"/>
                <a:gd name="T13" fmla="*/ 43 h 280"/>
                <a:gd name="T14" fmla="*/ 158 w 231"/>
                <a:gd name="T15" fmla="*/ 54 h 280"/>
                <a:gd name="T16" fmla="*/ 173 w 231"/>
                <a:gd name="T17" fmla="*/ 80 h 280"/>
                <a:gd name="T18" fmla="*/ 174 w 231"/>
                <a:gd name="T19" fmla="*/ 84 h 280"/>
                <a:gd name="T20" fmla="*/ 223 w 231"/>
                <a:gd name="T21" fmla="*/ 84 h 280"/>
                <a:gd name="T22" fmla="*/ 223 w 231"/>
                <a:gd name="T23" fmla="*/ 79 h 280"/>
                <a:gd name="T24" fmla="*/ 208 w 231"/>
                <a:gd name="T25" fmla="*/ 40 h 280"/>
                <a:gd name="T26" fmla="*/ 174 w 231"/>
                <a:gd name="T27" fmla="*/ 11 h 280"/>
                <a:gd name="T28" fmla="*/ 115 w 231"/>
                <a:gd name="T29" fmla="*/ 0 h 280"/>
                <a:gd name="T30" fmla="*/ 35 w 231"/>
                <a:gd name="T31" fmla="*/ 20 h 280"/>
                <a:gd name="T32" fmla="*/ 7 w 231"/>
                <a:gd name="T33" fmla="*/ 80 h 280"/>
                <a:gd name="T34" fmla="*/ 21 w 231"/>
                <a:gd name="T35" fmla="*/ 121 h 280"/>
                <a:gd name="T36" fmla="*/ 56 w 231"/>
                <a:gd name="T37" fmla="*/ 144 h 280"/>
                <a:gd name="T38" fmla="*/ 99 w 231"/>
                <a:gd name="T39" fmla="*/ 156 h 280"/>
                <a:gd name="T40" fmla="*/ 141 w 231"/>
                <a:gd name="T41" fmla="*/ 166 h 280"/>
                <a:gd name="T42" fmla="*/ 171 w 231"/>
                <a:gd name="T43" fmla="*/ 179 h 280"/>
                <a:gd name="T44" fmla="*/ 182 w 231"/>
                <a:gd name="T45" fmla="*/ 200 h 280"/>
                <a:gd name="T46" fmla="*/ 176 w 231"/>
                <a:gd name="T47" fmla="*/ 218 h 280"/>
                <a:gd name="T48" fmla="*/ 160 w 231"/>
                <a:gd name="T49" fmla="*/ 230 h 280"/>
                <a:gd name="T50" fmla="*/ 138 w 231"/>
                <a:gd name="T51" fmla="*/ 235 h 280"/>
                <a:gd name="T52" fmla="*/ 120 w 231"/>
                <a:gd name="T53" fmla="*/ 237 h 280"/>
                <a:gd name="T54" fmla="*/ 81 w 231"/>
                <a:gd name="T55" fmla="*/ 229 h 280"/>
                <a:gd name="T56" fmla="*/ 60 w 231"/>
                <a:gd name="T57" fmla="*/ 211 h 280"/>
                <a:gd name="T58" fmla="*/ 51 w 231"/>
                <a:gd name="T59" fmla="*/ 188 h 280"/>
                <a:gd name="T60" fmla="*/ 51 w 231"/>
                <a:gd name="T61" fmla="*/ 184 h 280"/>
                <a:gd name="T62" fmla="*/ 0 w 231"/>
                <a:gd name="T63" fmla="*/ 184 h 280"/>
                <a:gd name="T64" fmla="*/ 1 w 231"/>
                <a:gd name="T65" fmla="*/ 189 h 280"/>
                <a:gd name="T66" fmla="*/ 16 w 231"/>
                <a:gd name="T67" fmla="*/ 234 h 280"/>
                <a:gd name="T68" fmla="*/ 56 w 231"/>
                <a:gd name="T69" fmla="*/ 267 h 280"/>
                <a:gd name="T70" fmla="*/ 119 w 231"/>
                <a:gd name="T71" fmla="*/ 280 h 280"/>
                <a:gd name="T72" fmla="*/ 200 w 231"/>
                <a:gd name="T73" fmla="*/ 259 h 280"/>
                <a:gd name="T74" fmla="*/ 231 w 231"/>
                <a:gd name="T75" fmla="*/ 196 h 280"/>
                <a:gd name="T76" fmla="*/ 217 w 231"/>
                <a:gd name="T77" fmla="*/ 154 h 2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1" h="280">
                  <a:moveTo>
                    <a:pt x="217" y="154"/>
                  </a:moveTo>
                  <a:cubicBezTo>
                    <a:pt x="208" y="144"/>
                    <a:pt x="197" y="136"/>
                    <a:pt x="183" y="131"/>
                  </a:cubicBezTo>
                  <a:cubicBezTo>
                    <a:pt x="169" y="125"/>
                    <a:pt x="155" y="121"/>
                    <a:pt x="140" y="118"/>
                  </a:cubicBezTo>
                  <a:cubicBezTo>
                    <a:pt x="125" y="115"/>
                    <a:pt x="111" y="112"/>
                    <a:pt x="98" y="109"/>
                  </a:cubicBezTo>
                  <a:cubicBezTo>
                    <a:pt x="85" y="105"/>
                    <a:pt x="75" y="101"/>
                    <a:pt x="67" y="96"/>
                  </a:cubicBezTo>
                  <a:cubicBezTo>
                    <a:pt x="60" y="91"/>
                    <a:pt x="57" y="85"/>
                    <a:pt x="57" y="76"/>
                  </a:cubicBezTo>
                  <a:cubicBezTo>
                    <a:pt x="57" y="68"/>
                    <a:pt x="57" y="43"/>
                    <a:pt x="114" y="43"/>
                  </a:cubicBezTo>
                  <a:cubicBezTo>
                    <a:pt x="135" y="43"/>
                    <a:pt x="150" y="47"/>
                    <a:pt x="158" y="54"/>
                  </a:cubicBezTo>
                  <a:cubicBezTo>
                    <a:pt x="167" y="61"/>
                    <a:pt x="172" y="70"/>
                    <a:pt x="173" y="80"/>
                  </a:cubicBezTo>
                  <a:cubicBezTo>
                    <a:pt x="174" y="84"/>
                    <a:pt x="174" y="84"/>
                    <a:pt x="174" y="84"/>
                  </a:cubicBezTo>
                  <a:cubicBezTo>
                    <a:pt x="223" y="84"/>
                    <a:pt x="223" y="84"/>
                    <a:pt x="223" y="84"/>
                  </a:cubicBezTo>
                  <a:cubicBezTo>
                    <a:pt x="223" y="79"/>
                    <a:pt x="223" y="79"/>
                    <a:pt x="223" y="79"/>
                  </a:cubicBezTo>
                  <a:cubicBezTo>
                    <a:pt x="221" y="65"/>
                    <a:pt x="216" y="52"/>
                    <a:pt x="208" y="40"/>
                  </a:cubicBezTo>
                  <a:cubicBezTo>
                    <a:pt x="201" y="28"/>
                    <a:pt x="189" y="19"/>
                    <a:pt x="174" y="11"/>
                  </a:cubicBezTo>
                  <a:cubicBezTo>
                    <a:pt x="158" y="4"/>
                    <a:pt x="139" y="0"/>
                    <a:pt x="115" y="0"/>
                  </a:cubicBezTo>
                  <a:cubicBezTo>
                    <a:pt x="80" y="0"/>
                    <a:pt x="53" y="7"/>
                    <a:pt x="35" y="20"/>
                  </a:cubicBezTo>
                  <a:cubicBezTo>
                    <a:pt x="17" y="34"/>
                    <a:pt x="7" y="54"/>
                    <a:pt x="7" y="80"/>
                  </a:cubicBezTo>
                  <a:cubicBezTo>
                    <a:pt x="7" y="97"/>
                    <a:pt x="12" y="111"/>
                    <a:pt x="21" y="121"/>
                  </a:cubicBezTo>
                  <a:cubicBezTo>
                    <a:pt x="30" y="131"/>
                    <a:pt x="42" y="138"/>
                    <a:pt x="56" y="144"/>
                  </a:cubicBezTo>
                  <a:cubicBezTo>
                    <a:pt x="69" y="149"/>
                    <a:pt x="84" y="153"/>
                    <a:pt x="99" y="156"/>
                  </a:cubicBezTo>
                  <a:cubicBezTo>
                    <a:pt x="113" y="159"/>
                    <a:pt x="127" y="163"/>
                    <a:pt x="141" y="166"/>
                  </a:cubicBezTo>
                  <a:cubicBezTo>
                    <a:pt x="153" y="169"/>
                    <a:pt x="164" y="174"/>
                    <a:pt x="171" y="179"/>
                  </a:cubicBezTo>
                  <a:cubicBezTo>
                    <a:pt x="178" y="184"/>
                    <a:pt x="182" y="191"/>
                    <a:pt x="182" y="200"/>
                  </a:cubicBezTo>
                  <a:cubicBezTo>
                    <a:pt x="182" y="208"/>
                    <a:pt x="180" y="214"/>
                    <a:pt x="176" y="218"/>
                  </a:cubicBezTo>
                  <a:cubicBezTo>
                    <a:pt x="171" y="223"/>
                    <a:pt x="166" y="227"/>
                    <a:pt x="160" y="230"/>
                  </a:cubicBezTo>
                  <a:cubicBezTo>
                    <a:pt x="153" y="232"/>
                    <a:pt x="146" y="234"/>
                    <a:pt x="138" y="235"/>
                  </a:cubicBezTo>
                  <a:cubicBezTo>
                    <a:pt x="131" y="236"/>
                    <a:pt x="125" y="237"/>
                    <a:pt x="120" y="237"/>
                  </a:cubicBezTo>
                  <a:cubicBezTo>
                    <a:pt x="104" y="237"/>
                    <a:pt x="91" y="234"/>
                    <a:pt x="81" y="229"/>
                  </a:cubicBezTo>
                  <a:cubicBezTo>
                    <a:pt x="72" y="225"/>
                    <a:pt x="64" y="219"/>
                    <a:pt x="60" y="211"/>
                  </a:cubicBezTo>
                  <a:cubicBezTo>
                    <a:pt x="55" y="204"/>
                    <a:pt x="52" y="196"/>
                    <a:pt x="51" y="188"/>
                  </a:cubicBezTo>
                  <a:cubicBezTo>
                    <a:pt x="51" y="184"/>
                    <a:pt x="51" y="184"/>
                    <a:pt x="51" y="184"/>
                  </a:cubicBezTo>
                  <a:cubicBezTo>
                    <a:pt x="0" y="184"/>
                    <a:pt x="0" y="184"/>
                    <a:pt x="0" y="184"/>
                  </a:cubicBezTo>
                  <a:cubicBezTo>
                    <a:pt x="1" y="189"/>
                    <a:pt x="1" y="189"/>
                    <a:pt x="1" y="189"/>
                  </a:cubicBezTo>
                  <a:cubicBezTo>
                    <a:pt x="2" y="205"/>
                    <a:pt x="7" y="220"/>
                    <a:pt x="16" y="234"/>
                  </a:cubicBezTo>
                  <a:cubicBezTo>
                    <a:pt x="25" y="248"/>
                    <a:pt x="39" y="259"/>
                    <a:pt x="56" y="267"/>
                  </a:cubicBezTo>
                  <a:cubicBezTo>
                    <a:pt x="73" y="276"/>
                    <a:pt x="95" y="280"/>
                    <a:pt x="119" y="280"/>
                  </a:cubicBezTo>
                  <a:cubicBezTo>
                    <a:pt x="153" y="280"/>
                    <a:pt x="180" y="273"/>
                    <a:pt x="200" y="259"/>
                  </a:cubicBezTo>
                  <a:cubicBezTo>
                    <a:pt x="221" y="245"/>
                    <a:pt x="231" y="224"/>
                    <a:pt x="231" y="196"/>
                  </a:cubicBezTo>
                  <a:cubicBezTo>
                    <a:pt x="231" y="179"/>
                    <a:pt x="226" y="165"/>
                    <a:pt x="217" y="15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5" name="Freeform 14">
              <a:extLst>
                <a:ext uri="{FF2B5EF4-FFF2-40B4-BE49-F238E27FC236}">
                  <a16:creationId xmlns:a16="http://schemas.microsoft.com/office/drawing/2014/main" id="{1B8C7E3B-C522-4FD7-B5D1-348D4C8F038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83213" y="1749425"/>
              <a:ext cx="663575" cy="638175"/>
            </a:xfrm>
            <a:custGeom>
              <a:avLst/>
              <a:gdLst>
                <a:gd name="T0" fmla="*/ 36 w 176"/>
                <a:gd name="T1" fmla="*/ 168 h 169"/>
                <a:gd name="T2" fmla="*/ 151 w 176"/>
                <a:gd name="T3" fmla="*/ 118 h 169"/>
                <a:gd name="T4" fmla="*/ 142 w 176"/>
                <a:gd name="T5" fmla="*/ 17 h 169"/>
                <a:gd name="T6" fmla="*/ 96 w 176"/>
                <a:gd name="T7" fmla="*/ 0 h 169"/>
                <a:gd name="T8" fmla="*/ 41 w 176"/>
                <a:gd name="T9" fmla="*/ 26 h 169"/>
                <a:gd name="T10" fmla="*/ 20 w 176"/>
                <a:gd name="T11" fmla="*/ 164 h 169"/>
                <a:gd name="T12" fmla="*/ 36 w 176"/>
                <a:gd name="T13" fmla="*/ 168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6" h="169">
                  <a:moveTo>
                    <a:pt x="36" y="168"/>
                  </a:moveTo>
                  <a:cubicBezTo>
                    <a:pt x="67" y="168"/>
                    <a:pt x="130" y="143"/>
                    <a:pt x="151" y="118"/>
                  </a:cubicBezTo>
                  <a:cubicBezTo>
                    <a:pt x="176" y="88"/>
                    <a:pt x="172" y="42"/>
                    <a:pt x="142" y="17"/>
                  </a:cubicBezTo>
                  <a:cubicBezTo>
                    <a:pt x="129" y="6"/>
                    <a:pt x="113" y="0"/>
                    <a:pt x="96" y="0"/>
                  </a:cubicBezTo>
                  <a:cubicBezTo>
                    <a:pt x="74" y="0"/>
                    <a:pt x="54" y="10"/>
                    <a:pt x="41" y="26"/>
                  </a:cubicBezTo>
                  <a:cubicBezTo>
                    <a:pt x="17" y="55"/>
                    <a:pt x="0" y="145"/>
                    <a:pt x="20" y="164"/>
                  </a:cubicBezTo>
                  <a:cubicBezTo>
                    <a:pt x="24" y="167"/>
                    <a:pt x="29" y="169"/>
                    <a:pt x="36" y="16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6" name="Freeform 15">
              <a:extLst>
                <a:ext uri="{FF2B5EF4-FFF2-40B4-BE49-F238E27FC236}">
                  <a16:creationId xmlns:a16="http://schemas.microsoft.com/office/drawing/2014/main" id="{971E630A-D5AA-4F49-A2CB-4FF2440ED508}"/>
                </a:ext>
              </a:extLst>
            </p:cNvPr>
            <p:cNvSpPr>
              <a:spLocks/>
            </p:cNvSpPr>
            <p:nvPr/>
          </p:nvSpPr>
          <p:spPr bwMode="auto">
            <a:xfrm>
              <a:off x="2662238" y="1270000"/>
              <a:ext cx="765175" cy="728663"/>
            </a:xfrm>
            <a:custGeom>
              <a:avLst/>
              <a:gdLst>
                <a:gd name="T0" fmla="*/ 30 w 203"/>
                <a:gd name="T1" fmla="*/ 152 h 193"/>
                <a:gd name="T2" fmla="*/ 160 w 203"/>
                <a:gd name="T3" fmla="*/ 193 h 193"/>
                <a:gd name="T4" fmla="*/ 197 w 203"/>
                <a:gd name="T5" fmla="*/ 183 h 193"/>
                <a:gd name="T6" fmla="*/ 203 w 203"/>
                <a:gd name="T7" fmla="*/ 160 h 193"/>
                <a:gd name="T8" fmla="*/ 147 w 203"/>
                <a:gd name="T9" fmla="*/ 23 h 193"/>
                <a:gd name="T10" fmla="*/ 88 w 203"/>
                <a:gd name="T11" fmla="*/ 0 h 193"/>
                <a:gd name="T12" fmla="*/ 24 w 203"/>
                <a:gd name="T13" fmla="*/ 29 h 193"/>
                <a:gd name="T14" fmla="*/ 1 w 203"/>
                <a:gd name="T15" fmla="*/ 92 h 193"/>
                <a:gd name="T16" fmla="*/ 30 w 203"/>
                <a:gd name="T17" fmla="*/ 152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03" h="193">
                  <a:moveTo>
                    <a:pt x="30" y="152"/>
                  </a:moveTo>
                  <a:cubicBezTo>
                    <a:pt x="56" y="176"/>
                    <a:pt x="120" y="193"/>
                    <a:pt x="160" y="193"/>
                  </a:cubicBezTo>
                  <a:cubicBezTo>
                    <a:pt x="178" y="193"/>
                    <a:pt x="190" y="190"/>
                    <a:pt x="197" y="183"/>
                  </a:cubicBezTo>
                  <a:cubicBezTo>
                    <a:pt x="201" y="179"/>
                    <a:pt x="203" y="171"/>
                    <a:pt x="203" y="160"/>
                  </a:cubicBezTo>
                  <a:cubicBezTo>
                    <a:pt x="202" y="121"/>
                    <a:pt x="175" y="48"/>
                    <a:pt x="147" y="23"/>
                  </a:cubicBezTo>
                  <a:cubicBezTo>
                    <a:pt x="131" y="8"/>
                    <a:pt x="110" y="0"/>
                    <a:pt x="88" y="0"/>
                  </a:cubicBezTo>
                  <a:cubicBezTo>
                    <a:pt x="64" y="0"/>
                    <a:pt x="40" y="11"/>
                    <a:pt x="24" y="29"/>
                  </a:cubicBezTo>
                  <a:cubicBezTo>
                    <a:pt x="8" y="47"/>
                    <a:pt x="0" y="69"/>
                    <a:pt x="1" y="92"/>
                  </a:cubicBezTo>
                  <a:cubicBezTo>
                    <a:pt x="3" y="115"/>
                    <a:pt x="13" y="137"/>
                    <a:pt x="30" y="15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7" name="Freeform 16">
              <a:extLst>
                <a:ext uri="{FF2B5EF4-FFF2-40B4-BE49-F238E27FC236}">
                  <a16:creationId xmlns:a16="http://schemas.microsoft.com/office/drawing/2014/main" id="{69F8CD72-A82F-41FE-ACE5-D27D5EADFE84}"/>
                </a:ext>
              </a:extLst>
            </p:cNvPr>
            <p:cNvSpPr>
              <a:spLocks/>
            </p:cNvSpPr>
            <p:nvPr/>
          </p:nvSpPr>
          <p:spPr bwMode="auto">
            <a:xfrm>
              <a:off x="2659063" y="3406775"/>
              <a:ext cx="633413" cy="471488"/>
            </a:xfrm>
            <a:custGeom>
              <a:avLst/>
              <a:gdLst>
                <a:gd name="T0" fmla="*/ 10 w 168"/>
                <a:gd name="T1" fmla="*/ 31 h 125"/>
                <a:gd name="T2" fmla="*/ 5 w 168"/>
                <a:gd name="T3" fmla="*/ 79 h 125"/>
                <a:gd name="T4" fmla="*/ 65 w 168"/>
                <a:gd name="T5" fmla="*/ 125 h 125"/>
                <a:gd name="T6" fmla="*/ 81 w 168"/>
                <a:gd name="T7" fmla="*/ 122 h 125"/>
                <a:gd name="T8" fmla="*/ 163 w 168"/>
                <a:gd name="T9" fmla="*/ 34 h 125"/>
                <a:gd name="T10" fmla="*/ 67 w 168"/>
                <a:gd name="T11" fmla="*/ 0 h 125"/>
                <a:gd name="T12" fmla="*/ 48 w 168"/>
                <a:gd name="T13" fmla="*/ 2 h 125"/>
                <a:gd name="T14" fmla="*/ 10 w 168"/>
                <a:gd name="T15" fmla="*/ 31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68" h="125">
                  <a:moveTo>
                    <a:pt x="10" y="31"/>
                  </a:moveTo>
                  <a:cubicBezTo>
                    <a:pt x="2" y="46"/>
                    <a:pt x="0" y="63"/>
                    <a:pt x="5" y="79"/>
                  </a:cubicBezTo>
                  <a:cubicBezTo>
                    <a:pt x="12" y="106"/>
                    <a:pt x="37" y="125"/>
                    <a:pt x="65" y="125"/>
                  </a:cubicBezTo>
                  <a:cubicBezTo>
                    <a:pt x="70" y="125"/>
                    <a:pt x="76" y="124"/>
                    <a:pt x="81" y="122"/>
                  </a:cubicBezTo>
                  <a:cubicBezTo>
                    <a:pt x="112" y="114"/>
                    <a:pt x="168" y="58"/>
                    <a:pt x="163" y="34"/>
                  </a:cubicBezTo>
                  <a:cubicBezTo>
                    <a:pt x="160" y="16"/>
                    <a:pt x="101" y="0"/>
                    <a:pt x="67" y="0"/>
                  </a:cubicBezTo>
                  <a:cubicBezTo>
                    <a:pt x="60" y="0"/>
                    <a:pt x="53" y="1"/>
                    <a:pt x="48" y="2"/>
                  </a:cubicBezTo>
                  <a:cubicBezTo>
                    <a:pt x="32" y="6"/>
                    <a:pt x="19" y="17"/>
                    <a:pt x="10" y="31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8" name="Freeform 17">
              <a:extLst>
                <a:ext uri="{FF2B5EF4-FFF2-40B4-BE49-F238E27FC236}">
                  <a16:creationId xmlns:a16="http://schemas.microsoft.com/office/drawing/2014/main" id="{EE649431-321B-49A6-A312-3AAA6EA17D3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100388" y="1614488"/>
              <a:ext cx="3775075" cy="3965575"/>
            </a:xfrm>
            <a:custGeom>
              <a:avLst/>
              <a:gdLst>
                <a:gd name="T0" fmla="*/ 747 w 1002"/>
                <a:gd name="T1" fmla="*/ 881 h 1051"/>
                <a:gd name="T2" fmla="*/ 638 w 1002"/>
                <a:gd name="T3" fmla="*/ 741 h 1051"/>
                <a:gd name="T4" fmla="*/ 805 w 1002"/>
                <a:gd name="T5" fmla="*/ 760 h 1051"/>
                <a:gd name="T6" fmla="*/ 805 w 1002"/>
                <a:gd name="T7" fmla="*/ 862 h 1051"/>
                <a:gd name="T8" fmla="*/ 844 w 1002"/>
                <a:gd name="T9" fmla="*/ 279 h 1051"/>
                <a:gd name="T10" fmla="*/ 942 w 1002"/>
                <a:gd name="T11" fmla="*/ 360 h 1051"/>
                <a:gd name="T12" fmla="*/ 777 w 1002"/>
                <a:gd name="T13" fmla="*/ 304 h 1051"/>
                <a:gd name="T14" fmla="*/ 629 w 1002"/>
                <a:gd name="T15" fmla="*/ 546 h 1051"/>
                <a:gd name="T16" fmla="*/ 592 w 1002"/>
                <a:gd name="T17" fmla="*/ 386 h 1051"/>
                <a:gd name="T18" fmla="*/ 703 w 1002"/>
                <a:gd name="T19" fmla="*/ 467 h 1051"/>
                <a:gd name="T20" fmla="*/ 762 w 1002"/>
                <a:gd name="T21" fmla="*/ 532 h 1051"/>
                <a:gd name="T22" fmla="*/ 940 w 1002"/>
                <a:gd name="T23" fmla="*/ 527 h 1051"/>
                <a:gd name="T24" fmla="*/ 996 w 1002"/>
                <a:gd name="T25" fmla="*/ 449 h 1051"/>
                <a:gd name="T26" fmla="*/ 932 w 1002"/>
                <a:gd name="T27" fmla="*/ 452 h 1051"/>
                <a:gd name="T28" fmla="*/ 848 w 1002"/>
                <a:gd name="T29" fmla="*/ 501 h 1051"/>
                <a:gd name="T30" fmla="*/ 761 w 1002"/>
                <a:gd name="T31" fmla="*/ 455 h 1051"/>
                <a:gd name="T32" fmla="*/ 1002 w 1002"/>
                <a:gd name="T33" fmla="*/ 414 h 1051"/>
                <a:gd name="T34" fmla="*/ 983 w 1002"/>
                <a:gd name="T35" fmla="*/ 307 h 1051"/>
                <a:gd name="T36" fmla="*/ 844 w 1002"/>
                <a:gd name="T37" fmla="*/ 225 h 1051"/>
                <a:gd name="T38" fmla="*/ 715 w 1002"/>
                <a:gd name="T39" fmla="*/ 289 h 1051"/>
                <a:gd name="T40" fmla="*/ 709 w 1002"/>
                <a:gd name="T41" fmla="*/ 299 h 1051"/>
                <a:gd name="T42" fmla="*/ 450 w 1002"/>
                <a:gd name="T43" fmla="*/ 284 h 1051"/>
                <a:gd name="T44" fmla="*/ 480 w 1002"/>
                <a:gd name="T45" fmla="*/ 211 h 1051"/>
                <a:gd name="T46" fmla="*/ 303 w 1002"/>
                <a:gd name="T47" fmla="*/ 217 h 1051"/>
                <a:gd name="T48" fmla="*/ 111 w 1002"/>
                <a:gd name="T49" fmla="*/ 254 h 1051"/>
                <a:gd name="T50" fmla="*/ 219 w 1002"/>
                <a:gd name="T51" fmla="*/ 388 h 1051"/>
                <a:gd name="T52" fmla="*/ 285 w 1002"/>
                <a:gd name="T53" fmla="*/ 551 h 1051"/>
                <a:gd name="T54" fmla="*/ 202 w 1002"/>
                <a:gd name="T55" fmla="*/ 664 h 1051"/>
                <a:gd name="T56" fmla="*/ 303 w 1002"/>
                <a:gd name="T57" fmla="*/ 652 h 1051"/>
                <a:gd name="T58" fmla="*/ 364 w 1002"/>
                <a:gd name="T59" fmla="*/ 565 h 1051"/>
                <a:gd name="T60" fmla="*/ 674 w 1002"/>
                <a:gd name="T61" fmla="*/ 694 h 1051"/>
                <a:gd name="T62" fmla="*/ 588 w 1002"/>
                <a:gd name="T63" fmla="*/ 694 h 1051"/>
                <a:gd name="T64" fmla="*/ 638 w 1002"/>
                <a:gd name="T65" fmla="*/ 1051 h 1051"/>
                <a:gd name="T66" fmla="*/ 749 w 1002"/>
                <a:gd name="T67" fmla="*/ 927 h 1051"/>
                <a:gd name="T68" fmla="*/ 874 w 1002"/>
                <a:gd name="T69" fmla="*/ 811 h 10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002" h="1051">
                  <a:moveTo>
                    <a:pt x="805" y="862"/>
                  </a:moveTo>
                  <a:cubicBezTo>
                    <a:pt x="792" y="874"/>
                    <a:pt x="772" y="881"/>
                    <a:pt x="747" y="881"/>
                  </a:cubicBezTo>
                  <a:cubicBezTo>
                    <a:pt x="638" y="881"/>
                    <a:pt x="638" y="881"/>
                    <a:pt x="638" y="881"/>
                  </a:cubicBezTo>
                  <a:cubicBezTo>
                    <a:pt x="638" y="741"/>
                    <a:pt x="638" y="741"/>
                    <a:pt x="638" y="741"/>
                  </a:cubicBezTo>
                  <a:cubicBezTo>
                    <a:pt x="747" y="741"/>
                    <a:pt x="747" y="741"/>
                    <a:pt x="747" y="741"/>
                  </a:cubicBezTo>
                  <a:cubicBezTo>
                    <a:pt x="772" y="741"/>
                    <a:pt x="792" y="748"/>
                    <a:pt x="805" y="760"/>
                  </a:cubicBezTo>
                  <a:cubicBezTo>
                    <a:pt x="818" y="772"/>
                    <a:pt x="824" y="789"/>
                    <a:pt x="824" y="811"/>
                  </a:cubicBezTo>
                  <a:cubicBezTo>
                    <a:pt x="824" y="833"/>
                    <a:pt x="818" y="850"/>
                    <a:pt x="805" y="862"/>
                  </a:cubicBezTo>
                  <a:moveTo>
                    <a:pt x="777" y="304"/>
                  </a:moveTo>
                  <a:cubicBezTo>
                    <a:pt x="794" y="287"/>
                    <a:pt x="816" y="279"/>
                    <a:pt x="844" y="279"/>
                  </a:cubicBezTo>
                  <a:cubicBezTo>
                    <a:pt x="872" y="279"/>
                    <a:pt x="894" y="287"/>
                    <a:pt x="911" y="304"/>
                  </a:cubicBezTo>
                  <a:cubicBezTo>
                    <a:pt x="927" y="319"/>
                    <a:pt x="937" y="338"/>
                    <a:pt x="942" y="360"/>
                  </a:cubicBezTo>
                  <a:cubicBezTo>
                    <a:pt x="747" y="360"/>
                    <a:pt x="747" y="360"/>
                    <a:pt x="747" y="360"/>
                  </a:cubicBezTo>
                  <a:cubicBezTo>
                    <a:pt x="752" y="338"/>
                    <a:pt x="762" y="319"/>
                    <a:pt x="777" y="304"/>
                  </a:cubicBezTo>
                  <a:moveTo>
                    <a:pt x="854" y="741"/>
                  </a:moveTo>
                  <a:cubicBezTo>
                    <a:pt x="854" y="741"/>
                    <a:pt x="796" y="648"/>
                    <a:pt x="629" y="546"/>
                  </a:cubicBezTo>
                  <a:cubicBezTo>
                    <a:pt x="598" y="527"/>
                    <a:pt x="578" y="509"/>
                    <a:pt x="565" y="492"/>
                  </a:cubicBezTo>
                  <a:cubicBezTo>
                    <a:pt x="540" y="455"/>
                    <a:pt x="541" y="386"/>
                    <a:pt x="592" y="386"/>
                  </a:cubicBezTo>
                  <a:cubicBezTo>
                    <a:pt x="651" y="386"/>
                    <a:pt x="703" y="467"/>
                    <a:pt x="703" y="467"/>
                  </a:cubicBezTo>
                  <a:cubicBezTo>
                    <a:pt x="703" y="467"/>
                    <a:pt x="703" y="467"/>
                    <a:pt x="703" y="467"/>
                  </a:cubicBezTo>
                  <a:cubicBezTo>
                    <a:pt x="704" y="469"/>
                    <a:pt x="705" y="471"/>
                    <a:pt x="706" y="473"/>
                  </a:cubicBezTo>
                  <a:cubicBezTo>
                    <a:pt x="719" y="498"/>
                    <a:pt x="738" y="518"/>
                    <a:pt x="762" y="532"/>
                  </a:cubicBezTo>
                  <a:cubicBezTo>
                    <a:pt x="786" y="547"/>
                    <a:pt x="815" y="555"/>
                    <a:pt x="847" y="555"/>
                  </a:cubicBezTo>
                  <a:cubicBezTo>
                    <a:pt x="885" y="555"/>
                    <a:pt x="916" y="545"/>
                    <a:pt x="940" y="527"/>
                  </a:cubicBezTo>
                  <a:cubicBezTo>
                    <a:pt x="964" y="509"/>
                    <a:pt x="982" y="486"/>
                    <a:pt x="993" y="457"/>
                  </a:cubicBezTo>
                  <a:cubicBezTo>
                    <a:pt x="996" y="449"/>
                    <a:pt x="996" y="449"/>
                    <a:pt x="996" y="449"/>
                  </a:cubicBezTo>
                  <a:cubicBezTo>
                    <a:pt x="933" y="449"/>
                    <a:pt x="933" y="449"/>
                    <a:pt x="933" y="449"/>
                  </a:cubicBezTo>
                  <a:cubicBezTo>
                    <a:pt x="932" y="452"/>
                    <a:pt x="932" y="452"/>
                    <a:pt x="932" y="452"/>
                  </a:cubicBezTo>
                  <a:cubicBezTo>
                    <a:pt x="924" y="467"/>
                    <a:pt x="913" y="478"/>
                    <a:pt x="899" y="488"/>
                  </a:cubicBezTo>
                  <a:cubicBezTo>
                    <a:pt x="886" y="496"/>
                    <a:pt x="868" y="501"/>
                    <a:pt x="848" y="501"/>
                  </a:cubicBezTo>
                  <a:cubicBezTo>
                    <a:pt x="828" y="501"/>
                    <a:pt x="811" y="497"/>
                    <a:pt x="796" y="489"/>
                  </a:cubicBezTo>
                  <a:cubicBezTo>
                    <a:pt x="782" y="480"/>
                    <a:pt x="770" y="469"/>
                    <a:pt x="761" y="455"/>
                  </a:cubicBezTo>
                  <a:cubicBezTo>
                    <a:pt x="754" y="443"/>
                    <a:pt x="748" y="429"/>
                    <a:pt x="746" y="414"/>
                  </a:cubicBezTo>
                  <a:cubicBezTo>
                    <a:pt x="1002" y="414"/>
                    <a:pt x="1002" y="414"/>
                    <a:pt x="1002" y="414"/>
                  </a:cubicBezTo>
                  <a:cubicBezTo>
                    <a:pt x="1002" y="390"/>
                    <a:pt x="1002" y="390"/>
                    <a:pt x="1002" y="390"/>
                  </a:cubicBezTo>
                  <a:cubicBezTo>
                    <a:pt x="1002" y="360"/>
                    <a:pt x="996" y="332"/>
                    <a:pt x="983" y="307"/>
                  </a:cubicBezTo>
                  <a:cubicBezTo>
                    <a:pt x="971" y="282"/>
                    <a:pt x="952" y="262"/>
                    <a:pt x="929" y="248"/>
                  </a:cubicBezTo>
                  <a:cubicBezTo>
                    <a:pt x="905" y="233"/>
                    <a:pt x="877" y="225"/>
                    <a:pt x="844" y="225"/>
                  </a:cubicBezTo>
                  <a:cubicBezTo>
                    <a:pt x="812" y="225"/>
                    <a:pt x="783" y="233"/>
                    <a:pt x="760" y="248"/>
                  </a:cubicBezTo>
                  <a:cubicBezTo>
                    <a:pt x="742" y="259"/>
                    <a:pt x="727" y="273"/>
                    <a:pt x="715" y="289"/>
                  </a:cubicBezTo>
                  <a:cubicBezTo>
                    <a:pt x="713" y="292"/>
                    <a:pt x="712" y="294"/>
                    <a:pt x="710" y="298"/>
                  </a:cubicBezTo>
                  <a:cubicBezTo>
                    <a:pt x="710" y="298"/>
                    <a:pt x="709" y="298"/>
                    <a:pt x="709" y="299"/>
                  </a:cubicBezTo>
                  <a:cubicBezTo>
                    <a:pt x="690" y="334"/>
                    <a:pt x="632" y="345"/>
                    <a:pt x="620" y="347"/>
                  </a:cubicBezTo>
                  <a:cubicBezTo>
                    <a:pt x="573" y="358"/>
                    <a:pt x="467" y="329"/>
                    <a:pt x="450" y="284"/>
                  </a:cubicBezTo>
                  <a:cubicBezTo>
                    <a:pt x="446" y="267"/>
                    <a:pt x="454" y="246"/>
                    <a:pt x="480" y="211"/>
                  </a:cubicBezTo>
                  <a:cubicBezTo>
                    <a:pt x="480" y="211"/>
                    <a:pt x="480" y="211"/>
                    <a:pt x="480" y="211"/>
                  </a:cubicBezTo>
                  <a:cubicBezTo>
                    <a:pt x="554" y="135"/>
                    <a:pt x="495" y="0"/>
                    <a:pt x="389" y="3"/>
                  </a:cubicBezTo>
                  <a:cubicBezTo>
                    <a:pt x="279" y="1"/>
                    <a:pt x="222" y="142"/>
                    <a:pt x="303" y="217"/>
                  </a:cubicBezTo>
                  <a:cubicBezTo>
                    <a:pt x="338" y="243"/>
                    <a:pt x="392" y="276"/>
                    <a:pt x="373" y="319"/>
                  </a:cubicBezTo>
                  <a:cubicBezTo>
                    <a:pt x="341" y="399"/>
                    <a:pt x="135" y="369"/>
                    <a:pt x="111" y="254"/>
                  </a:cubicBezTo>
                  <a:cubicBezTo>
                    <a:pt x="91" y="185"/>
                    <a:pt x="0" y="227"/>
                    <a:pt x="35" y="292"/>
                  </a:cubicBezTo>
                  <a:cubicBezTo>
                    <a:pt x="63" y="345"/>
                    <a:pt x="158" y="370"/>
                    <a:pt x="219" y="388"/>
                  </a:cubicBezTo>
                  <a:cubicBezTo>
                    <a:pt x="345" y="425"/>
                    <a:pt x="367" y="441"/>
                    <a:pt x="360" y="492"/>
                  </a:cubicBezTo>
                  <a:cubicBezTo>
                    <a:pt x="358" y="510"/>
                    <a:pt x="336" y="551"/>
                    <a:pt x="285" y="551"/>
                  </a:cubicBezTo>
                  <a:cubicBezTo>
                    <a:pt x="253" y="548"/>
                    <a:pt x="222" y="546"/>
                    <a:pt x="199" y="570"/>
                  </a:cubicBezTo>
                  <a:cubicBezTo>
                    <a:pt x="174" y="595"/>
                    <a:pt x="175" y="640"/>
                    <a:pt x="202" y="664"/>
                  </a:cubicBezTo>
                  <a:cubicBezTo>
                    <a:pt x="230" y="692"/>
                    <a:pt x="281" y="686"/>
                    <a:pt x="302" y="653"/>
                  </a:cubicBezTo>
                  <a:cubicBezTo>
                    <a:pt x="302" y="653"/>
                    <a:pt x="303" y="652"/>
                    <a:pt x="303" y="652"/>
                  </a:cubicBezTo>
                  <a:cubicBezTo>
                    <a:pt x="303" y="652"/>
                    <a:pt x="303" y="651"/>
                    <a:pt x="304" y="651"/>
                  </a:cubicBezTo>
                  <a:cubicBezTo>
                    <a:pt x="324" y="618"/>
                    <a:pt x="319" y="601"/>
                    <a:pt x="364" y="565"/>
                  </a:cubicBezTo>
                  <a:cubicBezTo>
                    <a:pt x="399" y="537"/>
                    <a:pt x="521" y="519"/>
                    <a:pt x="622" y="567"/>
                  </a:cubicBezTo>
                  <a:cubicBezTo>
                    <a:pt x="724" y="616"/>
                    <a:pt x="746" y="694"/>
                    <a:pt x="674" y="694"/>
                  </a:cubicBezTo>
                  <a:cubicBezTo>
                    <a:pt x="674" y="694"/>
                    <a:pt x="674" y="694"/>
                    <a:pt x="674" y="694"/>
                  </a:cubicBezTo>
                  <a:cubicBezTo>
                    <a:pt x="588" y="694"/>
                    <a:pt x="588" y="694"/>
                    <a:pt x="588" y="694"/>
                  </a:cubicBezTo>
                  <a:cubicBezTo>
                    <a:pt x="588" y="1051"/>
                    <a:pt x="588" y="1051"/>
                    <a:pt x="588" y="1051"/>
                  </a:cubicBezTo>
                  <a:cubicBezTo>
                    <a:pt x="638" y="1051"/>
                    <a:pt x="638" y="1051"/>
                    <a:pt x="638" y="1051"/>
                  </a:cubicBezTo>
                  <a:cubicBezTo>
                    <a:pt x="638" y="927"/>
                    <a:pt x="638" y="927"/>
                    <a:pt x="638" y="927"/>
                  </a:cubicBezTo>
                  <a:cubicBezTo>
                    <a:pt x="749" y="927"/>
                    <a:pt x="749" y="927"/>
                    <a:pt x="749" y="927"/>
                  </a:cubicBezTo>
                  <a:cubicBezTo>
                    <a:pt x="787" y="927"/>
                    <a:pt x="818" y="917"/>
                    <a:pt x="840" y="896"/>
                  </a:cubicBezTo>
                  <a:cubicBezTo>
                    <a:pt x="862" y="875"/>
                    <a:pt x="874" y="846"/>
                    <a:pt x="874" y="811"/>
                  </a:cubicBezTo>
                  <a:cubicBezTo>
                    <a:pt x="874" y="783"/>
                    <a:pt x="867" y="760"/>
                    <a:pt x="854" y="74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dirty="0"/>
            </a:p>
          </p:txBody>
        </p:sp>
      </p:grpSp>
    </p:spTree>
    <p:extLst>
      <p:ext uri="{BB962C8B-B14F-4D97-AF65-F5344CB8AC3E}">
        <p14:creationId xmlns:p14="http://schemas.microsoft.com/office/powerpoint/2010/main" val="22764224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e encadr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0FCA3E5C-A906-4C23-8871-8AEB2971DD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CE87D8A4-6347-4D32-9A1C-FE3AC352506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1000" y="1096623"/>
            <a:ext cx="11425238" cy="461665"/>
          </a:xfrm>
        </p:spPr>
        <p:txBody>
          <a:bodyPr/>
          <a:lstStyle>
            <a:lvl1pPr>
              <a:defRPr sz="3000" b="0" u="none"/>
            </a:lvl1pPr>
            <a:lvl2pPr>
              <a:defRPr sz="3000" b="0" u="none"/>
            </a:lvl2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1" name="Espace réservé du texte 9">
            <a:extLst>
              <a:ext uri="{FF2B5EF4-FFF2-40B4-BE49-F238E27FC236}">
                <a16:creationId xmlns:a16="http://schemas.microsoft.com/office/drawing/2014/main" id="{092CE7C9-A41B-47BC-BD78-ACF9CB816F0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81000" y="2097995"/>
            <a:ext cx="5475288" cy="3292151"/>
          </a:xfrm>
        </p:spPr>
        <p:txBody>
          <a:bodyPr>
            <a:normAutofit/>
          </a:bodyPr>
          <a:lstStyle>
            <a:lvl1pPr marL="231775" indent="-231775">
              <a:spcBef>
                <a:spcPts val="8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400" b="0" u="none">
                <a:solidFill>
                  <a:schemeClr val="tx1"/>
                </a:solidFill>
              </a:defRPr>
            </a:lvl1pPr>
            <a:lvl2pPr marL="0" indent="0">
              <a:buClr>
                <a:schemeClr val="accent1"/>
              </a:buClr>
              <a:buFont typeface="Arial" panose="020B0604020202020204" pitchFamily="34" charset="0"/>
              <a:buNone/>
              <a:defRPr sz="2400" b="0" u="none">
                <a:solidFill>
                  <a:schemeClr val="tx1"/>
                </a:solidFill>
              </a:defRPr>
            </a:lvl2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4B96AC18-FDBF-4BF3-B770-A92648AB2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D1BE4-CD17-43AC-A077-88CD7C37981B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10" name="Espace réservé du texte 5">
            <a:extLst>
              <a:ext uri="{FF2B5EF4-FFF2-40B4-BE49-F238E27FC236}">
                <a16:creationId xmlns:a16="http://schemas.microsoft.com/office/drawing/2014/main" id="{5E8C4B7E-886D-49EA-A192-5DEFF93DEC4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29400" y="2151851"/>
            <a:ext cx="5176838" cy="3238295"/>
          </a:xfrm>
          <a:solidFill>
            <a:schemeClr val="accent2"/>
          </a:solidFill>
          <a:ln w="95250" cap="sq">
            <a:solidFill>
              <a:schemeClr val="accent2"/>
            </a:solidFill>
            <a:miter lim="800000"/>
          </a:ln>
        </p:spPr>
        <p:txBody>
          <a:bodyPr vert="horz" wrap="square" lIns="360000" tIns="1296000" rIns="360000" bIns="360000" rtlCol="0">
            <a:normAutofit/>
          </a:bodyPr>
          <a:lstStyle>
            <a:lvl1pPr marL="180000" indent="-180000">
              <a:spcBef>
                <a:spcPts val="800"/>
              </a:spcBef>
              <a:buFont typeface="Arial" panose="020B0604020202020204" pitchFamily="34" charset="0"/>
              <a:buChar char="•"/>
              <a:defRPr b="0" u="none"/>
            </a:lvl1pPr>
            <a:lvl2pPr marL="180000" indent="-180000">
              <a:spcBef>
                <a:spcPts val="800"/>
              </a:spcBef>
              <a:buFont typeface="Arial" panose="020B0604020202020204" pitchFamily="34" charset="0"/>
              <a:buChar char="•"/>
              <a:defRPr lang="fr-FR" dirty="0">
                <a:solidFill>
                  <a:schemeClr val="accent1"/>
                </a:solidFill>
              </a:defRPr>
            </a:lvl2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8" name="Espace réservé du texte 9">
            <a:extLst>
              <a:ext uri="{FF2B5EF4-FFF2-40B4-BE49-F238E27FC236}">
                <a16:creationId xmlns:a16="http://schemas.microsoft.com/office/drawing/2014/main" id="{1788DC34-5180-4111-91BB-9F9EA0B5700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493619" y="6235004"/>
            <a:ext cx="7200000" cy="276999"/>
          </a:xfrm>
        </p:spPr>
        <p:txBody>
          <a:bodyPr/>
          <a:lstStyle>
            <a:lvl1pPr algn="ctr">
              <a:defRPr sz="1800" b="0" u="none"/>
            </a:lvl1pPr>
          </a:lstStyle>
          <a:p>
            <a:pPr lvl="0"/>
            <a:r>
              <a:rPr lang="fr-FR" dirty="0"/>
              <a:t>Titre de la présentation</a:t>
            </a:r>
          </a:p>
        </p:txBody>
      </p:sp>
      <p:grpSp>
        <p:nvGrpSpPr>
          <p:cNvPr id="22" name="Groupe 21">
            <a:extLst>
              <a:ext uri="{FF2B5EF4-FFF2-40B4-BE49-F238E27FC236}">
                <a16:creationId xmlns:a16="http://schemas.microsoft.com/office/drawing/2014/main" id="{45877F55-6064-486A-8BF9-B497CD225C9A}"/>
              </a:ext>
            </a:extLst>
          </p:cNvPr>
          <p:cNvGrpSpPr/>
          <p:nvPr userDrawn="1"/>
        </p:nvGrpSpPr>
        <p:grpSpPr>
          <a:xfrm>
            <a:off x="10795808" y="5852159"/>
            <a:ext cx="1012811" cy="635105"/>
            <a:chOff x="2647950" y="1270000"/>
            <a:chExt cx="6896100" cy="4324351"/>
          </a:xfrm>
          <a:solidFill>
            <a:schemeClr val="accent1"/>
          </a:solidFill>
        </p:grpSpPr>
        <p:sp>
          <p:nvSpPr>
            <p:cNvPr id="23" name="Freeform 5">
              <a:extLst>
                <a:ext uri="{FF2B5EF4-FFF2-40B4-BE49-F238E27FC236}">
                  <a16:creationId xmlns:a16="http://schemas.microsoft.com/office/drawing/2014/main" id="{38C43E92-CA5F-4095-ACF6-B1864C9E6DA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026275" y="2463800"/>
              <a:ext cx="1190625" cy="1244600"/>
            </a:xfrm>
            <a:custGeom>
              <a:avLst/>
              <a:gdLst>
                <a:gd name="T0" fmla="*/ 249 w 316"/>
                <a:gd name="T1" fmla="*/ 221 h 330"/>
                <a:gd name="T2" fmla="*/ 215 w 316"/>
                <a:gd name="T3" fmla="*/ 261 h 330"/>
                <a:gd name="T4" fmla="*/ 160 w 316"/>
                <a:gd name="T5" fmla="*/ 276 h 330"/>
                <a:gd name="T6" fmla="*/ 105 w 316"/>
                <a:gd name="T7" fmla="*/ 261 h 330"/>
                <a:gd name="T8" fmla="*/ 70 w 316"/>
                <a:gd name="T9" fmla="*/ 221 h 330"/>
                <a:gd name="T10" fmla="*/ 57 w 316"/>
                <a:gd name="T11" fmla="*/ 165 h 330"/>
                <a:gd name="T12" fmla="*/ 70 w 316"/>
                <a:gd name="T13" fmla="*/ 109 h 330"/>
                <a:gd name="T14" fmla="*/ 105 w 316"/>
                <a:gd name="T15" fmla="*/ 69 h 330"/>
                <a:gd name="T16" fmla="*/ 160 w 316"/>
                <a:gd name="T17" fmla="*/ 54 h 330"/>
                <a:gd name="T18" fmla="*/ 215 w 316"/>
                <a:gd name="T19" fmla="*/ 69 h 330"/>
                <a:gd name="T20" fmla="*/ 249 w 316"/>
                <a:gd name="T21" fmla="*/ 109 h 330"/>
                <a:gd name="T22" fmla="*/ 261 w 316"/>
                <a:gd name="T23" fmla="*/ 165 h 330"/>
                <a:gd name="T24" fmla="*/ 249 w 316"/>
                <a:gd name="T25" fmla="*/ 221 h 330"/>
                <a:gd name="T26" fmla="*/ 258 w 316"/>
                <a:gd name="T27" fmla="*/ 44 h 330"/>
                <a:gd name="T28" fmla="*/ 223 w 316"/>
                <a:gd name="T29" fmla="*/ 16 h 330"/>
                <a:gd name="T30" fmla="*/ 154 w 316"/>
                <a:gd name="T31" fmla="*/ 0 h 330"/>
                <a:gd name="T32" fmla="*/ 73 w 316"/>
                <a:gd name="T33" fmla="*/ 23 h 330"/>
                <a:gd name="T34" fmla="*/ 19 w 316"/>
                <a:gd name="T35" fmla="*/ 82 h 330"/>
                <a:gd name="T36" fmla="*/ 0 w 316"/>
                <a:gd name="T37" fmla="*/ 165 h 330"/>
                <a:gd name="T38" fmla="*/ 19 w 316"/>
                <a:gd name="T39" fmla="*/ 248 h 330"/>
                <a:gd name="T40" fmla="*/ 73 w 316"/>
                <a:gd name="T41" fmla="*/ 307 h 330"/>
                <a:gd name="T42" fmla="*/ 154 w 316"/>
                <a:gd name="T43" fmla="*/ 330 h 330"/>
                <a:gd name="T44" fmla="*/ 223 w 316"/>
                <a:gd name="T45" fmla="*/ 314 h 330"/>
                <a:gd name="T46" fmla="*/ 258 w 316"/>
                <a:gd name="T47" fmla="*/ 286 h 330"/>
                <a:gd name="T48" fmla="*/ 258 w 316"/>
                <a:gd name="T49" fmla="*/ 325 h 330"/>
                <a:gd name="T50" fmla="*/ 316 w 316"/>
                <a:gd name="T51" fmla="*/ 325 h 330"/>
                <a:gd name="T52" fmla="*/ 316 w 316"/>
                <a:gd name="T53" fmla="*/ 5 h 330"/>
                <a:gd name="T54" fmla="*/ 258 w 316"/>
                <a:gd name="T55" fmla="*/ 5 h 330"/>
                <a:gd name="T56" fmla="*/ 258 w 316"/>
                <a:gd name="T57" fmla="*/ 44 h 3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316" h="330">
                  <a:moveTo>
                    <a:pt x="249" y="221"/>
                  </a:moveTo>
                  <a:cubicBezTo>
                    <a:pt x="241" y="237"/>
                    <a:pt x="230" y="251"/>
                    <a:pt x="215" y="261"/>
                  </a:cubicBezTo>
                  <a:cubicBezTo>
                    <a:pt x="201" y="271"/>
                    <a:pt x="182" y="276"/>
                    <a:pt x="160" y="276"/>
                  </a:cubicBezTo>
                  <a:cubicBezTo>
                    <a:pt x="139" y="276"/>
                    <a:pt x="120" y="271"/>
                    <a:pt x="105" y="261"/>
                  </a:cubicBezTo>
                  <a:cubicBezTo>
                    <a:pt x="90" y="251"/>
                    <a:pt x="78" y="237"/>
                    <a:pt x="70" y="221"/>
                  </a:cubicBezTo>
                  <a:cubicBezTo>
                    <a:pt x="62" y="204"/>
                    <a:pt x="57" y="185"/>
                    <a:pt x="57" y="165"/>
                  </a:cubicBezTo>
                  <a:cubicBezTo>
                    <a:pt x="57" y="145"/>
                    <a:pt x="61" y="126"/>
                    <a:pt x="70" y="109"/>
                  </a:cubicBezTo>
                  <a:cubicBezTo>
                    <a:pt x="78" y="93"/>
                    <a:pt x="90" y="79"/>
                    <a:pt x="105" y="69"/>
                  </a:cubicBezTo>
                  <a:cubicBezTo>
                    <a:pt x="121" y="59"/>
                    <a:pt x="139" y="54"/>
                    <a:pt x="160" y="54"/>
                  </a:cubicBezTo>
                  <a:cubicBezTo>
                    <a:pt x="182" y="54"/>
                    <a:pt x="201" y="59"/>
                    <a:pt x="215" y="69"/>
                  </a:cubicBezTo>
                  <a:cubicBezTo>
                    <a:pt x="230" y="79"/>
                    <a:pt x="241" y="92"/>
                    <a:pt x="249" y="109"/>
                  </a:cubicBezTo>
                  <a:cubicBezTo>
                    <a:pt x="257" y="126"/>
                    <a:pt x="261" y="145"/>
                    <a:pt x="261" y="165"/>
                  </a:cubicBezTo>
                  <a:cubicBezTo>
                    <a:pt x="261" y="185"/>
                    <a:pt x="257" y="204"/>
                    <a:pt x="249" y="221"/>
                  </a:cubicBezTo>
                  <a:moveTo>
                    <a:pt x="258" y="44"/>
                  </a:moveTo>
                  <a:cubicBezTo>
                    <a:pt x="248" y="33"/>
                    <a:pt x="236" y="23"/>
                    <a:pt x="223" y="16"/>
                  </a:cubicBezTo>
                  <a:cubicBezTo>
                    <a:pt x="204" y="6"/>
                    <a:pt x="181" y="0"/>
                    <a:pt x="154" y="0"/>
                  </a:cubicBezTo>
                  <a:cubicBezTo>
                    <a:pt x="123" y="0"/>
                    <a:pt x="96" y="8"/>
                    <a:pt x="73" y="23"/>
                  </a:cubicBezTo>
                  <a:cubicBezTo>
                    <a:pt x="50" y="37"/>
                    <a:pt x="31" y="57"/>
                    <a:pt x="19" y="82"/>
                  </a:cubicBezTo>
                  <a:cubicBezTo>
                    <a:pt x="6" y="107"/>
                    <a:pt x="0" y="135"/>
                    <a:pt x="0" y="165"/>
                  </a:cubicBezTo>
                  <a:cubicBezTo>
                    <a:pt x="0" y="195"/>
                    <a:pt x="6" y="223"/>
                    <a:pt x="19" y="248"/>
                  </a:cubicBezTo>
                  <a:cubicBezTo>
                    <a:pt x="31" y="273"/>
                    <a:pt x="50" y="293"/>
                    <a:pt x="73" y="307"/>
                  </a:cubicBezTo>
                  <a:cubicBezTo>
                    <a:pt x="96" y="322"/>
                    <a:pt x="123" y="330"/>
                    <a:pt x="154" y="330"/>
                  </a:cubicBezTo>
                  <a:cubicBezTo>
                    <a:pt x="181" y="330"/>
                    <a:pt x="204" y="324"/>
                    <a:pt x="223" y="314"/>
                  </a:cubicBezTo>
                  <a:cubicBezTo>
                    <a:pt x="236" y="307"/>
                    <a:pt x="248" y="297"/>
                    <a:pt x="258" y="286"/>
                  </a:cubicBezTo>
                  <a:cubicBezTo>
                    <a:pt x="258" y="325"/>
                    <a:pt x="258" y="325"/>
                    <a:pt x="258" y="325"/>
                  </a:cubicBezTo>
                  <a:cubicBezTo>
                    <a:pt x="316" y="325"/>
                    <a:pt x="316" y="325"/>
                    <a:pt x="316" y="325"/>
                  </a:cubicBezTo>
                  <a:cubicBezTo>
                    <a:pt x="316" y="5"/>
                    <a:pt x="316" y="5"/>
                    <a:pt x="316" y="5"/>
                  </a:cubicBezTo>
                  <a:cubicBezTo>
                    <a:pt x="258" y="5"/>
                    <a:pt x="258" y="5"/>
                    <a:pt x="258" y="5"/>
                  </a:cubicBezTo>
                  <a:lnTo>
                    <a:pt x="258" y="4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4" name="Freeform 6">
              <a:extLst>
                <a:ext uri="{FF2B5EF4-FFF2-40B4-BE49-F238E27FC236}">
                  <a16:creationId xmlns:a16="http://schemas.microsoft.com/office/drawing/2014/main" id="{F1E22385-9AD4-4052-86E3-EECE53962FB9}"/>
                </a:ext>
              </a:extLst>
            </p:cNvPr>
            <p:cNvSpPr>
              <a:spLocks/>
            </p:cNvSpPr>
            <p:nvPr/>
          </p:nvSpPr>
          <p:spPr bwMode="auto">
            <a:xfrm>
              <a:off x="8466138" y="2481263"/>
              <a:ext cx="1066800" cy="1227138"/>
            </a:xfrm>
            <a:custGeom>
              <a:avLst/>
              <a:gdLst>
                <a:gd name="T0" fmla="*/ 128 w 283"/>
                <a:gd name="T1" fmla="*/ 325 h 325"/>
                <a:gd name="T2" fmla="*/ 193 w 283"/>
                <a:gd name="T3" fmla="*/ 308 h 325"/>
                <a:gd name="T4" fmla="*/ 225 w 283"/>
                <a:gd name="T5" fmla="*/ 282 h 325"/>
                <a:gd name="T6" fmla="*/ 225 w 283"/>
                <a:gd name="T7" fmla="*/ 320 h 325"/>
                <a:gd name="T8" fmla="*/ 283 w 283"/>
                <a:gd name="T9" fmla="*/ 320 h 325"/>
                <a:gd name="T10" fmla="*/ 283 w 283"/>
                <a:gd name="T11" fmla="*/ 0 h 325"/>
                <a:gd name="T12" fmla="*/ 225 w 283"/>
                <a:gd name="T13" fmla="*/ 0 h 325"/>
                <a:gd name="T14" fmla="*/ 225 w 283"/>
                <a:gd name="T15" fmla="*/ 183 h 325"/>
                <a:gd name="T16" fmla="*/ 213 w 283"/>
                <a:gd name="T17" fmla="*/ 229 h 325"/>
                <a:gd name="T18" fmla="*/ 181 w 283"/>
                <a:gd name="T19" fmla="*/ 260 h 325"/>
                <a:gd name="T20" fmla="*/ 138 w 283"/>
                <a:gd name="T21" fmla="*/ 271 h 325"/>
                <a:gd name="T22" fmla="*/ 80 w 283"/>
                <a:gd name="T23" fmla="*/ 247 h 325"/>
                <a:gd name="T24" fmla="*/ 57 w 283"/>
                <a:gd name="T25" fmla="*/ 184 h 325"/>
                <a:gd name="T26" fmla="*/ 57 w 283"/>
                <a:gd name="T27" fmla="*/ 0 h 325"/>
                <a:gd name="T28" fmla="*/ 0 w 283"/>
                <a:gd name="T29" fmla="*/ 0 h 325"/>
                <a:gd name="T30" fmla="*/ 0 w 283"/>
                <a:gd name="T31" fmla="*/ 185 h 325"/>
                <a:gd name="T32" fmla="*/ 18 w 283"/>
                <a:gd name="T33" fmla="*/ 262 h 325"/>
                <a:gd name="T34" fmla="*/ 66 w 283"/>
                <a:gd name="T35" fmla="*/ 309 h 325"/>
                <a:gd name="T36" fmla="*/ 128 w 283"/>
                <a:gd name="T37" fmla="*/ 325 h 3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83" h="325">
                  <a:moveTo>
                    <a:pt x="128" y="325"/>
                  </a:moveTo>
                  <a:cubicBezTo>
                    <a:pt x="154" y="325"/>
                    <a:pt x="176" y="319"/>
                    <a:pt x="193" y="308"/>
                  </a:cubicBezTo>
                  <a:cubicBezTo>
                    <a:pt x="205" y="301"/>
                    <a:pt x="215" y="292"/>
                    <a:pt x="225" y="282"/>
                  </a:cubicBezTo>
                  <a:cubicBezTo>
                    <a:pt x="225" y="320"/>
                    <a:pt x="225" y="320"/>
                    <a:pt x="225" y="320"/>
                  </a:cubicBezTo>
                  <a:cubicBezTo>
                    <a:pt x="283" y="320"/>
                    <a:pt x="283" y="320"/>
                    <a:pt x="283" y="320"/>
                  </a:cubicBezTo>
                  <a:cubicBezTo>
                    <a:pt x="283" y="0"/>
                    <a:pt x="283" y="0"/>
                    <a:pt x="283" y="0"/>
                  </a:cubicBezTo>
                  <a:cubicBezTo>
                    <a:pt x="225" y="0"/>
                    <a:pt x="225" y="0"/>
                    <a:pt x="225" y="0"/>
                  </a:cubicBezTo>
                  <a:cubicBezTo>
                    <a:pt x="225" y="183"/>
                    <a:pt x="225" y="183"/>
                    <a:pt x="225" y="183"/>
                  </a:cubicBezTo>
                  <a:cubicBezTo>
                    <a:pt x="225" y="201"/>
                    <a:pt x="221" y="216"/>
                    <a:pt x="213" y="229"/>
                  </a:cubicBezTo>
                  <a:cubicBezTo>
                    <a:pt x="205" y="242"/>
                    <a:pt x="195" y="252"/>
                    <a:pt x="181" y="260"/>
                  </a:cubicBezTo>
                  <a:cubicBezTo>
                    <a:pt x="169" y="267"/>
                    <a:pt x="154" y="271"/>
                    <a:pt x="138" y="271"/>
                  </a:cubicBezTo>
                  <a:cubicBezTo>
                    <a:pt x="114" y="271"/>
                    <a:pt x="95" y="263"/>
                    <a:pt x="80" y="247"/>
                  </a:cubicBezTo>
                  <a:cubicBezTo>
                    <a:pt x="65" y="232"/>
                    <a:pt x="57" y="210"/>
                    <a:pt x="57" y="184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85"/>
                    <a:pt x="0" y="185"/>
                    <a:pt x="0" y="185"/>
                  </a:cubicBezTo>
                  <a:cubicBezTo>
                    <a:pt x="0" y="215"/>
                    <a:pt x="6" y="241"/>
                    <a:pt x="18" y="262"/>
                  </a:cubicBezTo>
                  <a:cubicBezTo>
                    <a:pt x="30" y="282"/>
                    <a:pt x="46" y="298"/>
                    <a:pt x="66" y="309"/>
                  </a:cubicBezTo>
                  <a:cubicBezTo>
                    <a:pt x="86" y="319"/>
                    <a:pt x="107" y="325"/>
                    <a:pt x="128" y="325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5" name="Freeform 7">
              <a:extLst>
                <a:ext uri="{FF2B5EF4-FFF2-40B4-BE49-F238E27FC236}">
                  <a16:creationId xmlns:a16="http://schemas.microsoft.com/office/drawing/2014/main" id="{32B2ECF4-10AB-40E7-99CD-E48C01B3CD1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47950" y="4157663"/>
              <a:ext cx="1017588" cy="1436688"/>
            </a:xfrm>
            <a:custGeom>
              <a:avLst/>
              <a:gdLst>
                <a:gd name="T0" fmla="*/ 213 w 270"/>
                <a:gd name="T1" fmla="*/ 288 h 381"/>
                <a:gd name="T2" fmla="*/ 184 w 270"/>
                <a:gd name="T3" fmla="*/ 323 h 381"/>
                <a:gd name="T4" fmla="*/ 137 w 270"/>
                <a:gd name="T5" fmla="*/ 335 h 381"/>
                <a:gd name="T6" fmla="*/ 90 w 270"/>
                <a:gd name="T7" fmla="*/ 323 h 381"/>
                <a:gd name="T8" fmla="*/ 60 w 270"/>
                <a:gd name="T9" fmla="*/ 288 h 381"/>
                <a:gd name="T10" fmla="*/ 49 w 270"/>
                <a:gd name="T11" fmla="*/ 241 h 381"/>
                <a:gd name="T12" fmla="*/ 60 w 270"/>
                <a:gd name="T13" fmla="*/ 193 h 381"/>
                <a:gd name="T14" fmla="*/ 90 w 270"/>
                <a:gd name="T15" fmla="*/ 159 h 381"/>
                <a:gd name="T16" fmla="*/ 137 w 270"/>
                <a:gd name="T17" fmla="*/ 146 h 381"/>
                <a:gd name="T18" fmla="*/ 184 w 270"/>
                <a:gd name="T19" fmla="*/ 159 h 381"/>
                <a:gd name="T20" fmla="*/ 213 w 270"/>
                <a:gd name="T21" fmla="*/ 193 h 381"/>
                <a:gd name="T22" fmla="*/ 223 w 270"/>
                <a:gd name="T23" fmla="*/ 241 h 381"/>
                <a:gd name="T24" fmla="*/ 213 w 270"/>
                <a:gd name="T25" fmla="*/ 288 h 381"/>
                <a:gd name="T26" fmla="*/ 221 w 270"/>
                <a:gd name="T27" fmla="*/ 138 h 381"/>
                <a:gd name="T28" fmla="*/ 190 w 270"/>
                <a:gd name="T29" fmla="*/ 114 h 381"/>
                <a:gd name="T30" fmla="*/ 132 w 270"/>
                <a:gd name="T31" fmla="*/ 101 h 381"/>
                <a:gd name="T32" fmla="*/ 62 w 270"/>
                <a:gd name="T33" fmla="*/ 120 h 381"/>
                <a:gd name="T34" fmla="*/ 16 w 270"/>
                <a:gd name="T35" fmla="*/ 170 h 381"/>
                <a:gd name="T36" fmla="*/ 0 w 270"/>
                <a:gd name="T37" fmla="*/ 241 h 381"/>
                <a:gd name="T38" fmla="*/ 16 w 270"/>
                <a:gd name="T39" fmla="*/ 311 h 381"/>
                <a:gd name="T40" fmla="*/ 62 w 270"/>
                <a:gd name="T41" fmla="*/ 362 h 381"/>
                <a:gd name="T42" fmla="*/ 132 w 270"/>
                <a:gd name="T43" fmla="*/ 381 h 381"/>
                <a:gd name="T44" fmla="*/ 190 w 270"/>
                <a:gd name="T45" fmla="*/ 368 h 381"/>
                <a:gd name="T46" fmla="*/ 221 w 270"/>
                <a:gd name="T47" fmla="*/ 344 h 381"/>
                <a:gd name="T48" fmla="*/ 221 w 270"/>
                <a:gd name="T49" fmla="*/ 377 h 381"/>
                <a:gd name="T50" fmla="*/ 270 w 270"/>
                <a:gd name="T51" fmla="*/ 377 h 381"/>
                <a:gd name="T52" fmla="*/ 270 w 270"/>
                <a:gd name="T53" fmla="*/ 0 h 381"/>
                <a:gd name="T54" fmla="*/ 221 w 270"/>
                <a:gd name="T55" fmla="*/ 0 h 381"/>
                <a:gd name="T56" fmla="*/ 221 w 270"/>
                <a:gd name="T57" fmla="*/ 138 h 3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70" h="381">
                  <a:moveTo>
                    <a:pt x="213" y="288"/>
                  </a:moveTo>
                  <a:cubicBezTo>
                    <a:pt x="206" y="303"/>
                    <a:pt x="196" y="314"/>
                    <a:pt x="184" y="323"/>
                  </a:cubicBezTo>
                  <a:cubicBezTo>
                    <a:pt x="171" y="331"/>
                    <a:pt x="156" y="335"/>
                    <a:pt x="137" y="335"/>
                  </a:cubicBezTo>
                  <a:cubicBezTo>
                    <a:pt x="119" y="335"/>
                    <a:pt x="103" y="331"/>
                    <a:pt x="90" y="323"/>
                  </a:cubicBezTo>
                  <a:cubicBezTo>
                    <a:pt x="77" y="314"/>
                    <a:pt x="67" y="303"/>
                    <a:pt x="60" y="288"/>
                  </a:cubicBezTo>
                  <a:cubicBezTo>
                    <a:pt x="53" y="274"/>
                    <a:pt x="49" y="258"/>
                    <a:pt x="49" y="241"/>
                  </a:cubicBezTo>
                  <a:cubicBezTo>
                    <a:pt x="49" y="224"/>
                    <a:pt x="53" y="208"/>
                    <a:pt x="60" y="193"/>
                  </a:cubicBezTo>
                  <a:cubicBezTo>
                    <a:pt x="67" y="179"/>
                    <a:pt x="77" y="168"/>
                    <a:pt x="90" y="159"/>
                  </a:cubicBezTo>
                  <a:cubicBezTo>
                    <a:pt x="103" y="151"/>
                    <a:pt x="119" y="146"/>
                    <a:pt x="137" y="146"/>
                  </a:cubicBezTo>
                  <a:cubicBezTo>
                    <a:pt x="156" y="146"/>
                    <a:pt x="171" y="151"/>
                    <a:pt x="184" y="159"/>
                  </a:cubicBezTo>
                  <a:cubicBezTo>
                    <a:pt x="196" y="168"/>
                    <a:pt x="206" y="179"/>
                    <a:pt x="213" y="193"/>
                  </a:cubicBezTo>
                  <a:cubicBezTo>
                    <a:pt x="219" y="208"/>
                    <a:pt x="223" y="224"/>
                    <a:pt x="223" y="241"/>
                  </a:cubicBezTo>
                  <a:cubicBezTo>
                    <a:pt x="223" y="258"/>
                    <a:pt x="219" y="274"/>
                    <a:pt x="213" y="288"/>
                  </a:cubicBezTo>
                  <a:moveTo>
                    <a:pt x="221" y="138"/>
                  </a:moveTo>
                  <a:cubicBezTo>
                    <a:pt x="212" y="128"/>
                    <a:pt x="202" y="120"/>
                    <a:pt x="190" y="114"/>
                  </a:cubicBezTo>
                  <a:cubicBezTo>
                    <a:pt x="174" y="105"/>
                    <a:pt x="154" y="101"/>
                    <a:pt x="132" y="101"/>
                  </a:cubicBezTo>
                  <a:cubicBezTo>
                    <a:pt x="106" y="101"/>
                    <a:pt x="82" y="107"/>
                    <a:pt x="62" y="120"/>
                  </a:cubicBezTo>
                  <a:cubicBezTo>
                    <a:pt x="43" y="132"/>
                    <a:pt x="27" y="149"/>
                    <a:pt x="16" y="170"/>
                  </a:cubicBezTo>
                  <a:cubicBezTo>
                    <a:pt x="6" y="191"/>
                    <a:pt x="0" y="215"/>
                    <a:pt x="0" y="241"/>
                  </a:cubicBezTo>
                  <a:cubicBezTo>
                    <a:pt x="0" y="266"/>
                    <a:pt x="6" y="290"/>
                    <a:pt x="16" y="311"/>
                  </a:cubicBezTo>
                  <a:cubicBezTo>
                    <a:pt x="27" y="333"/>
                    <a:pt x="43" y="350"/>
                    <a:pt x="62" y="362"/>
                  </a:cubicBezTo>
                  <a:cubicBezTo>
                    <a:pt x="82" y="375"/>
                    <a:pt x="106" y="381"/>
                    <a:pt x="132" y="381"/>
                  </a:cubicBezTo>
                  <a:cubicBezTo>
                    <a:pt x="154" y="381"/>
                    <a:pt x="174" y="377"/>
                    <a:pt x="190" y="368"/>
                  </a:cubicBezTo>
                  <a:cubicBezTo>
                    <a:pt x="202" y="361"/>
                    <a:pt x="212" y="354"/>
                    <a:pt x="221" y="344"/>
                  </a:cubicBezTo>
                  <a:cubicBezTo>
                    <a:pt x="221" y="377"/>
                    <a:pt x="221" y="377"/>
                    <a:pt x="221" y="377"/>
                  </a:cubicBezTo>
                  <a:cubicBezTo>
                    <a:pt x="270" y="377"/>
                    <a:pt x="270" y="377"/>
                    <a:pt x="270" y="377"/>
                  </a:cubicBezTo>
                  <a:cubicBezTo>
                    <a:pt x="270" y="0"/>
                    <a:pt x="270" y="0"/>
                    <a:pt x="270" y="0"/>
                  </a:cubicBezTo>
                  <a:cubicBezTo>
                    <a:pt x="221" y="0"/>
                    <a:pt x="221" y="0"/>
                    <a:pt x="221" y="0"/>
                  </a:cubicBezTo>
                  <a:lnTo>
                    <a:pt x="221" y="13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0" name="Freeform 8">
              <a:extLst>
                <a:ext uri="{FF2B5EF4-FFF2-40B4-BE49-F238E27FC236}">
                  <a16:creationId xmlns:a16="http://schemas.microsoft.com/office/drawing/2014/main" id="{A2546A66-7D58-4AF7-AB39-595C66F383B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81425" y="4538663"/>
              <a:ext cx="1017588" cy="1055688"/>
            </a:xfrm>
            <a:custGeom>
              <a:avLst/>
              <a:gdLst>
                <a:gd name="T0" fmla="*/ 52 w 270"/>
                <a:gd name="T1" fmla="*/ 114 h 280"/>
                <a:gd name="T2" fmla="*/ 78 w 270"/>
                <a:gd name="T3" fmla="*/ 66 h 280"/>
                <a:gd name="T4" fmla="*/ 135 w 270"/>
                <a:gd name="T5" fmla="*/ 45 h 280"/>
                <a:gd name="T6" fmla="*/ 192 w 270"/>
                <a:gd name="T7" fmla="*/ 66 h 280"/>
                <a:gd name="T8" fmla="*/ 218 w 270"/>
                <a:gd name="T9" fmla="*/ 114 h 280"/>
                <a:gd name="T10" fmla="*/ 52 w 270"/>
                <a:gd name="T11" fmla="*/ 114 h 280"/>
                <a:gd name="T12" fmla="*/ 207 w 270"/>
                <a:gd name="T13" fmla="*/ 19 h 280"/>
                <a:gd name="T14" fmla="*/ 135 w 270"/>
                <a:gd name="T15" fmla="*/ 0 h 280"/>
                <a:gd name="T16" fmla="*/ 63 w 270"/>
                <a:gd name="T17" fmla="*/ 19 h 280"/>
                <a:gd name="T18" fmla="*/ 17 w 270"/>
                <a:gd name="T19" fmla="*/ 69 h 280"/>
                <a:gd name="T20" fmla="*/ 0 w 270"/>
                <a:gd name="T21" fmla="*/ 140 h 280"/>
                <a:gd name="T22" fmla="*/ 17 w 270"/>
                <a:gd name="T23" fmla="*/ 210 h 280"/>
                <a:gd name="T24" fmla="*/ 66 w 270"/>
                <a:gd name="T25" fmla="*/ 261 h 280"/>
                <a:gd name="T26" fmla="*/ 138 w 270"/>
                <a:gd name="T27" fmla="*/ 280 h 280"/>
                <a:gd name="T28" fmla="*/ 217 w 270"/>
                <a:gd name="T29" fmla="*/ 257 h 280"/>
                <a:gd name="T30" fmla="*/ 262 w 270"/>
                <a:gd name="T31" fmla="*/ 197 h 280"/>
                <a:gd name="T32" fmla="*/ 265 w 270"/>
                <a:gd name="T33" fmla="*/ 190 h 280"/>
                <a:gd name="T34" fmla="*/ 211 w 270"/>
                <a:gd name="T35" fmla="*/ 190 h 280"/>
                <a:gd name="T36" fmla="*/ 210 w 270"/>
                <a:gd name="T37" fmla="*/ 193 h 280"/>
                <a:gd name="T38" fmla="*/ 182 w 270"/>
                <a:gd name="T39" fmla="*/ 223 h 280"/>
                <a:gd name="T40" fmla="*/ 138 w 270"/>
                <a:gd name="T41" fmla="*/ 234 h 280"/>
                <a:gd name="T42" fmla="*/ 95 w 270"/>
                <a:gd name="T43" fmla="*/ 224 h 280"/>
                <a:gd name="T44" fmla="*/ 65 w 270"/>
                <a:gd name="T45" fmla="*/ 195 h 280"/>
                <a:gd name="T46" fmla="*/ 52 w 270"/>
                <a:gd name="T47" fmla="*/ 161 h 280"/>
                <a:gd name="T48" fmla="*/ 270 w 270"/>
                <a:gd name="T49" fmla="*/ 161 h 280"/>
                <a:gd name="T50" fmla="*/ 270 w 270"/>
                <a:gd name="T51" fmla="*/ 140 h 280"/>
                <a:gd name="T52" fmla="*/ 254 w 270"/>
                <a:gd name="T53" fmla="*/ 69 h 280"/>
                <a:gd name="T54" fmla="*/ 207 w 270"/>
                <a:gd name="T55" fmla="*/ 19 h 2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270" h="280">
                  <a:moveTo>
                    <a:pt x="52" y="114"/>
                  </a:moveTo>
                  <a:cubicBezTo>
                    <a:pt x="56" y="95"/>
                    <a:pt x="65" y="79"/>
                    <a:pt x="78" y="66"/>
                  </a:cubicBezTo>
                  <a:cubicBezTo>
                    <a:pt x="92" y="52"/>
                    <a:pt x="112" y="45"/>
                    <a:pt x="135" y="45"/>
                  </a:cubicBezTo>
                  <a:cubicBezTo>
                    <a:pt x="159" y="45"/>
                    <a:pt x="178" y="52"/>
                    <a:pt x="192" y="66"/>
                  </a:cubicBezTo>
                  <a:cubicBezTo>
                    <a:pt x="206" y="79"/>
                    <a:pt x="214" y="95"/>
                    <a:pt x="218" y="114"/>
                  </a:cubicBezTo>
                  <a:lnTo>
                    <a:pt x="52" y="114"/>
                  </a:lnTo>
                  <a:close/>
                  <a:moveTo>
                    <a:pt x="207" y="19"/>
                  </a:moveTo>
                  <a:cubicBezTo>
                    <a:pt x="187" y="6"/>
                    <a:pt x="163" y="0"/>
                    <a:pt x="135" y="0"/>
                  </a:cubicBezTo>
                  <a:cubicBezTo>
                    <a:pt x="108" y="0"/>
                    <a:pt x="84" y="6"/>
                    <a:pt x="63" y="19"/>
                  </a:cubicBezTo>
                  <a:cubicBezTo>
                    <a:pt x="43" y="31"/>
                    <a:pt x="27" y="48"/>
                    <a:pt x="17" y="69"/>
                  </a:cubicBezTo>
                  <a:cubicBezTo>
                    <a:pt x="6" y="90"/>
                    <a:pt x="0" y="114"/>
                    <a:pt x="0" y="140"/>
                  </a:cubicBezTo>
                  <a:cubicBezTo>
                    <a:pt x="0" y="165"/>
                    <a:pt x="6" y="189"/>
                    <a:pt x="17" y="210"/>
                  </a:cubicBezTo>
                  <a:cubicBezTo>
                    <a:pt x="29" y="232"/>
                    <a:pt x="45" y="249"/>
                    <a:pt x="66" y="261"/>
                  </a:cubicBezTo>
                  <a:cubicBezTo>
                    <a:pt x="86" y="274"/>
                    <a:pt x="110" y="280"/>
                    <a:pt x="138" y="280"/>
                  </a:cubicBezTo>
                  <a:cubicBezTo>
                    <a:pt x="170" y="280"/>
                    <a:pt x="197" y="272"/>
                    <a:pt x="217" y="257"/>
                  </a:cubicBezTo>
                  <a:cubicBezTo>
                    <a:pt x="237" y="241"/>
                    <a:pt x="253" y="221"/>
                    <a:pt x="262" y="197"/>
                  </a:cubicBezTo>
                  <a:cubicBezTo>
                    <a:pt x="265" y="190"/>
                    <a:pt x="265" y="190"/>
                    <a:pt x="265" y="190"/>
                  </a:cubicBezTo>
                  <a:cubicBezTo>
                    <a:pt x="211" y="190"/>
                    <a:pt x="211" y="190"/>
                    <a:pt x="211" y="190"/>
                  </a:cubicBezTo>
                  <a:cubicBezTo>
                    <a:pt x="210" y="193"/>
                    <a:pt x="210" y="193"/>
                    <a:pt x="210" y="193"/>
                  </a:cubicBezTo>
                  <a:cubicBezTo>
                    <a:pt x="203" y="205"/>
                    <a:pt x="194" y="215"/>
                    <a:pt x="182" y="223"/>
                  </a:cubicBezTo>
                  <a:cubicBezTo>
                    <a:pt x="171" y="231"/>
                    <a:pt x="156" y="234"/>
                    <a:pt x="138" y="234"/>
                  </a:cubicBezTo>
                  <a:cubicBezTo>
                    <a:pt x="122" y="234"/>
                    <a:pt x="107" y="231"/>
                    <a:pt x="95" y="224"/>
                  </a:cubicBezTo>
                  <a:cubicBezTo>
                    <a:pt x="82" y="217"/>
                    <a:pt x="72" y="207"/>
                    <a:pt x="65" y="195"/>
                  </a:cubicBezTo>
                  <a:cubicBezTo>
                    <a:pt x="58" y="185"/>
                    <a:pt x="54" y="173"/>
                    <a:pt x="52" y="161"/>
                  </a:cubicBezTo>
                  <a:cubicBezTo>
                    <a:pt x="270" y="161"/>
                    <a:pt x="270" y="161"/>
                    <a:pt x="270" y="161"/>
                  </a:cubicBezTo>
                  <a:cubicBezTo>
                    <a:pt x="270" y="140"/>
                    <a:pt x="270" y="140"/>
                    <a:pt x="270" y="140"/>
                  </a:cubicBezTo>
                  <a:cubicBezTo>
                    <a:pt x="270" y="114"/>
                    <a:pt x="265" y="90"/>
                    <a:pt x="254" y="69"/>
                  </a:cubicBezTo>
                  <a:cubicBezTo>
                    <a:pt x="243" y="48"/>
                    <a:pt x="227" y="31"/>
                    <a:pt x="207" y="1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1" name="Freeform 9">
              <a:extLst>
                <a:ext uri="{FF2B5EF4-FFF2-40B4-BE49-F238E27FC236}">
                  <a16:creationId xmlns:a16="http://schemas.microsoft.com/office/drawing/2014/main" id="{1137565D-30C9-4EFB-BD32-072B6C49DE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424613" y="4538663"/>
              <a:ext cx="1016000" cy="1055688"/>
            </a:xfrm>
            <a:custGeom>
              <a:avLst/>
              <a:gdLst>
                <a:gd name="T0" fmla="*/ 213 w 270"/>
                <a:gd name="T1" fmla="*/ 187 h 280"/>
                <a:gd name="T2" fmla="*/ 184 w 270"/>
                <a:gd name="T3" fmla="*/ 222 h 280"/>
                <a:gd name="T4" fmla="*/ 137 w 270"/>
                <a:gd name="T5" fmla="*/ 234 h 280"/>
                <a:gd name="T6" fmla="*/ 90 w 270"/>
                <a:gd name="T7" fmla="*/ 222 h 280"/>
                <a:gd name="T8" fmla="*/ 60 w 270"/>
                <a:gd name="T9" fmla="*/ 187 h 280"/>
                <a:gd name="T10" fmla="*/ 49 w 270"/>
                <a:gd name="T11" fmla="*/ 140 h 280"/>
                <a:gd name="T12" fmla="*/ 60 w 270"/>
                <a:gd name="T13" fmla="*/ 92 h 280"/>
                <a:gd name="T14" fmla="*/ 90 w 270"/>
                <a:gd name="T15" fmla="*/ 58 h 280"/>
                <a:gd name="T16" fmla="*/ 137 w 270"/>
                <a:gd name="T17" fmla="*/ 45 h 280"/>
                <a:gd name="T18" fmla="*/ 184 w 270"/>
                <a:gd name="T19" fmla="*/ 58 h 280"/>
                <a:gd name="T20" fmla="*/ 213 w 270"/>
                <a:gd name="T21" fmla="*/ 92 h 280"/>
                <a:gd name="T22" fmla="*/ 223 w 270"/>
                <a:gd name="T23" fmla="*/ 140 h 280"/>
                <a:gd name="T24" fmla="*/ 213 w 270"/>
                <a:gd name="T25" fmla="*/ 187 h 280"/>
                <a:gd name="T26" fmla="*/ 221 w 270"/>
                <a:gd name="T27" fmla="*/ 37 h 280"/>
                <a:gd name="T28" fmla="*/ 190 w 270"/>
                <a:gd name="T29" fmla="*/ 13 h 280"/>
                <a:gd name="T30" fmla="*/ 132 w 270"/>
                <a:gd name="T31" fmla="*/ 0 h 280"/>
                <a:gd name="T32" fmla="*/ 62 w 270"/>
                <a:gd name="T33" fmla="*/ 19 h 280"/>
                <a:gd name="T34" fmla="*/ 16 w 270"/>
                <a:gd name="T35" fmla="*/ 69 h 280"/>
                <a:gd name="T36" fmla="*/ 0 w 270"/>
                <a:gd name="T37" fmla="*/ 140 h 280"/>
                <a:gd name="T38" fmla="*/ 16 w 270"/>
                <a:gd name="T39" fmla="*/ 210 h 280"/>
                <a:gd name="T40" fmla="*/ 62 w 270"/>
                <a:gd name="T41" fmla="*/ 261 h 280"/>
                <a:gd name="T42" fmla="*/ 132 w 270"/>
                <a:gd name="T43" fmla="*/ 280 h 280"/>
                <a:gd name="T44" fmla="*/ 190 w 270"/>
                <a:gd name="T45" fmla="*/ 267 h 280"/>
                <a:gd name="T46" fmla="*/ 221 w 270"/>
                <a:gd name="T47" fmla="*/ 243 h 280"/>
                <a:gd name="T48" fmla="*/ 221 w 270"/>
                <a:gd name="T49" fmla="*/ 276 h 280"/>
                <a:gd name="T50" fmla="*/ 270 w 270"/>
                <a:gd name="T51" fmla="*/ 276 h 280"/>
                <a:gd name="T52" fmla="*/ 270 w 270"/>
                <a:gd name="T53" fmla="*/ 4 h 280"/>
                <a:gd name="T54" fmla="*/ 221 w 270"/>
                <a:gd name="T55" fmla="*/ 4 h 280"/>
                <a:gd name="T56" fmla="*/ 221 w 270"/>
                <a:gd name="T57" fmla="*/ 37 h 2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70" h="280">
                  <a:moveTo>
                    <a:pt x="213" y="187"/>
                  </a:moveTo>
                  <a:cubicBezTo>
                    <a:pt x="206" y="202"/>
                    <a:pt x="196" y="213"/>
                    <a:pt x="184" y="222"/>
                  </a:cubicBezTo>
                  <a:cubicBezTo>
                    <a:pt x="171" y="230"/>
                    <a:pt x="155" y="234"/>
                    <a:pt x="137" y="234"/>
                  </a:cubicBezTo>
                  <a:cubicBezTo>
                    <a:pt x="119" y="234"/>
                    <a:pt x="103" y="230"/>
                    <a:pt x="90" y="222"/>
                  </a:cubicBezTo>
                  <a:cubicBezTo>
                    <a:pt x="77" y="213"/>
                    <a:pt x="67" y="202"/>
                    <a:pt x="60" y="187"/>
                  </a:cubicBezTo>
                  <a:cubicBezTo>
                    <a:pt x="53" y="173"/>
                    <a:pt x="49" y="157"/>
                    <a:pt x="49" y="140"/>
                  </a:cubicBezTo>
                  <a:cubicBezTo>
                    <a:pt x="49" y="123"/>
                    <a:pt x="53" y="107"/>
                    <a:pt x="60" y="92"/>
                  </a:cubicBezTo>
                  <a:cubicBezTo>
                    <a:pt x="67" y="78"/>
                    <a:pt x="77" y="67"/>
                    <a:pt x="90" y="58"/>
                  </a:cubicBezTo>
                  <a:cubicBezTo>
                    <a:pt x="103" y="50"/>
                    <a:pt x="119" y="45"/>
                    <a:pt x="137" y="45"/>
                  </a:cubicBezTo>
                  <a:cubicBezTo>
                    <a:pt x="155" y="45"/>
                    <a:pt x="171" y="50"/>
                    <a:pt x="184" y="58"/>
                  </a:cubicBezTo>
                  <a:cubicBezTo>
                    <a:pt x="196" y="67"/>
                    <a:pt x="206" y="78"/>
                    <a:pt x="213" y="92"/>
                  </a:cubicBezTo>
                  <a:cubicBezTo>
                    <a:pt x="219" y="107"/>
                    <a:pt x="223" y="123"/>
                    <a:pt x="223" y="140"/>
                  </a:cubicBezTo>
                  <a:cubicBezTo>
                    <a:pt x="223" y="157"/>
                    <a:pt x="219" y="173"/>
                    <a:pt x="213" y="187"/>
                  </a:cubicBezTo>
                  <a:moveTo>
                    <a:pt x="221" y="37"/>
                  </a:moveTo>
                  <a:cubicBezTo>
                    <a:pt x="212" y="27"/>
                    <a:pt x="202" y="19"/>
                    <a:pt x="190" y="13"/>
                  </a:cubicBezTo>
                  <a:cubicBezTo>
                    <a:pt x="174" y="4"/>
                    <a:pt x="154" y="0"/>
                    <a:pt x="132" y="0"/>
                  </a:cubicBezTo>
                  <a:cubicBezTo>
                    <a:pt x="105" y="0"/>
                    <a:pt x="82" y="6"/>
                    <a:pt x="62" y="19"/>
                  </a:cubicBezTo>
                  <a:cubicBezTo>
                    <a:pt x="43" y="31"/>
                    <a:pt x="27" y="48"/>
                    <a:pt x="16" y="69"/>
                  </a:cubicBezTo>
                  <a:cubicBezTo>
                    <a:pt x="6" y="90"/>
                    <a:pt x="0" y="114"/>
                    <a:pt x="0" y="140"/>
                  </a:cubicBezTo>
                  <a:cubicBezTo>
                    <a:pt x="0" y="165"/>
                    <a:pt x="6" y="189"/>
                    <a:pt x="16" y="210"/>
                  </a:cubicBezTo>
                  <a:cubicBezTo>
                    <a:pt x="27" y="232"/>
                    <a:pt x="43" y="249"/>
                    <a:pt x="62" y="261"/>
                  </a:cubicBezTo>
                  <a:cubicBezTo>
                    <a:pt x="82" y="274"/>
                    <a:pt x="105" y="280"/>
                    <a:pt x="132" y="280"/>
                  </a:cubicBezTo>
                  <a:cubicBezTo>
                    <a:pt x="154" y="280"/>
                    <a:pt x="174" y="276"/>
                    <a:pt x="190" y="267"/>
                  </a:cubicBezTo>
                  <a:cubicBezTo>
                    <a:pt x="202" y="260"/>
                    <a:pt x="212" y="253"/>
                    <a:pt x="221" y="243"/>
                  </a:cubicBezTo>
                  <a:cubicBezTo>
                    <a:pt x="221" y="276"/>
                    <a:pt x="221" y="276"/>
                    <a:pt x="221" y="276"/>
                  </a:cubicBezTo>
                  <a:cubicBezTo>
                    <a:pt x="270" y="276"/>
                    <a:pt x="270" y="276"/>
                    <a:pt x="270" y="276"/>
                  </a:cubicBezTo>
                  <a:cubicBezTo>
                    <a:pt x="270" y="4"/>
                    <a:pt x="270" y="4"/>
                    <a:pt x="270" y="4"/>
                  </a:cubicBezTo>
                  <a:cubicBezTo>
                    <a:pt x="221" y="4"/>
                    <a:pt x="221" y="4"/>
                    <a:pt x="221" y="4"/>
                  </a:cubicBezTo>
                  <a:lnTo>
                    <a:pt x="221" y="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2" name="Freeform 10">
              <a:extLst>
                <a:ext uri="{FF2B5EF4-FFF2-40B4-BE49-F238E27FC236}">
                  <a16:creationId xmlns:a16="http://schemas.microsoft.com/office/drawing/2014/main" id="{0C981D6C-076E-4344-A7BE-B8D8BFB62257}"/>
                </a:ext>
              </a:extLst>
            </p:cNvPr>
            <p:cNvSpPr>
              <a:spLocks/>
            </p:cNvSpPr>
            <p:nvPr/>
          </p:nvSpPr>
          <p:spPr bwMode="auto">
            <a:xfrm>
              <a:off x="7659688" y="4538663"/>
              <a:ext cx="557213" cy="1041400"/>
            </a:xfrm>
            <a:custGeom>
              <a:avLst/>
              <a:gdLst>
                <a:gd name="T0" fmla="*/ 97 w 148"/>
                <a:gd name="T1" fmla="*/ 8 h 276"/>
                <a:gd name="T2" fmla="*/ 66 w 148"/>
                <a:gd name="T3" fmla="*/ 29 h 276"/>
                <a:gd name="T4" fmla="*/ 49 w 148"/>
                <a:gd name="T5" fmla="*/ 51 h 276"/>
                <a:gd name="T6" fmla="*/ 49 w 148"/>
                <a:gd name="T7" fmla="*/ 4 h 276"/>
                <a:gd name="T8" fmla="*/ 0 w 148"/>
                <a:gd name="T9" fmla="*/ 4 h 276"/>
                <a:gd name="T10" fmla="*/ 0 w 148"/>
                <a:gd name="T11" fmla="*/ 276 h 276"/>
                <a:gd name="T12" fmla="*/ 49 w 148"/>
                <a:gd name="T13" fmla="*/ 276 h 276"/>
                <a:gd name="T14" fmla="*/ 49 w 148"/>
                <a:gd name="T15" fmla="*/ 156 h 276"/>
                <a:gd name="T16" fmla="*/ 60 w 148"/>
                <a:gd name="T17" fmla="*/ 103 h 276"/>
                <a:gd name="T18" fmla="*/ 91 w 148"/>
                <a:gd name="T19" fmla="*/ 64 h 276"/>
                <a:gd name="T20" fmla="*/ 138 w 148"/>
                <a:gd name="T21" fmla="*/ 49 h 276"/>
                <a:gd name="T22" fmla="*/ 148 w 148"/>
                <a:gd name="T23" fmla="*/ 49 h 276"/>
                <a:gd name="T24" fmla="*/ 148 w 148"/>
                <a:gd name="T25" fmla="*/ 0 h 276"/>
                <a:gd name="T26" fmla="*/ 141 w 148"/>
                <a:gd name="T27" fmla="*/ 0 h 276"/>
                <a:gd name="T28" fmla="*/ 97 w 148"/>
                <a:gd name="T29" fmla="*/ 8 h 2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48" h="276">
                  <a:moveTo>
                    <a:pt x="97" y="8"/>
                  </a:moveTo>
                  <a:cubicBezTo>
                    <a:pt x="85" y="14"/>
                    <a:pt x="74" y="21"/>
                    <a:pt x="66" y="29"/>
                  </a:cubicBezTo>
                  <a:cubicBezTo>
                    <a:pt x="59" y="36"/>
                    <a:pt x="53" y="44"/>
                    <a:pt x="49" y="51"/>
                  </a:cubicBezTo>
                  <a:cubicBezTo>
                    <a:pt x="49" y="4"/>
                    <a:pt x="49" y="4"/>
                    <a:pt x="49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276"/>
                    <a:pt x="0" y="276"/>
                    <a:pt x="0" y="276"/>
                  </a:cubicBezTo>
                  <a:cubicBezTo>
                    <a:pt x="49" y="276"/>
                    <a:pt x="49" y="276"/>
                    <a:pt x="49" y="276"/>
                  </a:cubicBezTo>
                  <a:cubicBezTo>
                    <a:pt x="49" y="156"/>
                    <a:pt x="49" y="156"/>
                    <a:pt x="49" y="156"/>
                  </a:cubicBezTo>
                  <a:cubicBezTo>
                    <a:pt x="49" y="137"/>
                    <a:pt x="53" y="120"/>
                    <a:pt x="60" y="103"/>
                  </a:cubicBezTo>
                  <a:cubicBezTo>
                    <a:pt x="67" y="87"/>
                    <a:pt x="78" y="74"/>
                    <a:pt x="91" y="64"/>
                  </a:cubicBezTo>
                  <a:cubicBezTo>
                    <a:pt x="104" y="54"/>
                    <a:pt x="120" y="49"/>
                    <a:pt x="138" y="49"/>
                  </a:cubicBezTo>
                  <a:cubicBezTo>
                    <a:pt x="148" y="49"/>
                    <a:pt x="148" y="49"/>
                    <a:pt x="148" y="49"/>
                  </a:cubicBezTo>
                  <a:cubicBezTo>
                    <a:pt x="148" y="0"/>
                    <a:pt x="148" y="0"/>
                    <a:pt x="148" y="0"/>
                  </a:cubicBezTo>
                  <a:cubicBezTo>
                    <a:pt x="141" y="0"/>
                    <a:pt x="141" y="0"/>
                    <a:pt x="141" y="0"/>
                  </a:cubicBezTo>
                  <a:cubicBezTo>
                    <a:pt x="124" y="0"/>
                    <a:pt x="109" y="3"/>
                    <a:pt x="97" y="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BDC9DB65-A79F-45CD-BB04-83C6F44318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42313" y="4552950"/>
              <a:ext cx="184150" cy="10271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0D917B96-4DFD-4973-91D3-6E3CC07081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34375" y="4195763"/>
              <a:ext cx="196850" cy="2301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5" name="Freeform 13">
              <a:extLst>
                <a:ext uri="{FF2B5EF4-FFF2-40B4-BE49-F238E27FC236}">
                  <a16:creationId xmlns:a16="http://schemas.microsoft.com/office/drawing/2014/main" id="{20091D5B-D80E-4293-8875-0B35E3B3E957}"/>
                </a:ext>
              </a:extLst>
            </p:cNvPr>
            <p:cNvSpPr>
              <a:spLocks/>
            </p:cNvSpPr>
            <p:nvPr/>
          </p:nvSpPr>
          <p:spPr bwMode="auto">
            <a:xfrm>
              <a:off x="8674100" y="4538663"/>
              <a:ext cx="869950" cy="1055688"/>
            </a:xfrm>
            <a:custGeom>
              <a:avLst/>
              <a:gdLst>
                <a:gd name="T0" fmla="*/ 217 w 231"/>
                <a:gd name="T1" fmla="*/ 154 h 280"/>
                <a:gd name="T2" fmla="*/ 183 w 231"/>
                <a:gd name="T3" fmla="*/ 131 h 280"/>
                <a:gd name="T4" fmla="*/ 140 w 231"/>
                <a:gd name="T5" fmla="*/ 118 h 280"/>
                <a:gd name="T6" fmla="*/ 98 w 231"/>
                <a:gd name="T7" fmla="*/ 109 h 280"/>
                <a:gd name="T8" fmla="*/ 67 w 231"/>
                <a:gd name="T9" fmla="*/ 96 h 280"/>
                <a:gd name="T10" fmla="*/ 57 w 231"/>
                <a:gd name="T11" fmla="*/ 76 h 280"/>
                <a:gd name="T12" fmla="*/ 114 w 231"/>
                <a:gd name="T13" fmla="*/ 43 h 280"/>
                <a:gd name="T14" fmla="*/ 158 w 231"/>
                <a:gd name="T15" fmla="*/ 54 h 280"/>
                <a:gd name="T16" fmla="*/ 173 w 231"/>
                <a:gd name="T17" fmla="*/ 80 h 280"/>
                <a:gd name="T18" fmla="*/ 174 w 231"/>
                <a:gd name="T19" fmla="*/ 84 h 280"/>
                <a:gd name="T20" fmla="*/ 223 w 231"/>
                <a:gd name="T21" fmla="*/ 84 h 280"/>
                <a:gd name="T22" fmla="*/ 223 w 231"/>
                <a:gd name="T23" fmla="*/ 79 h 280"/>
                <a:gd name="T24" fmla="*/ 208 w 231"/>
                <a:gd name="T25" fmla="*/ 40 h 280"/>
                <a:gd name="T26" fmla="*/ 174 w 231"/>
                <a:gd name="T27" fmla="*/ 11 h 280"/>
                <a:gd name="T28" fmla="*/ 115 w 231"/>
                <a:gd name="T29" fmla="*/ 0 h 280"/>
                <a:gd name="T30" fmla="*/ 35 w 231"/>
                <a:gd name="T31" fmla="*/ 20 h 280"/>
                <a:gd name="T32" fmla="*/ 7 w 231"/>
                <a:gd name="T33" fmla="*/ 80 h 280"/>
                <a:gd name="T34" fmla="*/ 21 w 231"/>
                <a:gd name="T35" fmla="*/ 121 h 280"/>
                <a:gd name="T36" fmla="*/ 56 w 231"/>
                <a:gd name="T37" fmla="*/ 144 h 280"/>
                <a:gd name="T38" fmla="*/ 99 w 231"/>
                <a:gd name="T39" fmla="*/ 156 h 280"/>
                <a:gd name="T40" fmla="*/ 141 w 231"/>
                <a:gd name="T41" fmla="*/ 166 h 280"/>
                <a:gd name="T42" fmla="*/ 171 w 231"/>
                <a:gd name="T43" fmla="*/ 179 h 280"/>
                <a:gd name="T44" fmla="*/ 182 w 231"/>
                <a:gd name="T45" fmla="*/ 200 h 280"/>
                <a:gd name="T46" fmla="*/ 176 w 231"/>
                <a:gd name="T47" fmla="*/ 218 h 280"/>
                <a:gd name="T48" fmla="*/ 160 w 231"/>
                <a:gd name="T49" fmla="*/ 230 h 280"/>
                <a:gd name="T50" fmla="*/ 138 w 231"/>
                <a:gd name="T51" fmla="*/ 235 h 280"/>
                <a:gd name="T52" fmla="*/ 120 w 231"/>
                <a:gd name="T53" fmla="*/ 237 h 280"/>
                <a:gd name="T54" fmla="*/ 81 w 231"/>
                <a:gd name="T55" fmla="*/ 229 h 280"/>
                <a:gd name="T56" fmla="*/ 60 w 231"/>
                <a:gd name="T57" fmla="*/ 211 h 280"/>
                <a:gd name="T58" fmla="*/ 51 w 231"/>
                <a:gd name="T59" fmla="*/ 188 h 280"/>
                <a:gd name="T60" fmla="*/ 51 w 231"/>
                <a:gd name="T61" fmla="*/ 184 h 280"/>
                <a:gd name="T62" fmla="*/ 0 w 231"/>
                <a:gd name="T63" fmla="*/ 184 h 280"/>
                <a:gd name="T64" fmla="*/ 1 w 231"/>
                <a:gd name="T65" fmla="*/ 189 h 280"/>
                <a:gd name="T66" fmla="*/ 16 w 231"/>
                <a:gd name="T67" fmla="*/ 234 h 280"/>
                <a:gd name="T68" fmla="*/ 56 w 231"/>
                <a:gd name="T69" fmla="*/ 267 h 280"/>
                <a:gd name="T70" fmla="*/ 119 w 231"/>
                <a:gd name="T71" fmla="*/ 280 h 280"/>
                <a:gd name="T72" fmla="*/ 200 w 231"/>
                <a:gd name="T73" fmla="*/ 259 h 280"/>
                <a:gd name="T74" fmla="*/ 231 w 231"/>
                <a:gd name="T75" fmla="*/ 196 h 280"/>
                <a:gd name="T76" fmla="*/ 217 w 231"/>
                <a:gd name="T77" fmla="*/ 154 h 2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1" h="280">
                  <a:moveTo>
                    <a:pt x="217" y="154"/>
                  </a:moveTo>
                  <a:cubicBezTo>
                    <a:pt x="208" y="144"/>
                    <a:pt x="197" y="136"/>
                    <a:pt x="183" y="131"/>
                  </a:cubicBezTo>
                  <a:cubicBezTo>
                    <a:pt x="169" y="125"/>
                    <a:pt x="155" y="121"/>
                    <a:pt x="140" y="118"/>
                  </a:cubicBezTo>
                  <a:cubicBezTo>
                    <a:pt x="125" y="115"/>
                    <a:pt x="111" y="112"/>
                    <a:pt x="98" y="109"/>
                  </a:cubicBezTo>
                  <a:cubicBezTo>
                    <a:pt x="85" y="105"/>
                    <a:pt x="75" y="101"/>
                    <a:pt x="67" y="96"/>
                  </a:cubicBezTo>
                  <a:cubicBezTo>
                    <a:pt x="60" y="91"/>
                    <a:pt x="57" y="85"/>
                    <a:pt x="57" y="76"/>
                  </a:cubicBezTo>
                  <a:cubicBezTo>
                    <a:pt x="57" y="68"/>
                    <a:pt x="57" y="43"/>
                    <a:pt x="114" y="43"/>
                  </a:cubicBezTo>
                  <a:cubicBezTo>
                    <a:pt x="135" y="43"/>
                    <a:pt x="150" y="47"/>
                    <a:pt x="158" y="54"/>
                  </a:cubicBezTo>
                  <a:cubicBezTo>
                    <a:pt x="167" y="61"/>
                    <a:pt x="172" y="70"/>
                    <a:pt x="173" y="80"/>
                  </a:cubicBezTo>
                  <a:cubicBezTo>
                    <a:pt x="174" y="84"/>
                    <a:pt x="174" y="84"/>
                    <a:pt x="174" y="84"/>
                  </a:cubicBezTo>
                  <a:cubicBezTo>
                    <a:pt x="223" y="84"/>
                    <a:pt x="223" y="84"/>
                    <a:pt x="223" y="84"/>
                  </a:cubicBezTo>
                  <a:cubicBezTo>
                    <a:pt x="223" y="79"/>
                    <a:pt x="223" y="79"/>
                    <a:pt x="223" y="79"/>
                  </a:cubicBezTo>
                  <a:cubicBezTo>
                    <a:pt x="221" y="65"/>
                    <a:pt x="216" y="52"/>
                    <a:pt x="208" y="40"/>
                  </a:cubicBezTo>
                  <a:cubicBezTo>
                    <a:pt x="201" y="28"/>
                    <a:pt x="189" y="19"/>
                    <a:pt x="174" y="11"/>
                  </a:cubicBezTo>
                  <a:cubicBezTo>
                    <a:pt x="158" y="4"/>
                    <a:pt x="139" y="0"/>
                    <a:pt x="115" y="0"/>
                  </a:cubicBezTo>
                  <a:cubicBezTo>
                    <a:pt x="80" y="0"/>
                    <a:pt x="53" y="7"/>
                    <a:pt x="35" y="20"/>
                  </a:cubicBezTo>
                  <a:cubicBezTo>
                    <a:pt x="17" y="34"/>
                    <a:pt x="7" y="54"/>
                    <a:pt x="7" y="80"/>
                  </a:cubicBezTo>
                  <a:cubicBezTo>
                    <a:pt x="7" y="97"/>
                    <a:pt x="12" y="111"/>
                    <a:pt x="21" y="121"/>
                  </a:cubicBezTo>
                  <a:cubicBezTo>
                    <a:pt x="30" y="131"/>
                    <a:pt x="42" y="138"/>
                    <a:pt x="56" y="144"/>
                  </a:cubicBezTo>
                  <a:cubicBezTo>
                    <a:pt x="69" y="149"/>
                    <a:pt x="84" y="153"/>
                    <a:pt x="99" y="156"/>
                  </a:cubicBezTo>
                  <a:cubicBezTo>
                    <a:pt x="113" y="159"/>
                    <a:pt x="127" y="163"/>
                    <a:pt x="141" y="166"/>
                  </a:cubicBezTo>
                  <a:cubicBezTo>
                    <a:pt x="153" y="169"/>
                    <a:pt x="164" y="174"/>
                    <a:pt x="171" y="179"/>
                  </a:cubicBezTo>
                  <a:cubicBezTo>
                    <a:pt x="178" y="184"/>
                    <a:pt x="182" y="191"/>
                    <a:pt x="182" y="200"/>
                  </a:cubicBezTo>
                  <a:cubicBezTo>
                    <a:pt x="182" y="208"/>
                    <a:pt x="180" y="214"/>
                    <a:pt x="176" y="218"/>
                  </a:cubicBezTo>
                  <a:cubicBezTo>
                    <a:pt x="171" y="223"/>
                    <a:pt x="166" y="227"/>
                    <a:pt x="160" y="230"/>
                  </a:cubicBezTo>
                  <a:cubicBezTo>
                    <a:pt x="153" y="232"/>
                    <a:pt x="146" y="234"/>
                    <a:pt x="138" y="235"/>
                  </a:cubicBezTo>
                  <a:cubicBezTo>
                    <a:pt x="131" y="236"/>
                    <a:pt x="125" y="237"/>
                    <a:pt x="120" y="237"/>
                  </a:cubicBezTo>
                  <a:cubicBezTo>
                    <a:pt x="104" y="237"/>
                    <a:pt x="91" y="234"/>
                    <a:pt x="81" y="229"/>
                  </a:cubicBezTo>
                  <a:cubicBezTo>
                    <a:pt x="72" y="225"/>
                    <a:pt x="64" y="219"/>
                    <a:pt x="60" y="211"/>
                  </a:cubicBezTo>
                  <a:cubicBezTo>
                    <a:pt x="55" y="204"/>
                    <a:pt x="52" y="196"/>
                    <a:pt x="51" y="188"/>
                  </a:cubicBezTo>
                  <a:cubicBezTo>
                    <a:pt x="51" y="184"/>
                    <a:pt x="51" y="184"/>
                    <a:pt x="51" y="184"/>
                  </a:cubicBezTo>
                  <a:cubicBezTo>
                    <a:pt x="0" y="184"/>
                    <a:pt x="0" y="184"/>
                    <a:pt x="0" y="184"/>
                  </a:cubicBezTo>
                  <a:cubicBezTo>
                    <a:pt x="1" y="189"/>
                    <a:pt x="1" y="189"/>
                    <a:pt x="1" y="189"/>
                  </a:cubicBezTo>
                  <a:cubicBezTo>
                    <a:pt x="2" y="205"/>
                    <a:pt x="7" y="220"/>
                    <a:pt x="16" y="234"/>
                  </a:cubicBezTo>
                  <a:cubicBezTo>
                    <a:pt x="25" y="248"/>
                    <a:pt x="39" y="259"/>
                    <a:pt x="56" y="267"/>
                  </a:cubicBezTo>
                  <a:cubicBezTo>
                    <a:pt x="73" y="276"/>
                    <a:pt x="95" y="280"/>
                    <a:pt x="119" y="280"/>
                  </a:cubicBezTo>
                  <a:cubicBezTo>
                    <a:pt x="153" y="280"/>
                    <a:pt x="180" y="273"/>
                    <a:pt x="200" y="259"/>
                  </a:cubicBezTo>
                  <a:cubicBezTo>
                    <a:pt x="221" y="245"/>
                    <a:pt x="231" y="224"/>
                    <a:pt x="231" y="196"/>
                  </a:cubicBezTo>
                  <a:cubicBezTo>
                    <a:pt x="231" y="179"/>
                    <a:pt x="226" y="165"/>
                    <a:pt x="217" y="15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6" name="Freeform 14">
              <a:extLst>
                <a:ext uri="{FF2B5EF4-FFF2-40B4-BE49-F238E27FC236}">
                  <a16:creationId xmlns:a16="http://schemas.microsoft.com/office/drawing/2014/main" id="{CE0F95C9-04B7-4420-BE13-3B4C08A6854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83213" y="1749425"/>
              <a:ext cx="663575" cy="638175"/>
            </a:xfrm>
            <a:custGeom>
              <a:avLst/>
              <a:gdLst>
                <a:gd name="T0" fmla="*/ 36 w 176"/>
                <a:gd name="T1" fmla="*/ 168 h 169"/>
                <a:gd name="T2" fmla="*/ 151 w 176"/>
                <a:gd name="T3" fmla="*/ 118 h 169"/>
                <a:gd name="T4" fmla="*/ 142 w 176"/>
                <a:gd name="T5" fmla="*/ 17 h 169"/>
                <a:gd name="T6" fmla="*/ 96 w 176"/>
                <a:gd name="T7" fmla="*/ 0 h 169"/>
                <a:gd name="T8" fmla="*/ 41 w 176"/>
                <a:gd name="T9" fmla="*/ 26 h 169"/>
                <a:gd name="T10" fmla="*/ 20 w 176"/>
                <a:gd name="T11" fmla="*/ 164 h 169"/>
                <a:gd name="T12" fmla="*/ 36 w 176"/>
                <a:gd name="T13" fmla="*/ 168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6" h="169">
                  <a:moveTo>
                    <a:pt x="36" y="168"/>
                  </a:moveTo>
                  <a:cubicBezTo>
                    <a:pt x="67" y="168"/>
                    <a:pt x="130" y="143"/>
                    <a:pt x="151" y="118"/>
                  </a:cubicBezTo>
                  <a:cubicBezTo>
                    <a:pt x="176" y="88"/>
                    <a:pt x="172" y="42"/>
                    <a:pt x="142" y="17"/>
                  </a:cubicBezTo>
                  <a:cubicBezTo>
                    <a:pt x="129" y="6"/>
                    <a:pt x="113" y="0"/>
                    <a:pt x="96" y="0"/>
                  </a:cubicBezTo>
                  <a:cubicBezTo>
                    <a:pt x="74" y="0"/>
                    <a:pt x="54" y="10"/>
                    <a:pt x="41" y="26"/>
                  </a:cubicBezTo>
                  <a:cubicBezTo>
                    <a:pt x="17" y="55"/>
                    <a:pt x="0" y="145"/>
                    <a:pt x="20" y="164"/>
                  </a:cubicBezTo>
                  <a:cubicBezTo>
                    <a:pt x="24" y="167"/>
                    <a:pt x="29" y="169"/>
                    <a:pt x="36" y="16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7" name="Freeform 15">
              <a:extLst>
                <a:ext uri="{FF2B5EF4-FFF2-40B4-BE49-F238E27FC236}">
                  <a16:creationId xmlns:a16="http://schemas.microsoft.com/office/drawing/2014/main" id="{D79AA761-5E79-4CD3-B85B-22F3ACB5189A}"/>
                </a:ext>
              </a:extLst>
            </p:cNvPr>
            <p:cNvSpPr>
              <a:spLocks/>
            </p:cNvSpPr>
            <p:nvPr/>
          </p:nvSpPr>
          <p:spPr bwMode="auto">
            <a:xfrm>
              <a:off x="2662238" y="1270000"/>
              <a:ext cx="765175" cy="728663"/>
            </a:xfrm>
            <a:custGeom>
              <a:avLst/>
              <a:gdLst>
                <a:gd name="T0" fmla="*/ 30 w 203"/>
                <a:gd name="T1" fmla="*/ 152 h 193"/>
                <a:gd name="T2" fmla="*/ 160 w 203"/>
                <a:gd name="T3" fmla="*/ 193 h 193"/>
                <a:gd name="T4" fmla="*/ 197 w 203"/>
                <a:gd name="T5" fmla="*/ 183 h 193"/>
                <a:gd name="T6" fmla="*/ 203 w 203"/>
                <a:gd name="T7" fmla="*/ 160 h 193"/>
                <a:gd name="T8" fmla="*/ 147 w 203"/>
                <a:gd name="T9" fmla="*/ 23 h 193"/>
                <a:gd name="T10" fmla="*/ 88 w 203"/>
                <a:gd name="T11" fmla="*/ 0 h 193"/>
                <a:gd name="T12" fmla="*/ 24 w 203"/>
                <a:gd name="T13" fmla="*/ 29 h 193"/>
                <a:gd name="T14" fmla="*/ 1 w 203"/>
                <a:gd name="T15" fmla="*/ 92 h 193"/>
                <a:gd name="T16" fmla="*/ 30 w 203"/>
                <a:gd name="T17" fmla="*/ 152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03" h="193">
                  <a:moveTo>
                    <a:pt x="30" y="152"/>
                  </a:moveTo>
                  <a:cubicBezTo>
                    <a:pt x="56" y="176"/>
                    <a:pt x="120" y="193"/>
                    <a:pt x="160" y="193"/>
                  </a:cubicBezTo>
                  <a:cubicBezTo>
                    <a:pt x="178" y="193"/>
                    <a:pt x="190" y="190"/>
                    <a:pt x="197" y="183"/>
                  </a:cubicBezTo>
                  <a:cubicBezTo>
                    <a:pt x="201" y="179"/>
                    <a:pt x="203" y="171"/>
                    <a:pt x="203" y="160"/>
                  </a:cubicBezTo>
                  <a:cubicBezTo>
                    <a:pt x="202" y="121"/>
                    <a:pt x="175" y="48"/>
                    <a:pt x="147" y="23"/>
                  </a:cubicBezTo>
                  <a:cubicBezTo>
                    <a:pt x="131" y="8"/>
                    <a:pt x="110" y="0"/>
                    <a:pt x="88" y="0"/>
                  </a:cubicBezTo>
                  <a:cubicBezTo>
                    <a:pt x="64" y="0"/>
                    <a:pt x="40" y="11"/>
                    <a:pt x="24" y="29"/>
                  </a:cubicBezTo>
                  <a:cubicBezTo>
                    <a:pt x="8" y="47"/>
                    <a:pt x="0" y="69"/>
                    <a:pt x="1" y="92"/>
                  </a:cubicBezTo>
                  <a:cubicBezTo>
                    <a:pt x="3" y="115"/>
                    <a:pt x="13" y="137"/>
                    <a:pt x="30" y="15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8" name="Freeform 16">
              <a:extLst>
                <a:ext uri="{FF2B5EF4-FFF2-40B4-BE49-F238E27FC236}">
                  <a16:creationId xmlns:a16="http://schemas.microsoft.com/office/drawing/2014/main" id="{D30C2CE0-FFDB-4254-9F17-4D7AF2D95F2C}"/>
                </a:ext>
              </a:extLst>
            </p:cNvPr>
            <p:cNvSpPr>
              <a:spLocks/>
            </p:cNvSpPr>
            <p:nvPr/>
          </p:nvSpPr>
          <p:spPr bwMode="auto">
            <a:xfrm>
              <a:off x="2659063" y="3406775"/>
              <a:ext cx="633413" cy="471488"/>
            </a:xfrm>
            <a:custGeom>
              <a:avLst/>
              <a:gdLst>
                <a:gd name="T0" fmla="*/ 10 w 168"/>
                <a:gd name="T1" fmla="*/ 31 h 125"/>
                <a:gd name="T2" fmla="*/ 5 w 168"/>
                <a:gd name="T3" fmla="*/ 79 h 125"/>
                <a:gd name="T4" fmla="*/ 65 w 168"/>
                <a:gd name="T5" fmla="*/ 125 h 125"/>
                <a:gd name="T6" fmla="*/ 81 w 168"/>
                <a:gd name="T7" fmla="*/ 122 h 125"/>
                <a:gd name="T8" fmla="*/ 163 w 168"/>
                <a:gd name="T9" fmla="*/ 34 h 125"/>
                <a:gd name="T10" fmla="*/ 67 w 168"/>
                <a:gd name="T11" fmla="*/ 0 h 125"/>
                <a:gd name="T12" fmla="*/ 48 w 168"/>
                <a:gd name="T13" fmla="*/ 2 h 125"/>
                <a:gd name="T14" fmla="*/ 10 w 168"/>
                <a:gd name="T15" fmla="*/ 31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68" h="125">
                  <a:moveTo>
                    <a:pt x="10" y="31"/>
                  </a:moveTo>
                  <a:cubicBezTo>
                    <a:pt x="2" y="46"/>
                    <a:pt x="0" y="63"/>
                    <a:pt x="5" y="79"/>
                  </a:cubicBezTo>
                  <a:cubicBezTo>
                    <a:pt x="12" y="106"/>
                    <a:pt x="37" y="125"/>
                    <a:pt x="65" y="125"/>
                  </a:cubicBezTo>
                  <a:cubicBezTo>
                    <a:pt x="70" y="125"/>
                    <a:pt x="76" y="124"/>
                    <a:pt x="81" y="122"/>
                  </a:cubicBezTo>
                  <a:cubicBezTo>
                    <a:pt x="112" y="114"/>
                    <a:pt x="168" y="58"/>
                    <a:pt x="163" y="34"/>
                  </a:cubicBezTo>
                  <a:cubicBezTo>
                    <a:pt x="160" y="16"/>
                    <a:pt x="101" y="0"/>
                    <a:pt x="67" y="0"/>
                  </a:cubicBezTo>
                  <a:cubicBezTo>
                    <a:pt x="60" y="0"/>
                    <a:pt x="53" y="1"/>
                    <a:pt x="48" y="2"/>
                  </a:cubicBezTo>
                  <a:cubicBezTo>
                    <a:pt x="32" y="6"/>
                    <a:pt x="19" y="17"/>
                    <a:pt x="10" y="31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9" name="Freeform 17">
              <a:extLst>
                <a:ext uri="{FF2B5EF4-FFF2-40B4-BE49-F238E27FC236}">
                  <a16:creationId xmlns:a16="http://schemas.microsoft.com/office/drawing/2014/main" id="{A94CFE02-65A4-43CA-AF21-22E6888A502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100388" y="1614488"/>
              <a:ext cx="3775075" cy="3965575"/>
            </a:xfrm>
            <a:custGeom>
              <a:avLst/>
              <a:gdLst>
                <a:gd name="T0" fmla="*/ 747 w 1002"/>
                <a:gd name="T1" fmla="*/ 881 h 1051"/>
                <a:gd name="T2" fmla="*/ 638 w 1002"/>
                <a:gd name="T3" fmla="*/ 741 h 1051"/>
                <a:gd name="T4" fmla="*/ 805 w 1002"/>
                <a:gd name="T5" fmla="*/ 760 h 1051"/>
                <a:gd name="T6" fmla="*/ 805 w 1002"/>
                <a:gd name="T7" fmla="*/ 862 h 1051"/>
                <a:gd name="T8" fmla="*/ 844 w 1002"/>
                <a:gd name="T9" fmla="*/ 279 h 1051"/>
                <a:gd name="T10" fmla="*/ 942 w 1002"/>
                <a:gd name="T11" fmla="*/ 360 h 1051"/>
                <a:gd name="T12" fmla="*/ 777 w 1002"/>
                <a:gd name="T13" fmla="*/ 304 h 1051"/>
                <a:gd name="T14" fmla="*/ 629 w 1002"/>
                <a:gd name="T15" fmla="*/ 546 h 1051"/>
                <a:gd name="T16" fmla="*/ 592 w 1002"/>
                <a:gd name="T17" fmla="*/ 386 h 1051"/>
                <a:gd name="T18" fmla="*/ 703 w 1002"/>
                <a:gd name="T19" fmla="*/ 467 h 1051"/>
                <a:gd name="T20" fmla="*/ 762 w 1002"/>
                <a:gd name="T21" fmla="*/ 532 h 1051"/>
                <a:gd name="T22" fmla="*/ 940 w 1002"/>
                <a:gd name="T23" fmla="*/ 527 h 1051"/>
                <a:gd name="T24" fmla="*/ 996 w 1002"/>
                <a:gd name="T25" fmla="*/ 449 h 1051"/>
                <a:gd name="T26" fmla="*/ 932 w 1002"/>
                <a:gd name="T27" fmla="*/ 452 h 1051"/>
                <a:gd name="T28" fmla="*/ 848 w 1002"/>
                <a:gd name="T29" fmla="*/ 501 h 1051"/>
                <a:gd name="T30" fmla="*/ 761 w 1002"/>
                <a:gd name="T31" fmla="*/ 455 h 1051"/>
                <a:gd name="T32" fmla="*/ 1002 w 1002"/>
                <a:gd name="T33" fmla="*/ 414 h 1051"/>
                <a:gd name="T34" fmla="*/ 983 w 1002"/>
                <a:gd name="T35" fmla="*/ 307 h 1051"/>
                <a:gd name="T36" fmla="*/ 844 w 1002"/>
                <a:gd name="T37" fmla="*/ 225 h 1051"/>
                <a:gd name="T38" fmla="*/ 715 w 1002"/>
                <a:gd name="T39" fmla="*/ 289 h 1051"/>
                <a:gd name="T40" fmla="*/ 709 w 1002"/>
                <a:gd name="T41" fmla="*/ 299 h 1051"/>
                <a:gd name="T42" fmla="*/ 450 w 1002"/>
                <a:gd name="T43" fmla="*/ 284 h 1051"/>
                <a:gd name="T44" fmla="*/ 480 w 1002"/>
                <a:gd name="T45" fmla="*/ 211 h 1051"/>
                <a:gd name="T46" fmla="*/ 303 w 1002"/>
                <a:gd name="T47" fmla="*/ 217 h 1051"/>
                <a:gd name="T48" fmla="*/ 111 w 1002"/>
                <a:gd name="T49" fmla="*/ 254 h 1051"/>
                <a:gd name="T50" fmla="*/ 219 w 1002"/>
                <a:gd name="T51" fmla="*/ 388 h 1051"/>
                <a:gd name="T52" fmla="*/ 285 w 1002"/>
                <a:gd name="T53" fmla="*/ 551 h 1051"/>
                <a:gd name="T54" fmla="*/ 202 w 1002"/>
                <a:gd name="T55" fmla="*/ 664 h 1051"/>
                <a:gd name="T56" fmla="*/ 303 w 1002"/>
                <a:gd name="T57" fmla="*/ 652 h 1051"/>
                <a:gd name="T58" fmla="*/ 364 w 1002"/>
                <a:gd name="T59" fmla="*/ 565 h 1051"/>
                <a:gd name="T60" fmla="*/ 674 w 1002"/>
                <a:gd name="T61" fmla="*/ 694 h 1051"/>
                <a:gd name="T62" fmla="*/ 588 w 1002"/>
                <a:gd name="T63" fmla="*/ 694 h 1051"/>
                <a:gd name="T64" fmla="*/ 638 w 1002"/>
                <a:gd name="T65" fmla="*/ 1051 h 1051"/>
                <a:gd name="T66" fmla="*/ 749 w 1002"/>
                <a:gd name="T67" fmla="*/ 927 h 1051"/>
                <a:gd name="T68" fmla="*/ 874 w 1002"/>
                <a:gd name="T69" fmla="*/ 811 h 10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002" h="1051">
                  <a:moveTo>
                    <a:pt x="805" y="862"/>
                  </a:moveTo>
                  <a:cubicBezTo>
                    <a:pt x="792" y="874"/>
                    <a:pt x="772" y="881"/>
                    <a:pt x="747" y="881"/>
                  </a:cubicBezTo>
                  <a:cubicBezTo>
                    <a:pt x="638" y="881"/>
                    <a:pt x="638" y="881"/>
                    <a:pt x="638" y="881"/>
                  </a:cubicBezTo>
                  <a:cubicBezTo>
                    <a:pt x="638" y="741"/>
                    <a:pt x="638" y="741"/>
                    <a:pt x="638" y="741"/>
                  </a:cubicBezTo>
                  <a:cubicBezTo>
                    <a:pt x="747" y="741"/>
                    <a:pt x="747" y="741"/>
                    <a:pt x="747" y="741"/>
                  </a:cubicBezTo>
                  <a:cubicBezTo>
                    <a:pt x="772" y="741"/>
                    <a:pt x="792" y="748"/>
                    <a:pt x="805" y="760"/>
                  </a:cubicBezTo>
                  <a:cubicBezTo>
                    <a:pt x="818" y="772"/>
                    <a:pt x="824" y="789"/>
                    <a:pt x="824" y="811"/>
                  </a:cubicBezTo>
                  <a:cubicBezTo>
                    <a:pt x="824" y="833"/>
                    <a:pt x="818" y="850"/>
                    <a:pt x="805" y="862"/>
                  </a:cubicBezTo>
                  <a:moveTo>
                    <a:pt x="777" y="304"/>
                  </a:moveTo>
                  <a:cubicBezTo>
                    <a:pt x="794" y="287"/>
                    <a:pt x="816" y="279"/>
                    <a:pt x="844" y="279"/>
                  </a:cubicBezTo>
                  <a:cubicBezTo>
                    <a:pt x="872" y="279"/>
                    <a:pt x="894" y="287"/>
                    <a:pt x="911" y="304"/>
                  </a:cubicBezTo>
                  <a:cubicBezTo>
                    <a:pt x="927" y="319"/>
                    <a:pt x="937" y="338"/>
                    <a:pt x="942" y="360"/>
                  </a:cubicBezTo>
                  <a:cubicBezTo>
                    <a:pt x="747" y="360"/>
                    <a:pt x="747" y="360"/>
                    <a:pt x="747" y="360"/>
                  </a:cubicBezTo>
                  <a:cubicBezTo>
                    <a:pt x="752" y="338"/>
                    <a:pt x="762" y="319"/>
                    <a:pt x="777" y="304"/>
                  </a:cubicBezTo>
                  <a:moveTo>
                    <a:pt x="854" y="741"/>
                  </a:moveTo>
                  <a:cubicBezTo>
                    <a:pt x="854" y="741"/>
                    <a:pt x="796" y="648"/>
                    <a:pt x="629" y="546"/>
                  </a:cubicBezTo>
                  <a:cubicBezTo>
                    <a:pt x="598" y="527"/>
                    <a:pt x="578" y="509"/>
                    <a:pt x="565" y="492"/>
                  </a:cubicBezTo>
                  <a:cubicBezTo>
                    <a:pt x="540" y="455"/>
                    <a:pt x="541" y="386"/>
                    <a:pt x="592" y="386"/>
                  </a:cubicBezTo>
                  <a:cubicBezTo>
                    <a:pt x="651" y="386"/>
                    <a:pt x="703" y="467"/>
                    <a:pt x="703" y="467"/>
                  </a:cubicBezTo>
                  <a:cubicBezTo>
                    <a:pt x="703" y="467"/>
                    <a:pt x="703" y="467"/>
                    <a:pt x="703" y="467"/>
                  </a:cubicBezTo>
                  <a:cubicBezTo>
                    <a:pt x="704" y="469"/>
                    <a:pt x="705" y="471"/>
                    <a:pt x="706" y="473"/>
                  </a:cubicBezTo>
                  <a:cubicBezTo>
                    <a:pt x="719" y="498"/>
                    <a:pt x="738" y="518"/>
                    <a:pt x="762" y="532"/>
                  </a:cubicBezTo>
                  <a:cubicBezTo>
                    <a:pt x="786" y="547"/>
                    <a:pt x="815" y="555"/>
                    <a:pt x="847" y="555"/>
                  </a:cubicBezTo>
                  <a:cubicBezTo>
                    <a:pt x="885" y="555"/>
                    <a:pt x="916" y="545"/>
                    <a:pt x="940" y="527"/>
                  </a:cubicBezTo>
                  <a:cubicBezTo>
                    <a:pt x="964" y="509"/>
                    <a:pt x="982" y="486"/>
                    <a:pt x="993" y="457"/>
                  </a:cubicBezTo>
                  <a:cubicBezTo>
                    <a:pt x="996" y="449"/>
                    <a:pt x="996" y="449"/>
                    <a:pt x="996" y="449"/>
                  </a:cubicBezTo>
                  <a:cubicBezTo>
                    <a:pt x="933" y="449"/>
                    <a:pt x="933" y="449"/>
                    <a:pt x="933" y="449"/>
                  </a:cubicBezTo>
                  <a:cubicBezTo>
                    <a:pt x="932" y="452"/>
                    <a:pt x="932" y="452"/>
                    <a:pt x="932" y="452"/>
                  </a:cubicBezTo>
                  <a:cubicBezTo>
                    <a:pt x="924" y="467"/>
                    <a:pt x="913" y="478"/>
                    <a:pt x="899" y="488"/>
                  </a:cubicBezTo>
                  <a:cubicBezTo>
                    <a:pt x="886" y="496"/>
                    <a:pt x="868" y="501"/>
                    <a:pt x="848" y="501"/>
                  </a:cubicBezTo>
                  <a:cubicBezTo>
                    <a:pt x="828" y="501"/>
                    <a:pt x="811" y="497"/>
                    <a:pt x="796" y="489"/>
                  </a:cubicBezTo>
                  <a:cubicBezTo>
                    <a:pt x="782" y="480"/>
                    <a:pt x="770" y="469"/>
                    <a:pt x="761" y="455"/>
                  </a:cubicBezTo>
                  <a:cubicBezTo>
                    <a:pt x="754" y="443"/>
                    <a:pt x="748" y="429"/>
                    <a:pt x="746" y="414"/>
                  </a:cubicBezTo>
                  <a:cubicBezTo>
                    <a:pt x="1002" y="414"/>
                    <a:pt x="1002" y="414"/>
                    <a:pt x="1002" y="414"/>
                  </a:cubicBezTo>
                  <a:cubicBezTo>
                    <a:pt x="1002" y="390"/>
                    <a:pt x="1002" y="390"/>
                    <a:pt x="1002" y="390"/>
                  </a:cubicBezTo>
                  <a:cubicBezTo>
                    <a:pt x="1002" y="360"/>
                    <a:pt x="996" y="332"/>
                    <a:pt x="983" y="307"/>
                  </a:cubicBezTo>
                  <a:cubicBezTo>
                    <a:pt x="971" y="282"/>
                    <a:pt x="952" y="262"/>
                    <a:pt x="929" y="248"/>
                  </a:cubicBezTo>
                  <a:cubicBezTo>
                    <a:pt x="905" y="233"/>
                    <a:pt x="877" y="225"/>
                    <a:pt x="844" y="225"/>
                  </a:cubicBezTo>
                  <a:cubicBezTo>
                    <a:pt x="812" y="225"/>
                    <a:pt x="783" y="233"/>
                    <a:pt x="760" y="248"/>
                  </a:cubicBezTo>
                  <a:cubicBezTo>
                    <a:pt x="742" y="259"/>
                    <a:pt x="727" y="273"/>
                    <a:pt x="715" y="289"/>
                  </a:cubicBezTo>
                  <a:cubicBezTo>
                    <a:pt x="713" y="292"/>
                    <a:pt x="712" y="294"/>
                    <a:pt x="710" y="298"/>
                  </a:cubicBezTo>
                  <a:cubicBezTo>
                    <a:pt x="710" y="298"/>
                    <a:pt x="709" y="298"/>
                    <a:pt x="709" y="299"/>
                  </a:cubicBezTo>
                  <a:cubicBezTo>
                    <a:pt x="690" y="334"/>
                    <a:pt x="632" y="345"/>
                    <a:pt x="620" y="347"/>
                  </a:cubicBezTo>
                  <a:cubicBezTo>
                    <a:pt x="573" y="358"/>
                    <a:pt x="467" y="329"/>
                    <a:pt x="450" y="284"/>
                  </a:cubicBezTo>
                  <a:cubicBezTo>
                    <a:pt x="446" y="267"/>
                    <a:pt x="454" y="246"/>
                    <a:pt x="480" y="211"/>
                  </a:cubicBezTo>
                  <a:cubicBezTo>
                    <a:pt x="480" y="211"/>
                    <a:pt x="480" y="211"/>
                    <a:pt x="480" y="211"/>
                  </a:cubicBezTo>
                  <a:cubicBezTo>
                    <a:pt x="554" y="135"/>
                    <a:pt x="495" y="0"/>
                    <a:pt x="389" y="3"/>
                  </a:cubicBezTo>
                  <a:cubicBezTo>
                    <a:pt x="279" y="1"/>
                    <a:pt x="222" y="142"/>
                    <a:pt x="303" y="217"/>
                  </a:cubicBezTo>
                  <a:cubicBezTo>
                    <a:pt x="338" y="243"/>
                    <a:pt x="392" y="276"/>
                    <a:pt x="373" y="319"/>
                  </a:cubicBezTo>
                  <a:cubicBezTo>
                    <a:pt x="341" y="399"/>
                    <a:pt x="135" y="369"/>
                    <a:pt x="111" y="254"/>
                  </a:cubicBezTo>
                  <a:cubicBezTo>
                    <a:pt x="91" y="185"/>
                    <a:pt x="0" y="227"/>
                    <a:pt x="35" y="292"/>
                  </a:cubicBezTo>
                  <a:cubicBezTo>
                    <a:pt x="63" y="345"/>
                    <a:pt x="158" y="370"/>
                    <a:pt x="219" y="388"/>
                  </a:cubicBezTo>
                  <a:cubicBezTo>
                    <a:pt x="345" y="425"/>
                    <a:pt x="367" y="441"/>
                    <a:pt x="360" y="492"/>
                  </a:cubicBezTo>
                  <a:cubicBezTo>
                    <a:pt x="358" y="510"/>
                    <a:pt x="336" y="551"/>
                    <a:pt x="285" y="551"/>
                  </a:cubicBezTo>
                  <a:cubicBezTo>
                    <a:pt x="253" y="548"/>
                    <a:pt x="222" y="546"/>
                    <a:pt x="199" y="570"/>
                  </a:cubicBezTo>
                  <a:cubicBezTo>
                    <a:pt x="174" y="595"/>
                    <a:pt x="175" y="640"/>
                    <a:pt x="202" y="664"/>
                  </a:cubicBezTo>
                  <a:cubicBezTo>
                    <a:pt x="230" y="692"/>
                    <a:pt x="281" y="686"/>
                    <a:pt x="302" y="653"/>
                  </a:cubicBezTo>
                  <a:cubicBezTo>
                    <a:pt x="302" y="653"/>
                    <a:pt x="303" y="652"/>
                    <a:pt x="303" y="652"/>
                  </a:cubicBezTo>
                  <a:cubicBezTo>
                    <a:pt x="303" y="652"/>
                    <a:pt x="303" y="651"/>
                    <a:pt x="304" y="651"/>
                  </a:cubicBezTo>
                  <a:cubicBezTo>
                    <a:pt x="324" y="618"/>
                    <a:pt x="319" y="601"/>
                    <a:pt x="364" y="565"/>
                  </a:cubicBezTo>
                  <a:cubicBezTo>
                    <a:pt x="399" y="537"/>
                    <a:pt x="521" y="519"/>
                    <a:pt x="622" y="567"/>
                  </a:cubicBezTo>
                  <a:cubicBezTo>
                    <a:pt x="724" y="616"/>
                    <a:pt x="746" y="694"/>
                    <a:pt x="674" y="694"/>
                  </a:cubicBezTo>
                  <a:cubicBezTo>
                    <a:pt x="674" y="694"/>
                    <a:pt x="674" y="694"/>
                    <a:pt x="674" y="694"/>
                  </a:cubicBezTo>
                  <a:cubicBezTo>
                    <a:pt x="588" y="694"/>
                    <a:pt x="588" y="694"/>
                    <a:pt x="588" y="694"/>
                  </a:cubicBezTo>
                  <a:cubicBezTo>
                    <a:pt x="588" y="1051"/>
                    <a:pt x="588" y="1051"/>
                    <a:pt x="588" y="1051"/>
                  </a:cubicBezTo>
                  <a:cubicBezTo>
                    <a:pt x="638" y="1051"/>
                    <a:pt x="638" y="1051"/>
                    <a:pt x="638" y="1051"/>
                  </a:cubicBezTo>
                  <a:cubicBezTo>
                    <a:pt x="638" y="927"/>
                    <a:pt x="638" y="927"/>
                    <a:pt x="638" y="927"/>
                  </a:cubicBezTo>
                  <a:cubicBezTo>
                    <a:pt x="749" y="927"/>
                    <a:pt x="749" y="927"/>
                    <a:pt x="749" y="927"/>
                  </a:cubicBezTo>
                  <a:cubicBezTo>
                    <a:pt x="787" y="927"/>
                    <a:pt x="818" y="917"/>
                    <a:pt x="840" y="896"/>
                  </a:cubicBezTo>
                  <a:cubicBezTo>
                    <a:pt x="862" y="875"/>
                    <a:pt x="874" y="846"/>
                    <a:pt x="874" y="811"/>
                  </a:cubicBezTo>
                  <a:cubicBezTo>
                    <a:pt x="874" y="783"/>
                    <a:pt x="867" y="760"/>
                    <a:pt x="854" y="74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dirty="0"/>
            </a:p>
          </p:txBody>
        </p:sp>
      </p:grpSp>
    </p:spTree>
    <p:extLst>
      <p:ext uri="{BB962C8B-B14F-4D97-AF65-F5344CB8AC3E}">
        <p14:creationId xmlns:p14="http://schemas.microsoft.com/office/powerpoint/2010/main" val="29876675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e avec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0FCA3E5C-A906-4C23-8871-8AEB2971DD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175" y="95250"/>
            <a:ext cx="5472113" cy="100137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CE87D8A4-6347-4D32-9A1C-FE3AC352506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1000" y="1096623"/>
            <a:ext cx="5472874" cy="905230"/>
          </a:xfrm>
        </p:spPr>
        <p:txBody>
          <a:bodyPr>
            <a:normAutofit/>
          </a:bodyPr>
          <a:lstStyle>
            <a:lvl1pPr>
              <a:defRPr sz="3000" b="0" u="none"/>
            </a:lvl1pPr>
            <a:lvl2pPr>
              <a:defRPr sz="3000" b="0" u="none"/>
            </a:lvl2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1" name="Espace réservé du texte 9">
            <a:extLst>
              <a:ext uri="{FF2B5EF4-FFF2-40B4-BE49-F238E27FC236}">
                <a16:creationId xmlns:a16="http://schemas.microsoft.com/office/drawing/2014/main" id="{092CE7C9-A41B-47BC-BD78-ACF9CB816F0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81000" y="2097995"/>
            <a:ext cx="5475288" cy="4040867"/>
          </a:xfrm>
        </p:spPr>
        <p:txBody>
          <a:bodyPr>
            <a:normAutofit/>
          </a:bodyPr>
          <a:lstStyle>
            <a:lvl1pPr marL="0" indent="0">
              <a:spcBef>
                <a:spcPts val="800"/>
              </a:spcBef>
              <a:buClr>
                <a:schemeClr val="accent1"/>
              </a:buClr>
              <a:buFont typeface="Arial" panose="020B0604020202020204" pitchFamily="34" charset="0"/>
              <a:buNone/>
              <a:defRPr sz="2000" b="0" u="none">
                <a:solidFill>
                  <a:schemeClr val="tx1"/>
                </a:solidFill>
              </a:defRPr>
            </a:lvl1pPr>
            <a:lvl2pPr marL="0" indent="0">
              <a:buClr>
                <a:schemeClr val="accent1"/>
              </a:buClr>
              <a:buFont typeface="Arial" panose="020B0604020202020204" pitchFamily="34" charset="0"/>
              <a:buNone/>
              <a:defRPr sz="2400" b="0" u="none">
                <a:solidFill>
                  <a:schemeClr val="tx1"/>
                </a:solidFill>
              </a:defRPr>
            </a:lvl2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4B96AC18-FDBF-4BF3-B770-A92648AB2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D1BE4-CD17-43AC-A077-88CD7C37981B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13" name="Espace réservé pour une image  10">
            <a:extLst>
              <a:ext uri="{FF2B5EF4-FFF2-40B4-BE49-F238E27FC236}">
                <a16:creationId xmlns:a16="http://schemas.microsoft.com/office/drawing/2014/main" id="{F569AD9E-96C2-492E-84BE-E2F8DB0CF37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662900" y="133799"/>
            <a:ext cx="5391587" cy="6590403"/>
          </a:xfrm>
          <a:ln w="152400" cap="sq">
            <a:noFill/>
            <a:miter lim="800000"/>
          </a:ln>
        </p:spPr>
        <p:txBody>
          <a:bodyPr lIns="360000" rIns="360000" bIns="1368000" anchor="ctr">
            <a:noAutofit/>
          </a:bodyPr>
          <a:lstStyle>
            <a:lvl1pPr algn="ctr">
              <a:defRPr sz="1000" b="0" u="none" cap="all" spc="100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fr-FR"/>
              <a:t>Cliquez sur l'icône pour ajouter une image</a:t>
            </a:r>
            <a:endParaRPr lang="fr-FR" dirty="0"/>
          </a:p>
        </p:txBody>
      </p:sp>
      <p:sp>
        <p:nvSpPr>
          <p:cNvPr id="5" name="Cadre 4">
            <a:extLst>
              <a:ext uri="{FF2B5EF4-FFF2-40B4-BE49-F238E27FC236}">
                <a16:creationId xmlns:a16="http://schemas.microsoft.com/office/drawing/2014/main" id="{D6931AB9-3D60-4F97-B5EB-3CCF097BAFDD}"/>
              </a:ext>
            </a:extLst>
          </p:cNvPr>
          <p:cNvSpPr/>
          <p:nvPr userDrawn="1"/>
        </p:nvSpPr>
        <p:spPr>
          <a:xfrm>
            <a:off x="6527800" y="0"/>
            <a:ext cx="5664200" cy="6858000"/>
          </a:xfrm>
          <a:prstGeom prst="frame">
            <a:avLst>
              <a:gd name="adj1" fmla="val 2859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sz="120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38778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2E9C118-FA68-4597-95BB-45F5354A7FC9}"/>
              </a:ext>
            </a:extLst>
          </p:cNvPr>
          <p:cNvSpPr/>
          <p:nvPr userDrawn="1"/>
        </p:nvSpPr>
        <p:spPr>
          <a:xfrm>
            <a:off x="308466" y="308465"/>
            <a:ext cx="11575069" cy="624107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sz="1200" dirty="0"/>
          </a:p>
        </p:txBody>
      </p:sp>
      <p:sp>
        <p:nvSpPr>
          <p:cNvPr id="14" name="Espace réservé du texte 9">
            <a:extLst>
              <a:ext uri="{FF2B5EF4-FFF2-40B4-BE49-F238E27FC236}">
                <a16:creationId xmlns:a16="http://schemas.microsoft.com/office/drawing/2014/main" id="{3D22E596-2AFD-4D65-B752-F7CB9E29DDD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701800" y="1155701"/>
            <a:ext cx="8788400" cy="4546598"/>
          </a:xfrm>
        </p:spPr>
        <p:txBody>
          <a:bodyPr anchor="ctr">
            <a:normAutofit/>
          </a:bodyPr>
          <a:lstStyle>
            <a:lvl1pPr marL="304800" indent="-304800">
              <a:spcBef>
                <a:spcPts val="8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4000" b="0" u="none">
                <a:solidFill>
                  <a:schemeClr val="accent1"/>
                </a:solidFill>
              </a:defRPr>
            </a:lvl1pPr>
            <a:lvl2pPr marL="0" indent="0">
              <a:buClr>
                <a:schemeClr val="accent1"/>
              </a:buClr>
              <a:buFont typeface="Arial" panose="020B0604020202020204" pitchFamily="34" charset="0"/>
              <a:buNone/>
              <a:defRPr sz="2400" b="0" u="none">
                <a:solidFill>
                  <a:schemeClr val="tx1"/>
                </a:solidFill>
              </a:defRPr>
            </a:lvl2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41818071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EAB2B63-9EB1-4825-9378-6B5E7C619EA0}"/>
              </a:ext>
            </a:extLst>
          </p:cNvPr>
          <p:cNvSpPr/>
          <p:nvPr userDrawn="1"/>
        </p:nvSpPr>
        <p:spPr>
          <a:xfrm>
            <a:off x="308466" y="308465"/>
            <a:ext cx="11575069" cy="624107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sz="1200" dirty="0"/>
          </a:p>
        </p:txBody>
      </p:sp>
      <p:sp>
        <p:nvSpPr>
          <p:cNvPr id="7" name="Forme libre : forme 6">
            <a:extLst>
              <a:ext uri="{FF2B5EF4-FFF2-40B4-BE49-F238E27FC236}">
                <a16:creationId xmlns:a16="http://schemas.microsoft.com/office/drawing/2014/main" id="{B6994542-5462-4E7A-A7DB-5E04EB59C4BE}"/>
              </a:ext>
            </a:extLst>
          </p:cNvPr>
          <p:cNvSpPr>
            <a:spLocks/>
          </p:cNvSpPr>
          <p:nvPr userDrawn="1"/>
        </p:nvSpPr>
        <p:spPr bwMode="auto">
          <a:xfrm>
            <a:off x="1241426" y="79222"/>
            <a:ext cx="1285874" cy="1381277"/>
          </a:xfrm>
          <a:custGeom>
            <a:avLst/>
            <a:gdLst>
              <a:gd name="connsiteX0" fmla="*/ 2552701 w 2952751"/>
              <a:gd name="connsiteY0" fmla="*/ 0 h 3171825"/>
              <a:gd name="connsiteX1" fmla="*/ 2952751 w 2952751"/>
              <a:gd name="connsiteY1" fmla="*/ 315913 h 3171825"/>
              <a:gd name="connsiteX2" fmla="*/ 1933576 w 2952751"/>
              <a:gd name="connsiteY2" fmla="*/ 1608138 h 3171825"/>
              <a:gd name="connsiteX3" fmla="*/ 2952751 w 2952751"/>
              <a:gd name="connsiteY3" fmla="*/ 2862263 h 3171825"/>
              <a:gd name="connsiteX4" fmla="*/ 2552701 w 2952751"/>
              <a:gd name="connsiteY4" fmla="*/ 3171825 h 3171825"/>
              <a:gd name="connsiteX5" fmla="*/ 1284288 w 2952751"/>
              <a:gd name="connsiteY5" fmla="*/ 1608138 h 3171825"/>
              <a:gd name="connsiteX6" fmla="*/ 1268413 w 2952751"/>
              <a:gd name="connsiteY6" fmla="*/ 0 h 3171825"/>
              <a:gd name="connsiteX7" fmla="*/ 1668463 w 2952751"/>
              <a:gd name="connsiteY7" fmla="*/ 315913 h 3171825"/>
              <a:gd name="connsiteX8" fmla="*/ 649288 w 2952751"/>
              <a:gd name="connsiteY8" fmla="*/ 1608138 h 3171825"/>
              <a:gd name="connsiteX9" fmla="*/ 1668463 w 2952751"/>
              <a:gd name="connsiteY9" fmla="*/ 2862263 h 3171825"/>
              <a:gd name="connsiteX10" fmla="*/ 1268413 w 2952751"/>
              <a:gd name="connsiteY10" fmla="*/ 3171825 h 3171825"/>
              <a:gd name="connsiteX11" fmla="*/ 0 w 2952751"/>
              <a:gd name="connsiteY11" fmla="*/ 1608138 h 3171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952751" h="3171825">
                <a:moveTo>
                  <a:pt x="2552701" y="0"/>
                </a:moveTo>
                <a:lnTo>
                  <a:pt x="2952751" y="315913"/>
                </a:lnTo>
                <a:lnTo>
                  <a:pt x="1933576" y="1608138"/>
                </a:lnTo>
                <a:lnTo>
                  <a:pt x="2952751" y="2862263"/>
                </a:lnTo>
                <a:lnTo>
                  <a:pt x="2552701" y="3171825"/>
                </a:lnTo>
                <a:lnTo>
                  <a:pt x="1284288" y="1608138"/>
                </a:lnTo>
                <a:close/>
                <a:moveTo>
                  <a:pt x="1268413" y="0"/>
                </a:moveTo>
                <a:lnTo>
                  <a:pt x="1668463" y="315913"/>
                </a:lnTo>
                <a:lnTo>
                  <a:pt x="649288" y="1608138"/>
                </a:lnTo>
                <a:lnTo>
                  <a:pt x="1668463" y="2862263"/>
                </a:lnTo>
                <a:lnTo>
                  <a:pt x="1268413" y="3171825"/>
                </a:lnTo>
                <a:lnTo>
                  <a:pt x="0" y="160813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fr-FR"/>
          </a:p>
        </p:txBody>
      </p:sp>
      <p:sp>
        <p:nvSpPr>
          <p:cNvPr id="8" name="Forme libre : forme 7">
            <a:extLst>
              <a:ext uri="{FF2B5EF4-FFF2-40B4-BE49-F238E27FC236}">
                <a16:creationId xmlns:a16="http://schemas.microsoft.com/office/drawing/2014/main" id="{68C16945-C32E-4188-AE4B-540010F1A544}"/>
              </a:ext>
            </a:extLst>
          </p:cNvPr>
          <p:cNvSpPr>
            <a:spLocks/>
          </p:cNvSpPr>
          <p:nvPr userDrawn="1"/>
        </p:nvSpPr>
        <p:spPr bwMode="auto">
          <a:xfrm flipH="1">
            <a:off x="9847263" y="5307959"/>
            <a:ext cx="1285874" cy="1381277"/>
          </a:xfrm>
          <a:custGeom>
            <a:avLst/>
            <a:gdLst>
              <a:gd name="connsiteX0" fmla="*/ 2552701 w 2952751"/>
              <a:gd name="connsiteY0" fmla="*/ 0 h 3171825"/>
              <a:gd name="connsiteX1" fmla="*/ 2952751 w 2952751"/>
              <a:gd name="connsiteY1" fmla="*/ 315913 h 3171825"/>
              <a:gd name="connsiteX2" fmla="*/ 1933576 w 2952751"/>
              <a:gd name="connsiteY2" fmla="*/ 1608138 h 3171825"/>
              <a:gd name="connsiteX3" fmla="*/ 2952751 w 2952751"/>
              <a:gd name="connsiteY3" fmla="*/ 2862263 h 3171825"/>
              <a:gd name="connsiteX4" fmla="*/ 2552701 w 2952751"/>
              <a:gd name="connsiteY4" fmla="*/ 3171825 h 3171825"/>
              <a:gd name="connsiteX5" fmla="*/ 1284288 w 2952751"/>
              <a:gd name="connsiteY5" fmla="*/ 1608138 h 3171825"/>
              <a:gd name="connsiteX6" fmla="*/ 1268413 w 2952751"/>
              <a:gd name="connsiteY6" fmla="*/ 0 h 3171825"/>
              <a:gd name="connsiteX7" fmla="*/ 1668463 w 2952751"/>
              <a:gd name="connsiteY7" fmla="*/ 315913 h 3171825"/>
              <a:gd name="connsiteX8" fmla="*/ 649288 w 2952751"/>
              <a:gd name="connsiteY8" fmla="*/ 1608138 h 3171825"/>
              <a:gd name="connsiteX9" fmla="*/ 1668463 w 2952751"/>
              <a:gd name="connsiteY9" fmla="*/ 2862263 h 3171825"/>
              <a:gd name="connsiteX10" fmla="*/ 1268413 w 2952751"/>
              <a:gd name="connsiteY10" fmla="*/ 3171825 h 3171825"/>
              <a:gd name="connsiteX11" fmla="*/ 0 w 2952751"/>
              <a:gd name="connsiteY11" fmla="*/ 1608138 h 3171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952751" h="3171825">
                <a:moveTo>
                  <a:pt x="2552701" y="0"/>
                </a:moveTo>
                <a:lnTo>
                  <a:pt x="2952751" y="315913"/>
                </a:lnTo>
                <a:lnTo>
                  <a:pt x="1933576" y="1608138"/>
                </a:lnTo>
                <a:lnTo>
                  <a:pt x="2952751" y="2862263"/>
                </a:lnTo>
                <a:lnTo>
                  <a:pt x="2552701" y="3171825"/>
                </a:lnTo>
                <a:lnTo>
                  <a:pt x="1284288" y="1608138"/>
                </a:lnTo>
                <a:close/>
                <a:moveTo>
                  <a:pt x="1268413" y="0"/>
                </a:moveTo>
                <a:lnTo>
                  <a:pt x="1668463" y="315913"/>
                </a:lnTo>
                <a:lnTo>
                  <a:pt x="649288" y="1608138"/>
                </a:lnTo>
                <a:lnTo>
                  <a:pt x="1668463" y="2862263"/>
                </a:lnTo>
                <a:lnTo>
                  <a:pt x="1268413" y="3171825"/>
                </a:lnTo>
                <a:lnTo>
                  <a:pt x="0" y="160813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fr-FR"/>
          </a:p>
        </p:txBody>
      </p:sp>
      <p:sp>
        <p:nvSpPr>
          <p:cNvPr id="9" name="Espace réservé du texte 9">
            <a:extLst>
              <a:ext uri="{FF2B5EF4-FFF2-40B4-BE49-F238E27FC236}">
                <a16:creationId xmlns:a16="http://schemas.microsoft.com/office/drawing/2014/main" id="{431BC86D-DB01-4CA2-8DE6-CC0ACFCFBF7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854200" y="1600200"/>
            <a:ext cx="8788400" cy="3190722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800"/>
              </a:spcBef>
              <a:buClr>
                <a:schemeClr val="accent1"/>
              </a:buClr>
              <a:buFont typeface="Arial" panose="020B0604020202020204" pitchFamily="34" charset="0"/>
              <a:buNone/>
              <a:defRPr sz="4000" b="0" u="none">
                <a:solidFill>
                  <a:schemeClr val="accent1"/>
                </a:solidFill>
              </a:defRPr>
            </a:lvl1pPr>
            <a:lvl2pPr marL="0" indent="0">
              <a:buClr>
                <a:schemeClr val="accent1"/>
              </a:buClr>
              <a:buFont typeface="Arial" panose="020B0604020202020204" pitchFamily="34" charset="0"/>
              <a:buNone/>
              <a:defRPr sz="2400" b="0" u="none">
                <a:solidFill>
                  <a:schemeClr val="tx1"/>
                </a:solidFill>
              </a:defRPr>
            </a:lvl2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3D77EFC1-117D-4E95-9615-B3DEF7C0611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60850" y="5118496"/>
            <a:ext cx="3670300" cy="615553"/>
          </a:xfrm>
        </p:spPr>
        <p:txBody>
          <a:bodyPr/>
          <a:lstStyle>
            <a:lvl1pPr algn="ctr">
              <a:defRPr b="1" u="none"/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129811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iffres clé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0FCA3E5C-A906-4C23-8871-8AEB2971DD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CE87D8A4-6347-4D32-9A1C-FE3AC352506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1000" y="1096623"/>
            <a:ext cx="11425238" cy="461665"/>
          </a:xfrm>
        </p:spPr>
        <p:txBody>
          <a:bodyPr/>
          <a:lstStyle>
            <a:lvl1pPr>
              <a:defRPr sz="3000" b="0" u="none"/>
            </a:lvl1pPr>
            <a:lvl2pPr>
              <a:defRPr sz="3000" b="0" u="none"/>
            </a:lvl2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4B96AC18-FDBF-4BF3-B770-A92648AB2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D1BE4-CD17-43AC-A077-88CD7C37981B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FB078FA2-AA2B-4F1D-A63B-CAA894A018C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8994" y="2222275"/>
            <a:ext cx="3450835" cy="3218682"/>
          </a:xfrm>
          <a:ln w="95250" cap="sq">
            <a:solidFill>
              <a:schemeClr val="accent1"/>
            </a:solidFill>
            <a:miter lim="800000"/>
          </a:ln>
        </p:spPr>
        <p:txBody>
          <a:bodyPr lIns="216000" tIns="216000" rIns="216000" bIns="216000">
            <a:noAutofit/>
          </a:bodyPr>
          <a:lstStyle>
            <a:lvl1pPr>
              <a:defRPr sz="6000" b="1" u="none">
                <a:solidFill>
                  <a:schemeClr val="accent1"/>
                </a:solidFill>
              </a:defRPr>
            </a:lvl1pPr>
            <a:lvl2pPr>
              <a:spcBef>
                <a:spcPts val="800"/>
              </a:spcBef>
              <a:defRPr>
                <a:solidFill>
                  <a:schemeClr val="tx1"/>
                </a:solidFill>
              </a:defRPr>
            </a:lvl2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9" name="Espace réservé du texte 5">
            <a:extLst>
              <a:ext uri="{FF2B5EF4-FFF2-40B4-BE49-F238E27FC236}">
                <a16:creationId xmlns:a16="http://schemas.microsoft.com/office/drawing/2014/main" id="{A36801A2-8200-44D8-A379-F09CFA2DB27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370583" y="2222275"/>
            <a:ext cx="3450835" cy="3218682"/>
          </a:xfrm>
          <a:ln w="95250" cap="sq">
            <a:solidFill>
              <a:schemeClr val="accent1"/>
            </a:solidFill>
            <a:miter lim="800000"/>
          </a:ln>
        </p:spPr>
        <p:txBody>
          <a:bodyPr lIns="216000" tIns="216000" rIns="216000" bIns="216000">
            <a:noAutofit/>
          </a:bodyPr>
          <a:lstStyle>
            <a:lvl1pPr>
              <a:defRPr sz="6000" b="1" u="none">
                <a:solidFill>
                  <a:schemeClr val="accent1"/>
                </a:solidFill>
              </a:defRPr>
            </a:lvl1pPr>
            <a:lvl2pPr>
              <a:spcBef>
                <a:spcPts val="800"/>
              </a:spcBef>
              <a:defRPr>
                <a:solidFill>
                  <a:schemeClr val="tx1"/>
                </a:solidFill>
              </a:defRPr>
            </a:lvl2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0" name="Espace réservé du texte 5">
            <a:extLst>
              <a:ext uri="{FF2B5EF4-FFF2-40B4-BE49-F238E27FC236}">
                <a16:creationId xmlns:a16="http://schemas.microsoft.com/office/drawing/2014/main" id="{0ED72C9F-DDDC-4595-A70A-33C22EE60F2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10953" y="2222275"/>
            <a:ext cx="3450835" cy="3218682"/>
          </a:xfrm>
          <a:ln w="95250" cap="sq">
            <a:solidFill>
              <a:schemeClr val="accent1"/>
            </a:solidFill>
            <a:miter lim="800000"/>
          </a:ln>
        </p:spPr>
        <p:txBody>
          <a:bodyPr lIns="216000" tIns="216000" rIns="216000" bIns="216000">
            <a:noAutofit/>
          </a:bodyPr>
          <a:lstStyle>
            <a:lvl1pPr>
              <a:defRPr sz="6000" b="1" u="none">
                <a:solidFill>
                  <a:schemeClr val="accent1"/>
                </a:solidFill>
              </a:defRPr>
            </a:lvl1pPr>
            <a:lvl2pPr>
              <a:spcBef>
                <a:spcPts val="800"/>
              </a:spcBef>
              <a:defRPr>
                <a:solidFill>
                  <a:schemeClr val="tx1"/>
                </a:solidFill>
              </a:defRPr>
            </a:lvl2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6" name="Espace réservé du texte 9">
            <a:extLst>
              <a:ext uri="{FF2B5EF4-FFF2-40B4-BE49-F238E27FC236}">
                <a16:creationId xmlns:a16="http://schemas.microsoft.com/office/drawing/2014/main" id="{C5FD4DFD-CDBD-4A9D-A085-ADED6D05103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493619" y="6235004"/>
            <a:ext cx="7200000" cy="276999"/>
          </a:xfrm>
        </p:spPr>
        <p:txBody>
          <a:bodyPr/>
          <a:lstStyle>
            <a:lvl1pPr algn="ctr">
              <a:defRPr sz="1800" b="0" u="none"/>
            </a:lvl1pPr>
          </a:lstStyle>
          <a:p>
            <a:pPr lvl="0"/>
            <a:r>
              <a:rPr lang="fr-FR" dirty="0"/>
              <a:t>Titre de la présentation</a:t>
            </a:r>
          </a:p>
        </p:txBody>
      </p:sp>
      <p:grpSp>
        <p:nvGrpSpPr>
          <p:cNvPr id="27" name="Groupe 26">
            <a:extLst>
              <a:ext uri="{FF2B5EF4-FFF2-40B4-BE49-F238E27FC236}">
                <a16:creationId xmlns:a16="http://schemas.microsoft.com/office/drawing/2014/main" id="{EA23D256-2A31-4BF3-9E75-88D7613E6E91}"/>
              </a:ext>
            </a:extLst>
          </p:cNvPr>
          <p:cNvGrpSpPr/>
          <p:nvPr userDrawn="1"/>
        </p:nvGrpSpPr>
        <p:grpSpPr>
          <a:xfrm>
            <a:off x="10795808" y="5852159"/>
            <a:ext cx="1012811" cy="635105"/>
            <a:chOff x="2647950" y="1270000"/>
            <a:chExt cx="6896100" cy="4324351"/>
          </a:xfrm>
          <a:solidFill>
            <a:schemeClr val="accent1"/>
          </a:solidFill>
        </p:grpSpPr>
        <p:sp>
          <p:nvSpPr>
            <p:cNvPr id="28" name="Freeform 5">
              <a:extLst>
                <a:ext uri="{FF2B5EF4-FFF2-40B4-BE49-F238E27FC236}">
                  <a16:creationId xmlns:a16="http://schemas.microsoft.com/office/drawing/2014/main" id="{768302F7-945B-4A92-8107-F39E62FD2CE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026275" y="2463800"/>
              <a:ext cx="1190625" cy="1244600"/>
            </a:xfrm>
            <a:custGeom>
              <a:avLst/>
              <a:gdLst>
                <a:gd name="T0" fmla="*/ 249 w 316"/>
                <a:gd name="T1" fmla="*/ 221 h 330"/>
                <a:gd name="T2" fmla="*/ 215 w 316"/>
                <a:gd name="T3" fmla="*/ 261 h 330"/>
                <a:gd name="T4" fmla="*/ 160 w 316"/>
                <a:gd name="T5" fmla="*/ 276 h 330"/>
                <a:gd name="T6" fmla="*/ 105 w 316"/>
                <a:gd name="T7" fmla="*/ 261 h 330"/>
                <a:gd name="T8" fmla="*/ 70 w 316"/>
                <a:gd name="T9" fmla="*/ 221 h 330"/>
                <a:gd name="T10" fmla="*/ 57 w 316"/>
                <a:gd name="T11" fmla="*/ 165 h 330"/>
                <a:gd name="T12" fmla="*/ 70 w 316"/>
                <a:gd name="T13" fmla="*/ 109 h 330"/>
                <a:gd name="T14" fmla="*/ 105 w 316"/>
                <a:gd name="T15" fmla="*/ 69 h 330"/>
                <a:gd name="T16" fmla="*/ 160 w 316"/>
                <a:gd name="T17" fmla="*/ 54 h 330"/>
                <a:gd name="T18" fmla="*/ 215 w 316"/>
                <a:gd name="T19" fmla="*/ 69 h 330"/>
                <a:gd name="T20" fmla="*/ 249 w 316"/>
                <a:gd name="T21" fmla="*/ 109 h 330"/>
                <a:gd name="T22" fmla="*/ 261 w 316"/>
                <a:gd name="T23" fmla="*/ 165 h 330"/>
                <a:gd name="T24" fmla="*/ 249 w 316"/>
                <a:gd name="T25" fmla="*/ 221 h 330"/>
                <a:gd name="T26" fmla="*/ 258 w 316"/>
                <a:gd name="T27" fmla="*/ 44 h 330"/>
                <a:gd name="T28" fmla="*/ 223 w 316"/>
                <a:gd name="T29" fmla="*/ 16 h 330"/>
                <a:gd name="T30" fmla="*/ 154 w 316"/>
                <a:gd name="T31" fmla="*/ 0 h 330"/>
                <a:gd name="T32" fmla="*/ 73 w 316"/>
                <a:gd name="T33" fmla="*/ 23 h 330"/>
                <a:gd name="T34" fmla="*/ 19 w 316"/>
                <a:gd name="T35" fmla="*/ 82 h 330"/>
                <a:gd name="T36" fmla="*/ 0 w 316"/>
                <a:gd name="T37" fmla="*/ 165 h 330"/>
                <a:gd name="T38" fmla="*/ 19 w 316"/>
                <a:gd name="T39" fmla="*/ 248 h 330"/>
                <a:gd name="T40" fmla="*/ 73 w 316"/>
                <a:gd name="T41" fmla="*/ 307 h 330"/>
                <a:gd name="T42" fmla="*/ 154 w 316"/>
                <a:gd name="T43" fmla="*/ 330 h 330"/>
                <a:gd name="T44" fmla="*/ 223 w 316"/>
                <a:gd name="T45" fmla="*/ 314 h 330"/>
                <a:gd name="T46" fmla="*/ 258 w 316"/>
                <a:gd name="T47" fmla="*/ 286 h 330"/>
                <a:gd name="T48" fmla="*/ 258 w 316"/>
                <a:gd name="T49" fmla="*/ 325 h 330"/>
                <a:gd name="T50" fmla="*/ 316 w 316"/>
                <a:gd name="T51" fmla="*/ 325 h 330"/>
                <a:gd name="T52" fmla="*/ 316 w 316"/>
                <a:gd name="T53" fmla="*/ 5 h 330"/>
                <a:gd name="T54" fmla="*/ 258 w 316"/>
                <a:gd name="T55" fmla="*/ 5 h 330"/>
                <a:gd name="T56" fmla="*/ 258 w 316"/>
                <a:gd name="T57" fmla="*/ 44 h 3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316" h="330">
                  <a:moveTo>
                    <a:pt x="249" y="221"/>
                  </a:moveTo>
                  <a:cubicBezTo>
                    <a:pt x="241" y="237"/>
                    <a:pt x="230" y="251"/>
                    <a:pt x="215" y="261"/>
                  </a:cubicBezTo>
                  <a:cubicBezTo>
                    <a:pt x="201" y="271"/>
                    <a:pt x="182" y="276"/>
                    <a:pt x="160" y="276"/>
                  </a:cubicBezTo>
                  <a:cubicBezTo>
                    <a:pt x="139" y="276"/>
                    <a:pt x="120" y="271"/>
                    <a:pt x="105" y="261"/>
                  </a:cubicBezTo>
                  <a:cubicBezTo>
                    <a:pt x="90" y="251"/>
                    <a:pt x="78" y="237"/>
                    <a:pt x="70" y="221"/>
                  </a:cubicBezTo>
                  <a:cubicBezTo>
                    <a:pt x="62" y="204"/>
                    <a:pt x="57" y="185"/>
                    <a:pt x="57" y="165"/>
                  </a:cubicBezTo>
                  <a:cubicBezTo>
                    <a:pt x="57" y="145"/>
                    <a:pt x="61" y="126"/>
                    <a:pt x="70" y="109"/>
                  </a:cubicBezTo>
                  <a:cubicBezTo>
                    <a:pt x="78" y="93"/>
                    <a:pt x="90" y="79"/>
                    <a:pt x="105" y="69"/>
                  </a:cubicBezTo>
                  <a:cubicBezTo>
                    <a:pt x="121" y="59"/>
                    <a:pt x="139" y="54"/>
                    <a:pt x="160" y="54"/>
                  </a:cubicBezTo>
                  <a:cubicBezTo>
                    <a:pt x="182" y="54"/>
                    <a:pt x="201" y="59"/>
                    <a:pt x="215" y="69"/>
                  </a:cubicBezTo>
                  <a:cubicBezTo>
                    <a:pt x="230" y="79"/>
                    <a:pt x="241" y="92"/>
                    <a:pt x="249" y="109"/>
                  </a:cubicBezTo>
                  <a:cubicBezTo>
                    <a:pt x="257" y="126"/>
                    <a:pt x="261" y="145"/>
                    <a:pt x="261" y="165"/>
                  </a:cubicBezTo>
                  <a:cubicBezTo>
                    <a:pt x="261" y="185"/>
                    <a:pt x="257" y="204"/>
                    <a:pt x="249" y="221"/>
                  </a:cubicBezTo>
                  <a:moveTo>
                    <a:pt x="258" y="44"/>
                  </a:moveTo>
                  <a:cubicBezTo>
                    <a:pt x="248" y="33"/>
                    <a:pt x="236" y="23"/>
                    <a:pt x="223" y="16"/>
                  </a:cubicBezTo>
                  <a:cubicBezTo>
                    <a:pt x="204" y="6"/>
                    <a:pt x="181" y="0"/>
                    <a:pt x="154" y="0"/>
                  </a:cubicBezTo>
                  <a:cubicBezTo>
                    <a:pt x="123" y="0"/>
                    <a:pt x="96" y="8"/>
                    <a:pt x="73" y="23"/>
                  </a:cubicBezTo>
                  <a:cubicBezTo>
                    <a:pt x="50" y="37"/>
                    <a:pt x="31" y="57"/>
                    <a:pt x="19" y="82"/>
                  </a:cubicBezTo>
                  <a:cubicBezTo>
                    <a:pt x="6" y="107"/>
                    <a:pt x="0" y="135"/>
                    <a:pt x="0" y="165"/>
                  </a:cubicBezTo>
                  <a:cubicBezTo>
                    <a:pt x="0" y="195"/>
                    <a:pt x="6" y="223"/>
                    <a:pt x="19" y="248"/>
                  </a:cubicBezTo>
                  <a:cubicBezTo>
                    <a:pt x="31" y="273"/>
                    <a:pt x="50" y="293"/>
                    <a:pt x="73" y="307"/>
                  </a:cubicBezTo>
                  <a:cubicBezTo>
                    <a:pt x="96" y="322"/>
                    <a:pt x="123" y="330"/>
                    <a:pt x="154" y="330"/>
                  </a:cubicBezTo>
                  <a:cubicBezTo>
                    <a:pt x="181" y="330"/>
                    <a:pt x="204" y="324"/>
                    <a:pt x="223" y="314"/>
                  </a:cubicBezTo>
                  <a:cubicBezTo>
                    <a:pt x="236" y="307"/>
                    <a:pt x="248" y="297"/>
                    <a:pt x="258" y="286"/>
                  </a:cubicBezTo>
                  <a:cubicBezTo>
                    <a:pt x="258" y="325"/>
                    <a:pt x="258" y="325"/>
                    <a:pt x="258" y="325"/>
                  </a:cubicBezTo>
                  <a:cubicBezTo>
                    <a:pt x="316" y="325"/>
                    <a:pt x="316" y="325"/>
                    <a:pt x="316" y="325"/>
                  </a:cubicBezTo>
                  <a:cubicBezTo>
                    <a:pt x="316" y="5"/>
                    <a:pt x="316" y="5"/>
                    <a:pt x="316" y="5"/>
                  </a:cubicBezTo>
                  <a:cubicBezTo>
                    <a:pt x="258" y="5"/>
                    <a:pt x="258" y="5"/>
                    <a:pt x="258" y="5"/>
                  </a:cubicBezTo>
                  <a:lnTo>
                    <a:pt x="258" y="4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9" name="Freeform 6">
              <a:extLst>
                <a:ext uri="{FF2B5EF4-FFF2-40B4-BE49-F238E27FC236}">
                  <a16:creationId xmlns:a16="http://schemas.microsoft.com/office/drawing/2014/main" id="{723870C1-5049-4AE6-B27A-51C85C8D401E}"/>
                </a:ext>
              </a:extLst>
            </p:cNvPr>
            <p:cNvSpPr>
              <a:spLocks/>
            </p:cNvSpPr>
            <p:nvPr/>
          </p:nvSpPr>
          <p:spPr bwMode="auto">
            <a:xfrm>
              <a:off x="8466138" y="2481263"/>
              <a:ext cx="1066800" cy="1227138"/>
            </a:xfrm>
            <a:custGeom>
              <a:avLst/>
              <a:gdLst>
                <a:gd name="T0" fmla="*/ 128 w 283"/>
                <a:gd name="T1" fmla="*/ 325 h 325"/>
                <a:gd name="T2" fmla="*/ 193 w 283"/>
                <a:gd name="T3" fmla="*/ 308 h 325"/>
                <a:gd name="T4" fmla="*/ 225 w 283"/>
                <a:gd name="T5" fmla="*/ 282 h 325"/>
                <a:gd name="T6" fmla="*/ 225 w 283"/>
                <a:gd name="T7" fmla="*/ 320 h 325"/>
                <a:gd name="T8" fmla="*/ 283 w 283"/>
                <a:gd name="T9" fmla="*/ 320 h 325"/>
                <a:gd name="T10" fmla="*/ 283 w 283"/>
                <a:gd name="T11" fmla="*/ 0 h 325"/>
                <a:gd name="T12" fmla="*/ 225 w 283"/>
                <a:gd name="T13" fmla="*/ 0 h 325"/>
                <a:gd name="T14" fmla="*/ 225 w 283"/>
                <a:gd name="T15" fmla="*/ 183 h 325"/>
                <a:gd name="T16" fmla="*/ 213 w 283"/>
                <a:gd name="T17" fmla="*/ 229 h 325"/>
                <a:gd name="T18" fmla="*/ 181 w 283"/>
                <a:gd name="T19" fmla="*/ 260 h 325"/>
                <a:gd name="T20" fmla="*/ 138 w 283"/>
                <a:gd name="T21" fmla="*/ 271 h 325"/>
                <a:gd name="T22" fmla="*/ 80 w 283"/>
                <a:gd name="T23" fmla="*/ 247 h 325"/>
                <a:gd name="T24" fmla="*/ 57 w 283"/>
                <a:gd name="T25" fmla="*/ 184 h 325"/>
                <a:gd name="T26" fmla="*/ 57 w 283"/>
                <a:gd name="T27" fmla="*/ 0 h 325"/>
                <a:gd name="T28" fmla="*/ 0 w 283"/>
                <a:gd name="T29" fmla="*/ 0 h 325"/>
                <a:gd name="T30" fmla="*/ 0 w 283"/>
                <a:gd name="T31" fmla="*/ 185 h 325"/>
                <a:gd name="T32" fmla="*/ 18 w 283"/>
                <a:gd name="T33" fmla="*/ 262 h 325"/>
                <a:gd name="T34" fmla="*/ 66 w 283"/>
                <a:gd name="T35" fmla="*/ 309 h 325"/>
                <a:gd name="T36" fmla="*/ 128 w 283"/>
                <a:gd name="T37" fmla="*/ 325 h 3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83" h="325">
                  <a:moveTo>
                    <a:pt x="128" y="325"/>
                  </a:moveTo>
                  <a:cubicBezTo>
                    <a:pt x="154" y="325"/>
                    <a:pt x="176" y="319"/>
                    <a:pt x="193" y="308"/>
                  </a:cubicBezTo>
                  <a:cubicBezTo>
                    <a:pt x="205" y="301"/>
                    <a:pt x="215" y="292"/>
                    <a:pt x="225" y="282"/>
                  </a:cubicBezTo>
                  <a:cubicBezTo>
                    <a:pt x="225" y="320"/>
                    <a:pt x="225" y="320"/>
                    <a:pt x="225" y="320"/>
                  </a:cubicBezTo>
                  <a:cubicBezTo>
                    <a:pt x="283" y="320"/>
                    <a:pt x="283" y="320"/>
                    <a:pt x="283" y="320"/>
                  </a:cubicBezTo>
                  <a:cubicBezTo>
                    <a:pt x="283" y="0"/>
                    <a:pt x="283" y="0"/>
                    <a:pt x="283" y="0"/>
                  </a:cubicBezTo>
                  <a:cubicBezTo>
                    <a:pt x="225" y="0"/>
                    <a:pt x="225" y="0"/>
                    <a:pt x="225" y="0"/>
                  </a:cubicBezTo>
                  <a:cubicBezTo>
                    <a:pt x="225" y="183"/>
                    <a:pt x="225" y="183"/>
                    <a:pt x="225" y="183"/>
                  </a:cubicBezTo>
                  <a:cubicBezTo>
                    <a:pt x="225" y="201"/>
                    <a:pt x="221" y="216"/>
                    <a:pt x="213" y="229"/>
                  </a:cubicBezTo>
                  <a:cubicBezTo>
                    <a:pt x="205" y="242"/>
                    <a:pt x="195" y="252"/>
                    <a:pt x="181" y="260"/>
                  </a:cubicBezTo>
                  <a:cubicBezTo>
                    <a:pt x="169" y="267"/>
                    <a:pt x="154" y="271"/>
                    <a:pt x="138" y="271"/>
                  </a:cubicBezTo>
                  <a:cubicBezTo>
                    <a:pt x="114" y="271"/>
                    <a:pt x="95" y="263"/>
                    <a:pt x="80" y="247"/>
                  </a:cubicBezTo>
                  <a:cubicBezTo>
                    <a:pt x="65" y="232"/>
                    <a:pt x="57" y="210"/>
                    <a:pt x="57" y="184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85"/>
                    <a:pt x="0" y="185"/>
                    <a:pt x="0" y="185"/>
                  </a:cubicBezTo>
                  <a:cubicBezTo>
                    <a:pt x="0" y="215"/>
                    <a:pt x="6" y="241"/>
                    <a:pt x="18" y="262"/>
                  </a:cubicBezTo>
                  <a:cubicBezTo>
                    <a:pt x="30" y="282"/>
                    <a:pt x="46" y="298"/>
                    <a:pt x="66" y="309"/>
                  </a:cubicBezTo>
                  <a:cubicBezTo>
                    <a:pt x="86" y="319"/>
                    <a:pt x="107" y="325"/>
                    <a:pt x="128" y="325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0" name="Freeform 7">
              <a:extLst>
                <a:ext uri="{FF2B5EF4-FFF2-40B4-BE49-F238E27FC236}">
                  <a16:creationId xmlns:a16="http://schemas.microsoft.com/office/drawing/2014/main" id="{8A707A7D-11C1-421F-B8AA-2DC49EB52F9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47950" y="4157663"/>
              <a:ext cx="1017588" cy="1436688"/>
            </a:xfrm>
            <a:custGeom>
              <a:avLst/>
              <a:gdLst>
                <a:gd name="T0" fmla="*/ 213 w 270"/>
                <a:gd name="T1" fmla="*/ 288 h 381"/>
                <a:gd name="T2" fmla="*/ 184 w 270"/>
                <a:gd name="T3" fmla="*/ 323 h 381"/>
                <a:gd name="T4" fmla="*/ 137 w 270"/>
                <a:gd name="T5" fmla="*/ 335 h 381"/>
                <a:gd name="T6" fmla="*/ 90 w 270"/>
                <a:gd name="T7" fmla="*/ 323 h 381"/>
                <a:gd name="T8" fmla="*/ 60 w 270"/>
                <a:gd name="T9" fmla="*/ 288 h 381"/>
                <a:gd name="T10" fmla="*/ 49 w 270"/>
                <a:gd name="T11" fmla="*/ 241 h 381"/>
                <a:gd name="T12" fmla="*/ 60 w 270"/>
                <a:gd name="T13" fmla="*/ 193 h 381"/>
                <a:gd name="T14" fmla="*/ 90 w 270"/>
                <a:gd name="T15" fmla="*/ 159 h 381"/>
                <a:gd name="T16" fmla="*/ 137 w 270"/>
                <a:gd name="T17" fmla="*/ 146 h 381"/>
                <a:gd name="T18" fmla="*/ 184 w 270"/>
                <a:gd name="T19" fmla="*/ 159 h 381"/>
                <a:gd name="T20" fmla="*/ 213 w 270"/>
                <a:gd name="T21" fmla="*/ 193 h 381"/>
                <a:gd name="T22" fmla="*/ 223 w 270"/>
                <a:gd name="T23" fmla="*/ 241 h 381"/>
                <a:gd name="T24" fmla="*/ 213 w 270"/>
                <a:gd name="T25" fmla="*/ 288 h 381"/>
                <a:gd name="T26" fmla="*/ 221 w 270"/>
                <a:gd name="T27" fmla="*/ 138 h 381"/>
                <a:gd name="T28" fmla="*/ 190 w 270"/>
                <a:gd name="T29" fmla="*/ 114 h 381"/>
                <a:gd name="T30" fmla="*/ 132 w 270"/>
                <a:gd name="T31" fmla="*/ 101 h 381"/>
                <a:gd name="T32" fmla="*/ 62 w 270"/>
                <a:gd name="T33" fmla="*/ 120 h 381"/>
                <a:gd name="T34" fmla="*/ 16 w 270"/>
                <a:gd name="T35" fmla="*/ 170 h 381"/>
                <a:gd name="T36" fmla="*/ 0 w 270"/>
                <a:gd name="T37" fmla="*/ 241 h 381"/>
                <a:gd name="T38" fmla="*/ 16 w 270"/>
                <a:gd name="T39" fmla="*/ 311 h 381"/>
                <a:gd name="T40" fmla="*/ 62 w 270"/>
                <a:gd name="T41" fmla="*/ 362 h 381"/>
                <a:gd name="T42" fmla="*/ 132 w 270"/>
                <a:gd name="T43" fmla="*/ 381 h 381"/>
                <a:gd name="T44" fmla="*/ 190 w 270"/>
                <a:gd name="T45" fmla="*/ 368 h 381"/>
                <a:gd name="T46" fmla="*/ 221 w 270"/>
                <a:gd name="T47" fmla="*/ 344 h 381"/>
                <a:gd name="T48" fmla="*/ 221 w 270"/>
                <a:gd name="T49" fmla="*/ 377 h 381"/>
                <a:gd name="T50" fmla="*/ 270 w 270"/>
                <a:gd name="T51" fmla="*/ 377 h 381"/>
                <a:gd name="T52" fmla="*/ 270 w 270"/>
                <a:gd name="T53" fmla="*/ 0 h 381"/>
                <a:gd name="T54" fmla="*/ 221 w 270"/>
                <a:gd name="T55" fmla="*/ 0 h 381"/>
                <a:gd name="T56" fmla="*/ 221 w 270"/>
                <a:gd name="T57" fmla="*/ 138 h 3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70" h="381">
                  <a:moveTo>
                    <a:pt x="213" y="288"/>
                  </a:moveTo>
                  <a:cubicBezTo>
                    <a:pt x="206" y="303"/>
                    <a:pt x="196" y="314"/>
                    <a:pt x="184" y="323"/>
                  </a:cubicBezTo>
                  <a:cubicBezTo>
                    <a:pt x="171" y="331"/>
                    <a:pt x="156" y="335"/>
                    <a:pt x="137" y="335"/>
                  </a:cubicBezTo>
                  <a:cubicBezTo>
                    <a:pt x="119" y="335"/>
                    <a:pt x="103" y="331"/>
                    <a:pt x="90" y="323"/>
                  </a:cubicBezTo>
                  <a:cubicBezTo>
                    <a:pt x="77" y="314"/>
                    <a:pt x="67" y="303"/>
                    <a:pt x="60" y="288"/>
                  </a:cubicBezTo>
                  <a:cubicBezTo>
                    <a:pt x="53" y="274"/>
                    <a:pt x="49" y="258"/>
                    <a:pt x="49" y="241"/>
                  </a:cubicBezTo>
                  <a:cubicBezTo>
                    <a:pt x="49" y="224"/>
                    <a:pt x="53" y="208"/>
                    <a:pt x="60" y="193"/>
                  </a:cubicBezTo>
                  <a:cubicBezTo>
                    <a:pt x="67" y="179"/>
                    <a:pt x="77" y="168"/>
                    <a:pt x="90" y="159"/>
                  </a:cubicBezTo>
                  <a:cubicBezTo>
                    <a:pt x="103" y="151"/>
                    <a:pt x="119" y="146"/>
                    <a:pt x="137" y="146"/>
                  </a:cubicBezTo>
                  <a:cubicBezTo>
                    <a:pt x="156" y="146"/>
                    <a:pt x="171" y="151"/>
                    <a:pt x="184" y="159"/>
                  </a:cubicBezTo>
                  <a:cubicBezTo>
                    <a:pt x="196" y="168"/>
                    <a:pt x="206" y="179"/>
                    <a:pt x="213" y="193"/>
                  </a:cubicBezTo>
                  <a:cubicBezTo>
                    <a:pt x="219" y="208"/>
                    <a:pt x="223" y="224"/>
                    <a:pt x="223" y="241"/>
                  </a:cubicBezTo>
                  <a:cubicBezTo>
                    <a:pt x="223" y="258"/>
                    <a:pt x="219" y="274"/>
                    <a:pt x="213" y="288"/>
                  </a:cubicBezTo>
                  <a:moveTo>
                    <a:pt x="221" y="138"/>
                  </a:moveTo>
                  <a:cubicBezTo>
                    <a:pt x="212" y="128"/>
                    <a:pt x="202" y="120"/>
                    <a:pt x="190" y="114"/>
                  </a:cubicBezTo>
                  <a:cubicBezTo>
                    <a:pt x="174" y="105"/>
                    <a:pt x="154" y="101"/>
                    <a:pt x="132" y="101"/>
                  </a:cubicBezTo>
                  <a:cubicBezTo>
                    <a:pt x="106" y="101"/>
                    <a:pt x="82" y="107"/>
                    <a:pt x="62" y="120"/>
                  </a:cubicBezTo>
                  <a:cubicBezTo>
                    <a:pt x="43" y="132"/>
                    <a:pt x="27" y="149"/>
                    <a:pt x="16" y="170"/>
                  </a:cubicBezTo>
                  <a:cubicBezTo>
                    <a:pt x="6" y="191"/>
                    <a:pt x="0" y="215"/>
                    <a:pt x="0" y="241"/>
                  </a:cubicBezTo>
                  <a:cubicBezTo>
                    <a:pt x="0" y="266"/>
                    <a:pt x="6" y="290"/>
                    <a:pt x="16" y="311"/>
                  </a:cubicBezTo>
                  <a:cubicBezTo>
                    <a:pt x="27" y="333"/>
                    <a:pt x="43" y="350"/>
                    <a:pt x="62" y="362"/>
                  </a:cubicBezTo>
                  <a:cubicBezTo>
                    <a:pt x="82" y="375"/>
                    <a:pt x="106" y="381"/>
                    <a:pt x="132" y="381"/>
                  </a:cubicBezTo>
                  <a:cubicBezTo>
                    <a:pt x="154" y="381"/>
                    <a:pt x="174" y="377"/>
                    <a:pt x="190" y="368"/>
                  </a:cubicBezTo>
                  <a:cubicBezTo>
                    <a:pt x="202" y="361"/>
                    <a:pt x="212" y="354"/>
                    <a:pt x="221" y="344"/>
                  </a:cubicBezTo>
                  <a:cubicBezTo>
                    <a:pt x="221" y="377"/>
                    <a:pt x="221" y="377"/>
                    <a:pt x="221" y="377"/>
                  </a:cubicBezTo>
                  <a:cubicBezTo>
                    <a:pt x="270" y="377"/>
                    <a:pt x="270" y="377"/>
                    <a:pt x="270" y="377"/>
                  </a:cubicBezTo>
                  <a:cubicBezTo>
                    <a:pt x="270" y="0"/>
                    <a:pt x="270" y="0"/>
                    <a:pt x="270" y="0"/>
                  </a:cubicBezTo>
                  <a:cubicBezTo>
                    <a:pt x="221" y="0"/>
                    <a:pt x="221" y="0"/>
                    <a:pt x="221" y="0"/>
                  </a:cubicBezTo>
                  <a:lnTo>
                    <a:pt x="221" y="13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1" name="Freeform 8">
              <a:extLst>
                <a:ext uri="{FF2B5EF4-FFF2-40B4-BE49-F238E27FC236}">
                  <a16:creationId xmlns:a16="http://schemas.microsoft.com/office/drawing/2014/main" id="{32A6FEF2-60EA-4CAB-8458-9D825FF9F95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81425" y="4538663"/>
              <a:ext cx="1017588" cy="1055688"/>
            </a:xfrm>
            <a:custGeom>
              <a:avLst/>
              <a:gdLst>
                <a:gd name="T0" fmla="*/ 52 w 270"/>
                <a:gd name="T1" fmla="*/ 114 h 280"/>
                <a:gd name="T2" fmla="*/ 78 w 270"/>
                <a:gd name="T3" fmla="*/ 66 h 280"/>
                <a:gd name="T4" fmla="*/ 135 w 270"/>
                <a:gd name="T5" fmla="*/ 45 h 280"/>
                <a:gd name="T6" fmla="*/ 192 w 270"/>
                <a:gd name="T7" fmla="*/ 66 h 280"/>
                <a:gd name="T8" fmla="*/ 218 w 270"/>
                <a:gd name="T9" fmla="*/ 114 h 280"/>
                <a:gd name="T10" fmla="*/ 52 w 270"/>
                <a:gd name="T11" fmla="*/ 114 h 280"/>
                <a:gd name="T12" fmla="*/ 207 w 270"/>
                <a:gd name="T13" fmla="*/ 19 h 280"/>
                <a:gd name="T14" fmla="*/ 135 w 270"/>
                <a:gd name="T15" fmla="*/ 0 h 280"/>
                <a:gd name="T16" fmla="*/ 63 w 270"/>
                <a:gd name="T17" fmla="*/ 19 h 280"/>
                <a:gd name="T18" fmla="*/ 17 w 270"/>
                <a:gd name="T19" fmla="*/ 69 h 280"/>
                <a:gd name="T20" fmla="*/ 0 w 270"/>
                <a:gd name="T21" fmla="*/ 140 h 280"/>
                <a:gd name="T22" fmla="*/ 17 w 270"/>
                <a:gd name="T23" fmla="*/ 210 h 280"/>
                <a:gd name="T24" fmla="*/ 66 w 270"/>
                <a:gd name="T25" fmla="*/ 261 h 280"/>
                <a:gd name="T26" fmla="*/ 138 w 270"/>
                <a:gd name="T27" fmla="*/ 280 h 280"/>
                <a:gd name="T28" fmla="*/ 217 w 270"/>
                <a:gd name="T29" fmla="*/ 257 h 280"/>
                <a:gd name="T30" fmla="*/ 262 w 270"/>
                <a:gd name="T31" fmla="*/ 197 h 280"/>
                <a:gd name="T32" fmla="*/ 265 w 270"/>
                <a:gd name="T33" fmla="*/ 190 h 280"/>
                <a:gd name="T34" fmla="*/ 211 w 270"/>
                <a:gd name="T35" fmla="*/ 190 h 280"/>
                <a:gd name="T36" fmla="*/ 210 w 270"/>
                <a:gd name="T37" fmla="*/ 193 h 280"/>
                <a:gd name="T38" fmla="*/ 182 w 270"/>
                <a:gd name="T39" fmla="*/ 223 h 280"/>
                <a:gd name="T40" fmla="*/ 138 w 270"/>
                <a:gd name="T41" fmla="*/ 234 h 280"/>
                <a:gd name="T42" fmla="*/ 95 w 270"/>
                <a:gd name="T43" fmla="*/ 224 h 280"/>
                <a:gd name="T44" fmla="*/ 65 w 270"/>
                <a:gd name="T45" fmla="*/ 195 h 280"/>
                <a:gd name="T46" fmla="*/ 52 w 270"/>
                <a:gd name="T47" fmla="*/ 161 h 280"/>
                <a:gd name="T48" fmla="*/ 270 w 270"/>
                <a:gd name="T49" fmla="*/ 161 h 280"/>
                <a:gd name="T50" fmla="*/ 270 w 270"/>
                <a:gd name="T51" fmla="*/ 140 h 280"/>
                <a:gd name="T52" fmla="*/ 254 w 270"/>
                <a:gd name="T53" fmla="*/ 69 h 280"/>
                <a:gd name="T54" fmla="*/ 207 w 270"/>
                <a:gd name="T55" fmla="*/ 19 h 2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270" h="280">
                  <a:moveTo>
                    <a:pt x="52" y="114"/>
                  </a:moveTo>
                  <a:cubicBezTo>
                    <a:pt x="56" y="95"/>
                    <a:pt x="65" y="79"/>
                    <a:pt x="78" y="66"/>
                  </a:cubicBezTo>
                  <a:cubicBezTo>
                    <a:pt x="92" y="52"/>
                    <a:pt x="112" y="45"/>
                    <a:pt x="135" y="45"/>
                  </a:cubicBezTo>
                  <a:cubicBezTo>
                    <a:pt x="159" y="45"/>
                    <a:pt x="178" y="52"/>
                    <a:pt x="192" y="66"/>
                  </a:cubicBezTo>
                  <a:cubicBezTo>
                    <a:pt x="206" y="79"/>
                    <a:pt x="214" y="95"/>
                    <a:pt x="218" y="114"/>
                  </a:cubicBezTo>
                  <a:lnTo>
                    <a:pt x="52" y="114"/>
                  </a:lnTo>
                  <a:close/>
                  <a:moveTo>
                    <a:pt x="207" y="19"/>
                  </a:moveTo>
                  <a:cubicBezTo>
                    <a:pt x="187" y="6"/>
                    <a:pt x="163" y="0"/>
                    <a:pt x="135" y="0"/>
                  </a:cubicBezTo>
                  <a:cubicBezTo>
                    <a:pt x="108" y="0"/>
                    <a:pt x="84" y="6"/>
                    <a:pt x="63" y="19"/>
                  </a:cubicBezTo>
                  <a:cubicBezTo>
                    <a:pt x="43" y="31"/>
                    <a:pt x="27" y="48"/>
                    <a:pt x="17" y="69"/>
                  </a:cubicBezTo>
                  <a:cubicBezTo>
                    <a:pt x="6" y="90"/>
                    <a:pt x="0" y="114"/>
                    <a:pt x="0" y="140"/>
                  </a:cubicBezTo>
                  <a:cubicBezTo>
                    <a:pt x="0" y="165"/>
                    <a:pt x="6" y="189"/>
                    <a:pt x="17" y="210"/>
                  </a:cubicBezTo>
                  <a:cubicBezTo>
                    <a:pt x="29" y="232"/>
                    <a:pt x="45" y="249"/>
                    <a:pt x="66" y="261"/>
                  </a:cubicBezTo>
                  <a:cubicBezTo>
                    <a:pt x="86" y="274"/>
                    <a:pt x="110" y="280"/>
                    <a:pt x="138" y="280"/>
                  </a:cubicBezTo>
                  <a:cubicBezTo>
                    <a:pt x="170" y="280"/>
                    <a:pt x="197" y="272"/>
                    <a:pt x="217" y="257"/>
                  </a:cubicBezTo>
                  <a:cubicBezTo>
                    <a:pt x="237" y="241"/>
                    <a:pt x="253" y="221"/>
                    <a:pt x="262" y="197"/>
                  </a:cubicBezTo>
                  <a:cubicBezTo>
                    <a:pt x="265" y="190"/>
                    <a:pt x="265" y="190"/>
                    <a:pt x="265" y="190"/>
                  </a:cubicBezTo>
                  <a:cubicBezTo>
                    <a:pt x="211" y="190"/>
                    <a:pt x="211" y="190"/>
                    <a:pt x="211" y="190"/>
                  </a:cubicBezTo>
                  <a:cubicBezTo>
                    <a:pt x="210" y="193"/>
                    <a:pt x="210" y="193"/>
                    <a:pt x="210" y="193"/>
                  </a:cubicBezTo>
                  <a:cubicBezTo>
                    <a:pt x="203" y="205"/>
                    <a:pt x="194" y="215"/>
                    <a:pt x="182" y="223"/>
                  </a:cubicBezTo>
                  <a:cubicBezTo>
                    <a:pt x="171" y="231"/>
                    <a:pt x="156" y="234"/>
                    <a:pt x="138" y="234"/>
                  </a:cubicBezTo>
                  <a:cubicBezTo>
                    <a:pt x="122" y="234"/>
                    <a:pt x="107" y="231"/>
                    <a:pt x="95" y="224"/>
                  </a:cubicBezTo>
                  <a:cubicBezTo>
                    <a:pt x="82" y="217"/>
                    <a:pt x="72" y="207"/>
                    <a:pt x="65" y="195"/>
                  </a:cubicBezTo>
                  <a:cubicBezTo>
                    <a:pt x="58" y="185"/>
                    <a:pt x="54" y="173"/>
                    <a:pt x="52" y="161"/>
                  </a:cubicBezTo>
                  <a:cubicBezTo>
                    <a:pt x="270" y="161"/>
                    <a:pt x="270" y="161"/>
                    <a:pt x="270" y="161"/>
                  </a:cubicBezTo>
                  <a:cubicBezTo>
                    <a:pt x="270" y="140"/>
                    <a:pt x="270" y="140"/>
                    <a:pt x="270" y="140"/>
                  </a:cubicBezTo>
                  <a:cubicBezTo>
                    <a:pt x="270" y="114"/>
                    <a:pt x="265" y="90"/>
                    <a:pt x="254" y="69"/>
                  </a:cubicBezTo>
                  <a:cubicBezTo>
                    <a:pt x="243" y="48"/>
                    <a:pt x="227" y="31"/>
                    <a:pt x="207" y="1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2" name="Freeform 9">
              <a:extLst>
                <a:ext uri="{FF2B5EF4-FFF2-40B4-BE49-F238E27FC236}">
                  <a16:creationId xmlns:a16="http://schemas.microsoft.com/office/drawing/2014/main" id="{170F1B7E-01EA-479B-A509-D1764244BB7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424613" y="4538663"/>
              <a:ext cx="1016000" cy="1055688"/>
            </a:xfrm>
            <a:custGeom>
              <a:avLst/>
              <a:gdLst>
                <a:gd name="T0" fmla="*/ 213 w 270"/>
                <a:gd name="T1" fmla="*/ 187 h 280"/>
                <a:gd name="T2" fmla="*/ 184 w 270"/>
                <a:gd name="T3" fmla="*/ 222 h 280"/>
                <a:gd name="T4" fmla="*/ 137 w 270"/>
                <a:gd name="T5" fmla="*/ 234 h 280"/>
                <a:gd name="T6" fmla="*/ 90 w 270"/>
                <a:gd name="T7" fmla="*/ 222 h 280"/>
                <a:gd name="T8" fmla="*/ 60 w 270"/>
                <a:gd name="T9" fmla="*/ 187 h 280"/>
                <a:gd name="T10" fmla="*/ 49 w 270"/>
                <a:gd name="T11" fmla="*/ 140 h 280"/>
                <a:gd name="T12" fmla="*/ 60 w 270"/>
                <a:gd name="T13" fmla="*/ 92 h 280"/>
                <a:gd name="T14" fmla="*/ 90 w 270"/>
                <a:gd name="T15" fmla="*/ 58 h 280"/>
                <a:gd name="T16" fmla="*/ 137 w 270"/>
                <a:gd name="T17" fmla="*/ 45 h 280"/>
                <a:gd name="T18" fmla="*/ 184 w 270"/>
                <a:gd name="T19" fmla="*/ 58 h 280"/>
                <a:gd name="T20" fmla="*/ 213 w 270"/>
                <a:gd name="T21" fmla="*/ 92 h 280"/>
                <a:gd name="T22" fmla="*/ 223 w 270"/>
                <a:gd name="T23" fmla="*/ 140 h 280"/>
                <a:gd name="T24" fmla="*/ 213 w 270"/>
                <a:gd name="T25" fmla="*/ 187 h 280"/>
                <a:gd name="T26" fmla="*/ 221 w 270"/>
                <a:gd name="T27" fmla="*/ 37 h 280"/>
                <a:gd name="T28" fmla="*/ 190 w 270"/>
                <a:gd name="T29" fmla="*/ 13 h 280"/>
                <a:gd name="T30" fmla="*/ 132 w 270"/>
                <a:gd name="T31" fmla="*/ 0 h 280"/>
                <a:gd name="T32" fmla="*/ 62 w 270"/>
                <a:gd name="T33" fmla="*/ 19 h 280"/>
                <a:gd name="T34" fmla="*/ 16 w 270"/>
                <a:gd name="T35" fmla="*/ 69 h 280"/>
                <a:gd name="T36" fmla="*/ 0 w 270"/>
                <a:gd name="T37" fmla="*/ 140 h 280"/>
                <a:gd name="T38" fmla="*/ 16 w 270"/>
                <a:gd name="T39" fmla="*/ 210 h 280"/>
                <a:gd name="T40" fmla="*/ 62 w 270"/>
                <a:gd name="T41" fmla="*/ 261 h 280"/>
                <a:gd name="T42" fmla="*/ 132 w 270"/>
                <a:gd name="T43" fmla="*/ 280 h 280"/>
                <a:gd name="T44" fmla="*/ 190 w 270"/>
                <a:gd name="T45" fmla="*/ 267 h 280"/>
                <a:gd name="T46" fmla="*/ 221 w 270"/>
                <a:gd name="T47" fmla="*/ 243 h 280"/>
                <a:gd name="T48" fmla="*/ 221 w 270"/>
                <a:gd name="T49" fmla="*/ 276 h 280"/>
                <a:gd name="T50" fmla="*/ 270 w 270"/>
                <a:gd name="T51" fmla="*/ 276 h 280"/>
                <a:gd name="T52" fmla="*/ 270 w 270"/>
                <a:gd name="T53" fmla="*/ 4 h 280"/>
                <a:gd name="T54" fmla="*/ 221 w 270"/>
                <a:gd name="T55" fmla="*/ 4 h 280"/>
                <a:gd name="T56" fmla="*/ 221 w 270"/>
                <a:gd name="T57" fmla="*/ 37 h 2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70" h="280">
                  <a:moveTo>
                    <a:pt x="213" y="187"/>
                  </a:moveTo>
                  <a:cubicBezTo>
                    <a:pt x="206" y="202"/>
                    <a:pt x="196" y="213"/>
                    <a:pt x="184" y="222"/>
                  </a:cubicBezTo>
                  <a:cubicBezTo>
                    <a:pt x="171" y="230"/>
                    <a:pt x="155" y="234"/>
                    <a:pt x="137" y="234"/>
                  </a:cubicBezTo>
                  <a:cubicBezTo>
                    <a:pt x="119" y="234"/>
                    <a:pt x="103" y="230"/>
                    <a:pt x="90" y="222"/>
                  </a:cubicBezTo>
                  <a:cubicBezTo>
                    <a:pt x="77" y="213"/>
                    <a:pt x="67" y="202"/>
                    <a:pt x="60" y="187"/>
                  </a:cubicBezTo>
                  <a:cubicBezTo>
                    <a:pt x="53" y="173"/>
                    <a:pt x="49" y="157"/>
                    <a:pt x="49" y="140"/>
                  </a:cubicBezTo>
                  <a:cubicBezTo>
                    <a:pt x="49" y="123"/>
                    <a:pt x="53" y="107"/>
                    <a:pt x="60" y="92"/>
                  </a:cubicBezTo>
                  <a:cubicBezTo>
                    <a:pt x="67" y="78"/>
                    <a:pt x="77" y="67"/>
                    <a:pt x="90" y="58"/>
                  </a:cubicBezTo>
                  <a:cubicBezTo>
                    <a:pt x="103" y="50"/>
                    <a:pt x="119" y="45"/>
                    <a:pt x="137" y="45"/>
                  </a:cubicBezTo>
                  <a:cubicBezTo>
                    <a:pt x="155" y="45"/>
                    <a:pt x="171" y="50"/>
                    <a:pt x="184" y="58"/>
                  </a:cubicBezTo>
                  <a:cubicBezTo>
                    <a:pt x="196" y="67"/>
                    <a:pt x="206" y="78"/>
                    <a:pt x="213" y="92"/>
                  </a:cubicBezTo>
                  <a:cubicBezTo>
                    <a:pt x="219" y="107"/>
                    <a:pt x="223" y="123"/>
                    <a:pt x="223" y="140"/>
                  </a:cubicBezTo>
                  <a:cubicBezTo>
                    <a:pt x="223" y="157"/>
                    <a:pt x="219" y="173"/>
                    <a:pt x="213" y="187"/>
                  </a:cubicBezTo>
                  <a:moveTo>
                    <a:pt x="221" y="37"/>
                  </a:moveTo>
                  <a:cubicBezTo>
                    <a:pt x="212" y="27"/>
                    <a:pt x="202" y="19"/>
                    <a:pt x="190" y="13"/>
                  </a:cubicBezTo>
                  <a:cubicBezTo>
                    <a:pt x="174" y="4"/>
                    <a:pt x="154" y="0"/>
                    <a:pt x="132" y="0"/>
                  </a:cubicBezTo>
                  <a:cubicBezTo>
                    <a:pt x="105" y="0"/>
                    <a:pt x="82" y="6"/>
                    <a:pt x="62" y="19"/>
                  </a:cubicBezTo>
                  <a:cubicBezTo>
                    <a:pt x="43" y="31"/>
                    <a:pt x="27" y="48"/>
                    <a:pt x="16" y="69"/>
                  </a:cubicBezTo>
                  <a:cubicBezTo>
                    <a:pt x="6" y="90"/>
                    <a:pt x="0" y="114"/>
                    <a:pt x="0" y="140"/>
                  </a:cubicBezTo>
                  <a:cubicBezTo>
                    <a:pt x="0" y="165"/>
                    <a:pt x="6" y="189"/>
                    <a:pt x="16" y="210"/>
                  </a:cubicBezTo>
                  <a:cubicBezTo>
                    <a:pt x="27" y="232"/>
                    <a:pt x="43" y="249"/>
                    <a:pt x="62" y="261"/>
                  </a:cubicBezTo>
                  <a:cubicBezTo>
                    <a:pt x="82" y="274"/>
                    <a:pt x="105" y="280"/>
                    <a:pt x="132" y="280"/>
                  </a:cubicBezTo>
                  <a:cubicBezTo>
                    <a:pt x="154" y="280"/>
                    <a:pt x="174" y="276"/>
                    <a:pt x="190" y="267"/>
                  </a:cubicBezTo>
                  <a:cubicBezTo>
                    <a:pt x="202" y="260"/>
                    <a:pt x="212" y="253"/>
                    <a:pt x="221" y="243"/>
                  </a:cubicBezTo>
                  <a:cubicBezTo>
                    <a:pt x="221" y="276"/>
                    <a:pt x="221" y="276"/>
                    <a:pt x="221" y="276"/>
                  </a:cubicBezTo>
                  <a:cubicBezTo>
                    <a:pt x="270" y="276"/>
                    <a:pt x="270" y="276"/>
                    <a:pt x="270" y="276"/>
                  </a:cubicBezTo>
                  <a:cubicBezTo>
                    <a:pt x="270" y="4"/>
                    <a:pt x="270" y="4"/>
                    <a:pt x="270" y="4"/>
                  </a:cubicBezTo>
                  <a:cubicBezTo>
                    <a:pt x="221" y="4"/>
                    <a:pt x="221" y="4"/>
                    <a:pt x="221" y="4"/>
                  </a:cubicBezTo>
                  <a:lnTo>
                    <a:pt x="221" y="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3" name="Freeform 10">
              <a:extLst>
                <a:ext uri="{FF2B5EF4-FFF2-40B4-BE49-F238E27FC236}">
                  <a16:creationId xmlns:a16="http://schemas.microsoft.com/office/drawing/2014/main" id="{32303E26-46B7-4FF0-8B79-FF13E29B2110}"/>
                </a:ext>
              </a:extLst>
            </p:cNvPr>
            <p:cNvSpPr>
              <a:spLocks/>
            </p:cNvSpPr>
            <p:nvPr/>
          </p:nvSpPr>
          <p:spPr bwMode="auto">
            <a:xfrm>
              <a:off x="7659688" y="4538663"/>
              <a:ext cx="557213" cy="1041400"/>
            </a:xfrm>
            <a:custGeom>
              <a:avLst/>
              <a:gdLst>
                <a:gd name="T0" fmla="*/ 97 w 148"/>
                <a:gd name="T1" fmla="*/ 8 h 276"/>
                <a:gd name="T2" fmla="*/ 66 w 148"/>
                <a:gd name="T3" fmla="*/ 29 h 276"/>
                <a:gd name="T4" fmla="*/ 49 w 148"/>
                <a:gd name="T5" fmla="*/ 51 h 276"/>
                <a:gd name="T6" fmla="*/ 49 w 148"/>
                <a:gd name="T7" fmla="*/ 4 h 276"/>
                <a:gd name="T8" fmla="*/ 0 w 148"/>
                <a:gd name="T9" fmla="*/ 4 h 276"/>
                <a:gd name="T10" fmla="*/ 0 w 148"/>
                <a:gd name="T11" fmla="*/ 276 h 276"/>
                <a:gd name="T12" fmla="*/ 49 w 148"/>
                <a:gd name="T13" fmla="*/ 276 h 276"/>
                <a:gd name="T14" fmla="*/ 49 w 148"/>
                <a:gd name="T15" fmla="*/ 156 h 276"/>
                <a:gd name="T16" fmla="*/ 60 w 148"/>
                <a:gd name="T17" fmla="*/ 103 h 276"/>
                <a:gd name="T18" fmla="*/ 91 w 148"/>
                <a:gd name="T19" fmla="*/ 64 h 276"/>
                <a:gd name="T20" fmla="*/ 138 w 148"/>
                <a:gd name="T21" fmla="*/ 49 h 276"/>
                <a:gd name="T22" fmla="*/ 148 w 148"/>
                <a:gd name="T23" fmla="*/ 49 h 276"/>
                <a:gd name="T24" fmla="*/ 148 w 148"/>
                <a:gd name="T25" fmla="*/ 0 h 276"/>
                <a:gd name="T26" fmla="*/ 141 w 148"/>
                <a:gd name="T27" fmla="*/ 0 h 276"/>
                <a:gd name="T28" fmla="*/ 97 w 148"/>
                <a:gd name="T29" fmla="*/ 8 h 2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48" h="276">
                  <a:moveTo>
                    <a:pt x="97" y="8"/>
                  </a:moveTo>
                  <a:cubicBezTo>
                    <a:pt x="85" y="14"/>
                    <a:pt x="74" y="21"/>
                    <a:pt x="66" y="29"/>
                  </a:cubicBezTo>
                  <a:cubicBezTo>
                    <a:pt x="59" y="36"/>
                    <a:pt x="53" y="44"/>
                    <a:pt x="49" y="51"/>
                  </a:cubicBezTo>
                  <a:cubicBezTo>
                    <a:pt x="49" y="4"/>
                    <a:pt x="49" y="4"/>
                    <a:pt x="49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276"/>
                    <a:pt x="0" y="276"/>
                    <a:pt x="0" y="276"/>
                  </a:cubicBezTo>
                  <a:cubicBezTo>
                    <a:pt x="49" y="276"/>
                    <a:pt x="49" y="276"/>
                    <a:pt x="49" y="276"/>
                  </a:cubicBezTo>
                  <a:cubicBezTo>
                    <a:pt x="49" y="156"/>
                    <a:pt x="49" y="156"/>
                    <a:pt x="49" y="156"/>
                  </a:cubicBezTo>
                  <a:cubicBezTo>
                    <a:pt x="49" y="137"/>
                    <a:pt x="53" y="120"/>
                    <a:pt x="60" y="103"/>
                  </a:cubicBezTo>
                  <a:cubicBezTo>
                    <a:pt x="67" y="87"/>
                    <a:pt x="78" y="74"/>
                    <a:pt x="91" y="64"/>
                  </a:cubicBezTo>
                  <a:cubicBezTo>
                    <a:pt x="104" y="54"/>
                    <a:pt x="120" y="49"/>
                    <a:pt x="138" y="49"/>
                  </a:cubicBezTo>
                  <a:cubicBezTo>
                    <a:pt x="148" y="49"/>
                    <a:pt x="148" y="49"/>
                    <a:pt x="148" y="49"/>
                  </a:cubicBezTo>
                  <a:cubicBezTo>
                    <a:pt x="148" y="0"/>
                    <a:pt x="148" y="0"/>
                    <a:pt x="148" y="0"/>
                  </a:cubicBezTo>
                  <a:cubicBezTo>
                    <a:pt x="141" y="0"/>
                    <a:pt x="141" y="0"/>
                    <a:pt x="141" y="0"/>
                  </a:cubicBezTo>
                  <a:cubicBezTo>
                    <a:pt x="124" y="0"/>
                    <a:pt x="109" y="3"/>
                    <a:pt x="97" y="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6CE24120-D908-4C45-8E55-71DDD809B4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42313" y="4552950"/>
              <a:ext cx="184150" cy="10271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790A2C55-896F-4C35-8650-BE6A423EE4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34375" y="4195763"/>
              <a:ext cx="196850" cy="2301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6" name="Freeform 13">
              <a:extLst>
                <a:ext uri="{FF2B5EF4-FFF2-40B4-BE49-F238E27FC236}">
                  <a16:creationId xmlns:a16="http://schemas.microsoft.com/office/drawing/2014/main" id="{C0D6B337-BBF2-4508-937C-48E8208AD88A}"/>
                </a:ext>
              </a:extLst>
            </p:cNvPr>
            <p:cNvSpPr>
              <a:spLocks/>
            </p:cNvSpPr>
            <p:nvPr/>
          </p:nvSpPr>
          <p:spPr bwMode="auto">
            <a:xfrm>
              <a:off x="8674100" y="4538663"/>
              <a:ext cx="869950" cy="1055688"/>
            </a:xfrm>
            <a:custGeom>
              <a:avLst/>
              <a:gdLst>
                <a:gd name="T0" fmla="*/ 217 w 231"/>
                <a:gd name="T1" fmla="*/ 154 h 280"/>
                <a:gd name="T2" fmla="*/ 183 w 231"/>
                <a:gd name="T3" fmla="*/ 131 h 280"/>
                <a:gd name="T4" fmla="*/ 140 w 231"/>
                <a:gd name="T5" fmla="*/ 118 h 280"/>
                <a:gd name="T6" fmla="*/ 98 w 231"/>
                <a:gd name="T7" fmla="*/ 109 h 280"/>
                <a:gd name="T8" fmla="*/ 67 w 231"/>
                <a:gd name="T9" fmla="*/ 96 h 280"/>
                <a:gd name="T10" fmla="*/ 57 w 231"/>
                <a:gd name="T11" fmla="*/ 76 h 280"/>
                <a:gd name="T12" fmla="*/ 114 w 231"/>
                <a:gd name="T13" fmla="*/ 43 h 280"/>
                <a:gd name="T14" fmla="*/ 158 w 231"/>
                <a:gd name="T15" fmla="*/ 54 h 280"/>
                <a:gd name="T16" fmla="*/ 173 w 231"/>
                <a:gd name="T17" fmla="*/ 80 h 280"/>
                <a:gd name="T18" fmla="*/ 174 w 231"/>
                <a:gd name="T19" fmla="*/ 84 h 280"/>
                <a:gd name="T20" fmla="*/ 223 w 231"/>
                <a:gd name="T21" fmla="*/ 84 h 280"/>
                <a:gd name="T22" fmla="*/ 223 w 231"/>
                <a:gd name="T23" fmla="*/ 79 h 280"/>
                <a:gd name="T24" fmla="*/ 208 w 231"/>
                <a:gd name="T25" fmla="*/ 40 h 280"/>
                <a:gd name="T26" fmla="*/ 174 w 231"/>
                <a:gd name="T27" fmla="*/ 11 h 280"/>
                <a:gd name="T28" fmla="*/ 115 w 231"/>
                <a:gd name="T29" fmla="*/ 0 h 280"/>
                <a:gd name="T30" fmla="*/ 35 w 231"/>
                <a:gd name="T31" fmla="*/ 20 h 280"/>
                <a:gd name="T32" fmla="*/ 7 w 231"/>
                <a:gd name="T33" fmla="*/ 80 h 280"/>
                <a:gd name="T34" fmla="*/ 21 w 231"/>
                <a:gd name="T35" fmla="*/ 121 h 280"/>
                <a:gd name="T36" fmla="*/ 56 w 231"/>
                <a:gd name="T37" fmla="*/ 144 h 280"/>
                <a:gd name="T38" fmla="*/ 99 w 231"/>
                <a:gd name="T39" fmla="*/ 156 h 280"/>
                <a:gd name="T40" fmla="*/ 141 w 231"/>
                <a:gd name="T41" fmla="*/ 166 h 280"/>
                <a:gd name="T42" fmla="*/ 171 w 231"/>
                <a:gd name="T43" fmla="*/ 179 h 280"/>
                <a:gd name="T44" fmla="*/ 182 w 231"/>
                <a:gd name="T45" fmla="*/ 200 h 280"/>
                <a:gd name="T46" fmla="*/ 176 w 231"/>
                <a:gd name="T47" fmla="*/ 218 h 280"/>
                <a:gd name="T48" fmla="*/ 160 w 231"/>
                <a:gd name="T49" fmla="*/ 230 h 280"/>
                <a:gd name="T50" fmla="*/ 138 w 231"/>
                <a:gd name="T51" fmla="*/ 235 h 280"/>
                <a:gd name="T52" fmla="*/ 120 w 231"/>
                <a:gd name="T53" fmla="*/ 237 h 280"/>
                <a:gd name="T54" fmla="*/ 81 w 231"/>
                <a:gd name="T55" fmla="*/ 229 h 280"/>
                <a:gd name="T56" fmla="*/ 60 w 231"/>
                <a:gd name="T57" fmla="*/ 211 h 280"/>
                <a:gd name="T58" fmla="*/ 51 w 231"/>
                <a:gd name="T59" fmla="*/ 188 h 280"/>
                <a:gd name="T60" fmla="*/ 51 w 231"/>
                <a:gd name="T61" fmla="*/ 184 h 280"/>
                <a:gd name="T62" fmla="*/ 0 w 231"/>
                <a:gd name="T63" fmla="*/ 184 h 280"/>
                <a:gd name="T64" fmla="*/ 1 w 231"/>
                <a:gd name="T65" fmla="*/ 189 h 280"/>
                <a:gd name="T66" fmla="*/ 16 w 231"/>
                <a:gd name="T67" fmla="*/ 234 h 280"/>
                <a:gd name="T68" fmla="*/ 56 w 231"/>
                <a:gd name="T69" fmla="*/ 267 h 280"/>
                <a:gd name="T70" fmla="*/ 119 w 231"/>
                <a:gd name="T71" fmla="*/ 280 h 280"/>
                <a:gd name="T72" fmla="*/ 200 w 231"/>
                <a:gd name="T73" fmla="*/ 259 h 280"/>
                <a:gd name="T74" fmla="*/ 231 w 231"/>
                <a:gd name="T75" fmla="*/ 196 h 280"/>
                <a:gd name="T76" fmla="*/ 217 w 231"/>
                <a:gd name="T77" fmla="*/ 154 h 2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1" h="280">
                  <a:moveTo>
                    <a:pt x="217" y="154"/>
                  </a:moveTo>
                  <a:cubicBezTo>
                    <a:pt x="208" y="144"/>
                    <a:pt x="197" y="136"/>
                    <a:pt x="183" y="131"/>
                  </a:cubicBezTo>
                  <a:cubicBezTo>
                    <a:pt x="169" y="125"/>
                    <a:pt x="155" y="121"/>
                    <a:pt x="140" y="118"/>
                  </a:cubicBezTo>
                  <a:cubicBezTo>
                    <a:pt x="125" y="115"/>
                    <a:pt x="111" y="112"/>
                    <a:pt x="98" y="109"/>
                  </a:cubicBezTo>
                  <a:cubicBezTo>
                    <a:pt x="85" y="105"/>
                    <a:pt x="75" y="101"/>
                    <a:pt x="67" y="96"/>
                  </a:cubicBezTo>
                  <a:cubicBezTo>
                    <a:pt x="60" y="91"/>
                    <a:pt x="57" y="85"/>
                    <a:pt x="57" y="76"/>
                  </a:cubicBezTo>
                  <a:cubicBezTo>
                    <a:pt x="57" y="68"/>
                    <a:pt x="57" y="43"/>
                    <a:pt x="114" y="43"/>
                  </a:cubicBezTo>
                  <a:cubicBezTo>
                    <a:pt x="135" y="43"/>
                    <a:pt x="150" y="47"/>
                    <a:pt x="158" y="54"/>
                  </a:cubicBezTo>
                  <a:cubicBezTo>
                    <a:pt x="167" y="61"/>
                    <a:pt x="172" y="70"/>
                    <a:pt x="173" y="80"/>
                  </a:cubicBezTo>
                  <a:cubicBezTo>
                    <a:pt x="174" y="84"/>
                    <a:pt x="174" y="84"/>
                    <a:pt x="174" y="84"/>
                  </a:cubicBezTo>
                  <a:cubicBezTo>
                    <a:pt x="223" y="84"/>
                    <a:pt x="223" y="84"/>
                    <a:pt x="223" y="84"/>
                  </a:cubicBezTo>
                  <a:cubicBezTo>
                    <a:pt x="223" y="79"/>
                    <a:pt x="223" y="79"/>
                    <a:pt x="223" y="79"/>
                  </a:cubicBezTo>
                  <a:cubicBezTo>
                    <a:pt x="221" y="65"/>
                    <a:pt x="216" y="52"/>
                    <a:pt x="208" y="40"/>
                  </a:cubicBezTo>
                  <a:cubicBezTo>
                    <a:pt x="201" y="28"/>
                    <a:pt x="189" y="19"/>
                    <a:pt x="174" y="11"/>
                  </a:cubicBezTo>
                  <a:cubicBezTo>
                    <a:pt x="158" y="4"/>
                    <a:pt x="139" y="0"/>
                    <a:pt x="115" y="0"/>
                  </a:cubicBezTo>
                  <a:cubicBezTo>
                    <a:pt x="80" y="0"/>
                    <a:pt x="53" y="7"/>
                    <a:pt x="35" y="20"/>
                  </a:cubicBezTo>
                  <a:cubicBezTo>
                    <a:pt x="17" y="34"/>
                    <a:pt x="7" y="54"/>
                    <a:pt x="7" y="80"/>
                  </a:cubicBezTo>
                  <a:cubicBezTo>
                    <a:pt x="7" y="97"/>
                    <a:pt x="12" y="111"/>
                    <a:pt x="21" y="121"/>
                  </a:cubicBezTo>
                  <a:cubicBezTo>
                    <a:pt x="30" y="131"/>
                    <a:pt x="42" y="138"/>
                    <a:pt x="56" y="144"/>
                  </a:cubicBezTo>
                  <a:cubicBezTo>
                    <a:pt x="69" y="149"/>
                    <a:pt x="84" y="153"/>
                    <a:pt x="99" y="156"/>
                  </a:cubicBezTo>
                  <a:cubicBezTo>
                    <a:pt x="113" y="159"/>
                    <a:pt x="127" y="163"/>
                    <a:pt x="141" y="166"/>
                  </a:cubicBezTo>
                  <a:cubicBezTo>
                    <a:pt x="153" y="169"/>
                    <a:pt x="164" y="174"/>
                    <a:pt x="171" y="179"/>
                  </a:cubicBezTo>
                  <a:cubicBezTo>
                    <a:pt x="178" y="184"/>
                    <a:pt x="182" y="191"/>
                    <a:pt x="182" y="200"/>
                  </a:cubicBezTo>
                  <a:cubicBezTo>
                    <a:pt x="182" y="208"/>
                    <a:pt x="180" y="214"/>
                    <a:pt x="176" y="218"/>
                  </a:cubicBezTo>
                  <a:cubicBezTo>
                    <a:pt x="171" y="223"/>
                    <a:pt x="166" y="227"/>
                    <a:pt x="160" y="230"/>
                  </a:cubicBezTo>
                  <a:cubicBezTo>
                    <a:pt x="153" y="232"/>
                    <a:pt x="146" y="234"/>
                    <a:pt x="138" y="235"/>
                  </a:cubicBezTo>
                  <a:cubicBezTo>
                    <a:pt x="131" y="236"/>
                    <a:pt x="125" y="237"/>
                    <a:pt x="120" y="237"/>
                  </a:cubicBezTo>
                  <a:cubicBezTo>
                    <a:pt x="104" y="237"/>
                    <a:pt x="91" y="234"/>
                    <a:pt x="81" y="229"/>
                  </a:cubicBezTo>
                  <a:cubicBezTo>
                    <a:pt x="72" y="225"/>
                    <a:pt x="64" y="219"/>
                    <a:pt x="60" y="211"/>
                  </a:cubicBezTo>
                  <a:cubicBezTo>
                    <a:pt x="55" y="204"/>
                    <a:pt x="52" y="196"/>
                    <a:pt x="51" y="188"/>
                  </a:cubicBezTo>
                  <a:cubicBezTo>
                    <a:pt x="51" y="184"/>
                    <a:pt x="51" y="184"/>
                    <a:pt x="51" y="184"/>
                  </a:cubicBezTo>
                  <a:cubicBezTo>
                    <a:pt x="0" y="184"/>
                    <a:pt x="0" y="184"/>
                    <a:pt x="0" y="184"/>
                  </a:cubicBezTo>
                  <a:cubicBezTo>
                    <a:pt x="1" y="189"/>
                    <a:pt x="1" y="189"/>
                    <a:pt x="1" y="189"/>
                  </a:cubicBezTo>
                  <a:cubicBezTo>
                    <a:pt x="2" y="205"/>
                    <a:pt x="7" y="220"/>
                    <a:pt x="16" y="234"/>
                  </a:cubicBezTo>
                  <a:cubicBezTo>
                    <a:pt x="25" y="248"/>
                    <a:pt x="39" y="259"/>
                    <a:pt x="56" y="267"/>
                  </a:cubicBezTo>
                  <a:cubicBezTo>
                    <a:pt x="73" y="276"/>
                    <a:pt x="95" y="280"/>
                    <a:pt x="119" y="280"/>
                  </a:cubicBezTo>
                  <a:cubicBezTo>
                    <a:pt x="153" y="280"/>
                    <a:pt x="180" y="273"/>
                    <a:pt x="200" y="259"/>
                  </a:cubicBezTo>
                  <a:cubicBezTo>
                    <a:pt x="221" y="245"/>
                    <a:pt x="231" y="224"/>
                    <a:pt x="231" y="196"/>
                  </a:cubicBezTo>
                  <a:cubicBezTo>
                    <a:pt x="231" y="179"/>
                    <a:pt x="226" y="165"/>
                    <a:pt x="217" y="15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7" name="Freeform 14">
              <a:extLst>
                <a:ext uri="{FF2B5EF4-FFF2-40B4-BE49-F238E27FC236}">
                  <a16:creationId xmlns:a16="http://schemas.microsoft.com/office/drawing/2014/main" id="{8573C784-B180-4C7F-BE48-24B6718F6AF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83213" y="1749425"/>
              <a:ext cx="663575" cy="638175"/>
            </a:xfrm>
            <a:custGeom>
              <a:avLst/>
              <a:gdLst>
                <a:gd name="T0" fmla="*/ 36 w 176"/>
                <a:gd name="T1" fmla="*/ 168 h 169"/>
                <a:gd name="T2" fmla="*/ 151 w 176"/>
                <a:gd name="T3" fmla="*/ 118 h 169"/>
                <a:gd name="T4" fmla="*/ 142 w 176"/>
                <a:gd name="T5" fmla="*/ 17 h 169"/>
                <a:gd name="T6" fmla="*/ 96 w 176"/>
                <a:gd name="T7" fmla="*/ 0 h 169"/>
                <a:gd name="T8" fmla="*/ 41 w 176"/>
                <a:gd name="T9" fmla="*/ 26 h 169"/>
                <a:gd name="T10" fmla="*/ 20 w 176"/>
                <a:gd name="T11" fmla="*/ 164 h 169"/>
                <a:gd name="T12" fmla="*/ 36 w 176"/>
                <a:gd name="T13" fmla="*/ 168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6" h="169">
                  <a:moveTo>
                    <a:pt x="36" y="168"/>
                  </a:moveTo>
                  <a:cubicBezTo>
                    <a:pt x="67" y="168"/>
                    <a:pt x="130" y="143"/>
                    <a:pt x="151" y="118"/>
                  </a:cubicBezTo>
                  <a:cubicBezTo>
                    <a:pt x="176" y="88"/>
                    <a:pt x="172" y="42"/>
                    <a:pt x="142" y="17"/>
                  </a:cubicBezTo>
                  <a:cubicBezTo>
                    <a:pt x="129" y="6"/>
                    <a:pt x="113" y="0"/>
                    <a:pt x="96" y="0"/>
                  </a:cubicBezTo>
                  <a:cubicBezTo>
                    <a:pt x="74" y="0"/>
                    <a:pt x="54" y="10"/>
                    <a:pt x="41" y="26"/>
                  </a:cubicBezTo>
                  <a:cubicBezTo>
                    <a:pt x="17" y="55"/>
                    <a:pt x="0" y="145"/>
                    <a:pt x="20" y="164"/>
                  </a:cubicBezTo>
                  <a:cubicBezTo>
                    <a:pt x="24" y="167"/>
                    <a:pt x="29" y="169"/>
                    <a:pt x="36" y="16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8" name="Freeform 15">
              <a:extLst>
                <a:ext uri="{FF2B5EF4-FFF2-40B4-BE49-F238E27FC236}">
                  <a16:creationId xmlns:a16="http://schemas.microsoft.com/office/drawing/2014/main" id="{061ED375-C7A3-4BFC-AA19-6A01BBB82DB4}"/>
                </a:ext>
              </a:extLst>
            </p:cNvPr>
            <p:cNvSpPr>
              <a:spLocks/>
            </p:cNvSpPr>
            <p:nvPr/>
          </p:nvSpPr>
          <p:spPr bwMode="auto">
            <a:xfrm>
              <a:off x="2662238" y="1270000"/>
              <a:ext cx="765175" cy="728663"/>
            </a:xfrm>
            <a:custGeom>
              <a:avLst/>
              <a:gdLst>
                <a:gd name="T0" fmla="*/ 30 w 203"/>
                <a:gd name="T1" fmla="*/ 152 h 193"/>
                <a:gd name="T2" fmla="*/ 160 w 203"/>
                <a:gd name="T3" fmla="*/ 193 h 193"/>
                <a:gd name="T4" fmla="*/ 197 w 203"/>
                <a:gd name="T5" fmla="*/ 183 h 193"/>
                <a:gd name="T6" fmla="*/ 203 w 203"/>
                <a:gd name="T7" fmla="*/ 160 h 193"/>
                <a:gd name="T8" fmla="*/ 147 w 203"/>
                <a:gd name="T9" fmla="*/ 23 h 193"/>
                <a:gd name="T10" fmla="*/ 88 w 203"/>
                <a:gd name="T11" fmla="*/ 0 h 193"/>
                <a:gd name="T12" fmla="*/ 24 w 203"/>
                <a:gd name="T13" fmla="*/ 29 h 193"/>
                <a:gd name="T14" fmla="*/ 1 w 203"/>
                <a:gd name="T15" fmla="*/ 92 h 193"/>
                <a:gd name="T16" fmla="*/ 30 w 203"/>
                <a:gd name="T17" fmla="*/ 152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03" h="193">
                  <a:moveTo>
                    <a:pt x="30" y="152"/>
                  </a:moveTo>
                  <a:cubicBezTo>
                    <a:pt x="56" y="176"/>
                    <a:pt x="120" y="193"/>
                    <a:pt x="160" y="193"/>
                  </a:cubicBezTo>
                  <a:cubicBezTo>
                    <a:pt x="178" y="193"/>
                    <a:pt x="190" y="190"/>
                    <a:pt x="197" y="183"/>
                  </a:cubicBezTo>
                  <a:cubicBezTo>
                    <a:pt x="201" y="179"/>
                    <a:pt x="203" y="171"/>
                    <a:pt x="203" y="160"/>
                  </a:cubicBezTo>
                  <a:cubicBezTo>
                    <a:pt x="202" y="121"/>
                    <a:pt x="175" y="48"/>
                    <a:pt x="147" y="23"/>
                  </a:cubicBezTo>
                  <a:cubicBezTo>
                    <a:pt x="131" y="8"/>
                    <a:pt x="110" y="0"/>
                    <a:pt x="88" y="0"/>
                  </a:cubicBezTo>
                  <a:cubicBezTo>
                    <a:pt x="64" y="0"/>
                    <a:pt x="40" y="11"/>
                    <a:pt x="24" y="29"/>
                  </a:cubicBezTo>
                  <a:cubicBezTo>
                    <a:pt x="8" y="47"/>
                    <a:pt x="0" y="69"/>
                    <a:pt x="1" y="92"/>
                  </a:cubicBezTo>
                  <a:cubicBezTo>
                    <a:pt x="3" y="115"/>
                    <a:pt x="13" y="137"/>
                    <a:pt x="30" y="15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9" name="Freeform 16">
              <a:extLst>
                <a:ext uri="{FF2B5EF4-FFF2-40B4-BE49-F238E27FC236}">
                  <a16:creationId xmlns:a16="http://schemas.microsoft.com/office/drawing/2014/main" id="{E7FA3A90-BD38-464C-807A-2D938A061050}"/>
                </a:ext>
              </a:extLst>
            </p:cNvPr>
            <p:cNvSpPr>
              <a:spLocks/>
            </p:cNvSpPr>
            <p:nvPr/>
          </p:nvSpPr>
          <p:spPr bwMode="auto">
            <a:xfrm>
              <a:off x="2659063" y="3406775"/>
              <a:ext cx="633413" cy="471488"/>
            </a:xfrm>
            <a:custGeom>
              <a:avLst/>
              <a:gdLst>
                <a:gd name="T0" fmla="*/ 10 w 168"/>
                <a:gd name="T1" fmla="*/ 31 h 125"/>
                <a:gd name="T2" fmla="*/ 5 w 168"/>
                <a:gd name="T3" fmla="*/ 79 h 125"/>
                <a:gd name="T4" fmla="*/ 65 w 168"/>
                <a:gd name="T5" fmla="*/ 125 h 125"/>
                <a:gd name="T6" fmla="*/ 81 w 168"/>
                <a:gd name="T7" fmla="*/ 122 h 125"/>
                <a:gd name="T8" fmla="*/ 163 w 168"/>
                <a:gd name="T9" fmla="*/ 34 h 125"/>
                <a:gd name="T10" fmla="*/ 67 w 168"/>
                <a:gd name="T11" fmla="*/ 0 h 125"/>
                <a:gd name="T12" fmla="*/ 48 w 168"/>
                <a:gd name="T13" fmla="*/ 2 h 125"/>
                <a:gd name="T14" fmla="*/ 10 w 168"/>
                <a:gd name="T15" fmla="*/ 31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68" h="125">
                  <a:moveTo>
                    <a:pt x="10" y="31"/>
                  </a:moveTo>
                  <a:cubicBezTo>
                    <a:pt x="2" y="46"/>
                    <a:pt x="0" y="63"/>
                    <a:pt x="5" y="79"/>
                  </a:cubicBezTo>
                  <a:cubicBezTo>
                    <a:pt x="12" y="106"/>
                    <a:pt x="37" y="125"/>
                    <a:pt x="65" y="125"/>
                  </a:cubicBezTo>
                  <a:cubicBezTo>
                    <a:pt x="70" y="125"/>
                    <a:pt x="76" y="124"/>
                    <a:pt x="81" y="122"/>
                  </a:cubicBezTo>
                  <a:cubicBezTo>
                    <a:pt x="112" y="114"/>
                    <a:pt x="168" y="58"/>
                    <a:pt x="163" y="34"/>
                  </a:cubicBezTo>
                  <a:cubicBezTo>
                    <a:pt x="160" y="16"/>
                    <a:pt x="101" y="0"/>
                    <a:pt x="67" y="0"/>
                  </a:cubicBezTo>
                  <a:cubicBezTo>
                    <a:pt x="60" y="0"/>
                    <a:pt x="53" y="1"/>
                    <a:pt x="48" y="2"/>
                  </a:cubicBezTo>
                  <a:cubicBezTo>
                    <a:pt x="32" y="6"/>
                    <a:pt x="19" y="17"/>
                    <a:pt x="10" y="31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0" name="Freeform 17">
              <a:extLst>
                <a:ext uri="{FF2B5EF4-FFF2-40B4-BE49-F238E27FC236}">
                  <a16:creationId xmlns:a16="http://schemas.microsoft.com/office/drawing/2014/main" id="{B3229AFD-5722-4104-824B-D3F253FCED6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100388" y="1614488"/>
              <a:ext cx="3775075" cy="3965575"/>
            </a:xfrm>
            <a:custGeom>
              <a:avLst/>
              <a:gdLst>
                <a:gd name="T0" fmla="*/ 747 w 1002"/>
                <a:gd name="T1" fmla="*/ 881 h 1051"/>
                <a:gd name="T2" fmla="*/ 638 w 1002"/>
                <a:gd name="T3" fmla="*/ 741 h 1051"/>
                <a:gd name="T4" fmla="*/ 805 w 1002"/>
                <a:gd name="T5" fmla="*/ 760 h 1051"/>
                <a:gd name="T6" fmla="*/ 805 w 1002"/>
                <a:gd name="T7" fmla="*/ 862 h 1051"/>
                <a:gd name="T8" fmla="*/ 844 w 1002"/>
                <a:gd name="T9" fmla="*/ 279 h 1051"/>
                <a:gd name="T10" fmla="*/ 942 w 1002"/>
                <a:gd name="T11" fmla="*/ 360 h 1051"/>
                <a:gd name="T12" fmla="*/ 777 w 1002"/>
                <a:gd name="T13" fmla="*/ 304 h 1051"/>
                <a:gd name="T14" fmla="*/ 629 w 1002"/>
                <a:gd name="T15" fmla="*/ 546 h 1051"/>
                <a:gd name="T16" fmla="*/ 592 w 1002"/>
                <a:gd name="T17" fmla="*/ 386 h 1051"/>
                <a:gd name="T18" fmla="*/ 703 w 1002"/>
                <a:gd name="T19" fmla="*/ 467 h 1051"/>
                <a:gd name="T20" fmla="*/ 762 w 1002"/>
                <a:gd name="T21" fmla="*/ 532 h 1051"/>
                <a:gd name="T22" fmla="*/ 940 w 1002"/>
                <a:gd name="T23" fmla="*/ 527 h 1051"/>
                <a:gd name="T24" fmla="*/ 996 w 1002"/>
                <a:gd name="T25" fmla="*/ 449 h 1051"/>
                <a:gd name="T26" fmla="*/ 932 w 1002"/>
                <a:gd name="T27" fmla="*/ 452 h 1051"/>
                <a:gd name="T28" fmla="*/ 848 w 1002"/>
                <a:gd name="T29" fmla="*/ 501 h 1051"/>
                <a:gd name="T30" fmla="*/ 761 w 1002"/>
                <a:gd name="T31" fmla="*/ 455 h 1051"/>
                <a:gd name="T32" fmla="*/ 1002 w 1002"/>
                <a:gd name="T33" fmla="*/ 414 h 1051"/>
                <a:gd name="T34" fmla="*/ 983 w 1002"/>
                <a:gd name="T35" fmla="*/ 307 h 1051"/>
                <a:gd name="T36" fmla="*/ 844 w 1002"/>
                <a:gd name="T37" fmla="*/ 225 h 1051"/>
                <a:gd name="T38" fmla="*/ 715 w 1002"/>
                <a:gd name="T39" fmla="*/ 289 h 1051"/>
                <a:gd name="T40" fmla="*/ 709 w 1002"/>
                <a:gd name="T41" fmla="*/ 299 h 1051"/>
                <a:gd name="T42" fmla="*/ 450 w 1002"/>
                <a:gd name="T43" fmla="*/ 284 h 1051"/>
                <a:gd name="T44" fmla="*/ 480 w 1002"/>
                <a:gd name="T45" fmla="*/ 211 h 1051"/>
                <a:gd name="T46" fmla="*/ 303 w 1002"/>
                <a:gd name="T47" fmla="*/ 217 h 1051"/>
                <a:gd name="T48" fmla="*/ 111 w 1002"/>
                <a:gd name="T49" fmla="*/ 254 h 1051"/>
                <a:gd name="T50" fmla="*/ 219 w 1002"/>
                <a:gd name="T51" fmla="*/ 388 h 1051"/>
                <a:gd name="T52" fmla="*/ 285 w 1002"/>
                <a:gd name="T53" fmla="*/ 551 h 1051"/>
                <a:gd name="T54" fmla="*/ 202 w 1002"/>
                <a:gd name="T55" fmla="*/ 664 h 1051"/>
                <a:gd name="T56" fmla="*/ 303 w 1002"/>
                <a:gd name="T57" fmla="*/ 652 h 1051"/>
                <a:gd name="T58" fmla="*/ 364 w 1002"/>
                <a:gd name="T59" fmla="*/ 565 h 1051"/>
                <a:gd name="T60" fmla="*/ 674 w 1002"/>
                <a:gd name="T61" fmla="*/ 694 h 1051"/>
                <a:gd name="T62" fmla="*/ 588 w 1002"/>
                <a:gd name="T63" fmla="*/ 694 h 1051"/>
                <a:gd name="T64" fmla="*/ 638 w 1002"/>
                <a:gd name="T65" fmla="*/ 1051 h 1051"/>
                <a:gd name="T66" fmla="*/ 749 w 1002"/>
                <a:gd name="T67" fmla="*/ 927 h 1051"/>
                <a:gd name="T68" fmla="*/ 874 w 1002"/>
                <a:gd name="T69" fmla="*/ 811 h 10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002" h="1051">
                  <a:moveTo>
                    <a:pt x="805" y="862"/>
                  </a:moveTo>
                  <a:cubicBezTo>
                    <a:pt x="792" y="874"/>
                    <a:pt x="772" y="881"/>
                    <a:pt x="747" y="881"/>
                  </a:cubicBezTo>
                  <a:cubicBezTo>
                    <a:pt x="638" y="881"/>
                    <a:pt x="638" y="881"/>
                    <a:pt x="638" y="881"/>
                  </a:cubicBezTo>
                  <a:cubicBezTo>
                    <a:pt x="638" y="741"/>
                    <a:pt x="638" y="741"/>
                    <a:pt x="638" y="741"/>
                  </a:cubicBezTo>
                  <a:cubicBezTo>
                    <a:pt x="747" y="741"/>
                    <a:pt x="747" y="741"/>
                    <a:pt x="747" y="741"/>
                  </a:cubicBezTo>
                  <a:cubicBezTo>
                    <a:pt x="772" y="741"/>
                    <a:pt x="792" y="748"/>
                    <a:pt x="805" y="760"/>
                  </a:cubicBezTo>
                  <a:cubicBezTo>
                    <a:pt x="818" y="772"/>
                    <a:pt x="824" y="789"/>
                    <a:pt x="824" y="811"/>
                  </a:cubicBezTo>
                  <a:cubicBezTo>
                    <a:pt x="824" y="833"/>
                    <a:pt x="818" y="850"/>
                    <a:pt x="805" y="862"/>
                  </a:cubicBezTo>
                  <a:moveTo>
                    <a:pt x="777" y="304"/>
                  </a:moveTo>
                  <a:cubicBezTo>
                    <a:pt x="794" y="287"/>
                    <a:pt x="816" y="279"/>
                    <a:pt x="844" y="279"/>
                  </a:cubicBezTo>
                  <a:cubicBezTo>
                    <a:pt x="872" y="279"/>
                    <a:pt x="894" y="287"/>
                    <a:pt x="911" y="304"/>
                  </a:cubicBezTo>
                  <a:cubicBezTo>
                    <a:pt x="927" y="319"/>
                    <a:pt x="937" y="338"/>
                    <a:pt x="942" y="360"/>
                  </a:cubicBezTo>
                  <a:cubicBezTo>
                    <a:pt x="747" y="360"/>
                    <a:pt x="747" y="360"/>
                    <a:pt x="747" y="360"/>
                  </a:cubicBezTo>
                  <a:cubicBezTo>
                    <a:pt x="752" y="338"/>
                    <a:pt x="762" y="319"/>
                    <a:pt x="777" y="304"/>
                  </a:cubicBezTo>
                  <a:moveTo>
                    <a:pt x="854" y="741"/>
                  </a:moveTo>
                  <a:cubicBezTo>
                    <a:pt x="854" y="741"/>
                    <a:pt x="796" y="648"/>
                    <a:pt x="629" y="546"/>
                  </a:cubicBezTo>
                  <a:cubicBezTo>
                    <a:pt x="598" y="527"/>
                    <a:pt x="578" y="509"/>
                    <a:pt x="565" y="492"/>
                  </a:cubicBezTo>
                  <a:cubicBezTo>
                    <a:pt x="540" y="455"/>
                    <a:pt x="541" y="386"/>
                    <a:pt x="592" y="386"/>
                  </a:cubicBezTo>
                  <a:cubicBezTo>
                    <a:pt x="651" y="386"/>
                    <a:pt x="703" y="467"/>
                    <a:pt x="703" y="467"/>
                  </a:cubicBezTo>
                  <a:cubicBezTo>
                    <a:pt x="703" y="467"/>
                    <a:pt x="703" y="467"/>
                    <a:pt x="703" y="467"/>
                  </a:cubicBezTo>
                  <a:cubicBezTo>
                    <a:pt x="704" y="469"/>
                    <a:pt x="705" y="471"/>
                    <a:pt x="706" y="473"/>
                  </a:cubicBezTo>
                  <a:cubicBezTo>
                    <a:pt x="719" y="498"/>
                    <a:pt x="738" y="518"/>
                    <a:pt x="762" y="532"/>
                  </a:cubicBezTo>
                  <a:cubicBezTo>
                    <a:pt x="786" y="547"/>
                    <a:pt x="815" y="555"/>
                    <a:pt x="847" y="555"/>
                  </a:cubicBezTo>
                  <a:cubicBezTo>
                    <a:pt x="885" y="555"/>
                    <a:pt x="916" y="545"/>
                    <a:pt x="940" y="527"/>
                  </a:cubicBezTo>
                  <a:cubicBezTo>
                    <a:pt x="964" y="509"/>
                    <a:pt x="982" y="486"/>
                    <a:pt x="993" y="457"/>
                  </a:cubicBezTo>
                  <a:cubicBezTo>
                    <a:pt x="996" y="449"/>
                    <a:pt x="996" y="449"/>
                    <a:pt x="996" y="449"/>
                  </a:cubicBezTo>
                  <a:cubicBezTo>
                    <a:pt x="933" y="449"/>
                    <a:pt x="933" y="449"/>
                    <a:pt x="933" y="449"/>
                  </a:cubicBezTo>
                  <a:cubicBezTo>
                    <a:pt x="932" y="452"/>
                    <a:pt x="932" y="452"/>
                    <a:pt x="932" y="452"/>
                  </a:cubicBezTo>
                  <a:cubicBezTo>
                    <a:pt x="924" y="467"/>
                    <a:pt x="913" y="478"/>
                    <a:pt x="899" y="488"/>
                  </a:cubicBezTo>
                  <a:cubicBezTo>
                    <a:pt x="886" y="496"/>
                    <a:pt x="868" y="501"/>
                    <a:pt x="848" y="501"/>
                  </a:cubicBezTo>
                  <a:cubicBezTo>
                    <a:pt x="828" y="501"/>
                    <a:pt x="811" y="497"/>
                    <a:pt x="796" y="489"/>
                  </a:cubicBezTo>
                  <a:cubicBezTo>
                    <a:pt x="782" y="480"/>
                    <a:pt x="770" y="469"/>
                    <a:pt x="761" y="455"/>
                  </a:cubicBezTo>
                  <a:cubicBezTo>
                    <a:pt x="754" y="443"/>
                    <a:pt x="748" y="429"/>
                    <a:pt x="746" y="414"/>
                  </a:cubicBezTo>
                  <a:cubicBezTo>
                    <a:pt x="1002" y="414"/>
                    <a:pt x="1002" y="414"/>
                    <a:pt x="1002" y="414"/>
                  </a:cubicBezTo>
                  <a:cubicBezTo>
                    <a:pt x="1002" y="390"/>
                    <a:pt x="1002" y="390"/>
                    <a:pt x="1002" y="390"/>
                  </a:cubicBezTo>
                  <a:cubicBezTo>
                    <a:pt x="1002" y="360"/>
                    <a:pt x="996" y="332"/>
                    <a:pt x="983" y="307"/>
                  </a:cubicBezTo>
                  <a:cubicBezTo>
                    <a:pt x="971" y="282"/>
                    <a:pt x="952" y="262"/>
                    <a:pt x="929" y="248"/>
                  </a:cubicBezTo>
                  <a:cubicBezTo>
                    <a:pt x="905" y="233"/>
                    <a:pt x="877" y="225"/>
                    <a:pt x="844" y="225"/>
                  </a:cubicBezTo>
                  <a:cubicBezTo>
                    <a:pt x="812" y="225"/>
                    <a:pt x="783" y="233"/>
                    <a:pt x="760" y="248"/>
                  </a:cubicBezTo>
                  <a:cubicBezTo>
                    <a:pt x="742" y="259"/>
                    <a:pt x="727" y="273"/>
                    <a:pt x="715" y="289"/>
                  </a:cubicBezTo>
                  <a:cubicBezTo>
                    <a:pt x="713" y="292"/>
                    <a:pt x="712" y="294"/>
                    <a:pt x="710" y="298"/>
                  </a:cubicBezTo>
                  <a:cubicBezTo>
                    <a:pt x="710" y="298"/>
                    <a:pt x="709" y="298"/>
                    <a:pt x="709" y="299"/>
                  </a:cubicBezTo>
                  <a:cubicBezTo>
                    <a:pt x="690" y="334"/>
                    <a:pt x="632" y="345"/>
                    <a:pt x="620" y="347"/>
                  </a:cubicBezTo>
                  <a:cubicBezTo>
                    <a:pt x="573" y="358"/>
                    <a:pt x="467" y="329"/>
                    <a:pt x="450" y="284"/>
                  </a:cubicBezTo>
                  <a:cubicBezTo>
                    <a:pt x="446" y="267"/>
                    <a:pt x="454" y="246"/>
                    <a:pt x="480" y="211"/>
                  </a:cubicBezTo>
                  <a:cubicBezTo>
                    <a:pt x="480" y="211"/>
                    <a:pt x="480" y="211"/>
                    <a:pt x="480" y="211"/>
                  </a:cubicBezTo>
                  <a:cubicBezTo>
                    <a:pt x="554" y="135"/>
                    <a:pt x="495" y="0"/>
                    <a:pt x="389" y="3"/>
                  </a:cubicBezTo>
                  <a:cubicBezTo>
                    <a:pt x="279" y="1"/>
                    <a:pt x="222" y="142"/>
                    <a:pt x="303" y="217"/>
                  </a:cubicBezTo>
                  <a:cubicBezTo>
                    <a:pt x="338" y="243"/>
                    <a:pt x="392" y="276"/>
                    <a:pt x="373" y="319"/>
                  </a:cubicBezTo>
                  <a:cubicBezTo>
                    <a:pt x="341" y="399"/>
                    <a:pt x="135" y="369"/>
                    <a:pt x="111" y="254"/>
                  </a:cubicBezTo>
                  <a:cubicBezTo>
                    <a:pt x="91" y="185"/>
                    <a:pt x="0" y="227"/>
                    <a:pt x="35" y="292"/>
                  </a:cubicBezTo>
                  <a:cubicBezTo>
                    <a:pt x="63" y="345"/>
                    <a:pt x="158" y="370"/>
                    <a:pt x="219" y="388"/>
                  </a:cubicBezTo>
                  <a:cubicBezTo>
                    <a:pt x="345" y="425"/>
                    <a:pt x="367" y="441"/>
                    <a:pt x="360" y="492"/>
                  </a:cubicBezTo>
                  <a:cubicBezTo>
                    <a:pt x="358" y="510"/>
                    <a:pt x="336" y="551"/>
                    <a:pt x="285" y="551"/>
                  </a:cubicBezTo>
                  <a:cubicBezTo>
                    <a:pt x="253" y="548"/>
                    <a:pt x="222" y="546"/>
                    <a:pt x="199" y="570"/>
                  </a:cubicBezTo>
                  <a:cubicBezTo>
                    <a:pt x="174" y="595"/>
                    <a:pt x="175" y="640"/>
                    <a:pt x="202" y="664"/>
                  </a:cubicBezTo>
                  <a:cubicBezTo>
                    <a:pt x="230" y="692"/>
                    <a:pt x="281" y="686"/>
                    <a:pt x="302" y="653"/>
                  </a:cubicBezTo>
                  <a:cubicBezTo>
                    <a:pt x="302" y="653"/>
                    <a:pt x="303" y="652"/>
                    <a:pt x="303" y="652"/>
                  </a:cubicBezTo>
                  <a:cubicBezTo>
                    <a:pt x="303" y="652"/>
                    <a:pt x="303" y="651"/>
                    <a:pt x="304" y="651"/>
                  </a:cubicBezTo>
                  <a:cubicBezTo>
                    <a:pt x="324" y="618"/>
                    <a:pt x="319" y="601"/>
                    <a:pt x="364" y="565"/>
                  </a:cubicBezTo>
                  <a:cubicBezTo>
                    <a:pt x="399" y="537"/>
                    <a:pt x="521" y="519"/>
                    <a:pt x="622" y="567"/>
                  </a:cubicBezTo>
                  <a:cubicBezTo>
                    <a:pt x="724" y="616"/>
                    <a:pt x="746" y="694"/>
                    <a:pt x="674" y="694"/>
                  </a:cubicBezTo>
                  <a:cubicBezTo>
                    <a:pt x="674" y="694"/>
                    <a:pt x="674" y="694"/>
                    <a:pt x="674" y="694"/>
                  </a:cubicBezTo>
                  <a:cubicBezTo>
                    <a:pt x="588" y="694"/>
                    <a:pt x="588" y="694"/>
                    <a:pt x="588" y="694"/>
                  </a:cubicBezTo>
                  <a:cubicBezTo>
                    <a:pt x="588" y="1051"/>
                    <a:pt x="588" y="1051"/>
                    <a:pt x="588" y="1051"/>
                  </a:cubicBezTo>
                  <a:cubicBezTo>
                    <a:pt x="638" y="1051"/>
                    <a:pt x="638" y="1051"/>
                    <a:pt x="638" y="1051"/>
                  </a:cubicBezTo>
                  <a:cubicBezTo>
                    <a:pt x="638" y="927"/>
                    <a:pt x="638" y="927"/>
                    <a:pt x="638" y="927"/>
                  </a:cubicBezTo>
                  <a:cubicBezTo>
                    <a:pt x="749" y="927"/>
                    <a:pt x="749" y="927"/>
                    <a:pt x="749" y="927"/>
                  </a:cubicBezTo>
                  <a:cubicBezTo>
                    <a:pt x="787" y="927"/>
                    <a:pt x="818" y="917"/>
                    <a:pt x="840" y="896"/>
                  </a:cubicBezTo>
                  <a:cubicBezTo>
                    <a:pt x="862" y="875"/>
                    <a:pt x="874" y="846"/>
                    <a:pt x="874" y="811"/>
                  </a:cubicBezTo>
                  <a:cubicBezTo>
                    <a:pt x="874" y="783"/>
                    <a:pt x="867" y="760"/>
                    <a:pt x="854" y="74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dirty="0"/>
            </a:p>
          </p:txBody>
        </p:sp>
      </p:grpSp>
    </p:spTree>
    <p:extLst>
      <p:ext uri="{BB962C8B-B14F-4D97-AF65-F5344CB8AC3E}">
        <p14:creationId xmlns:p14="http://schemas.microsoft.com/office/powerpoint/2010/main" val="14364828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fi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0FCA3E5C-A906-4C23-8871-8AEB2971DD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5" y="654050"/>
            <a:ext cx="5610225" cy="914096"/>
          </a:xfrm>
        </p:spPr>
        <p:txBody>
          <a:bodyPr anchor="t" anchorCtr="0">
            <a:spAutoFit/>
          </a:bodyPr>
          <a:lstStyle>
            <a:lvl1pPr>
              <a:defRPr sz="6600" cap="all" baseline="0"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11" name="Forme libre : forme 10">
            <a:extLst>
              <a:ext uri="{FF2B5EF4-FFF2-40B4-BE49-F238E27FC236}">
                <a16:creationId xmlns:a16="http://schemas.microsoft.com/office/drawing/2014/main" id="{578403DE-281C-45A4-AB98-F3BBFC2BE928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384175 w 12192000"/>
              <a:gd name="connsiteY0" fmla="*/ 384175 h 6858000"/>
              <a:gd name="connsiteX1" fmla="*/ 384175 w 12192000"/>
              <a:gd name="connsiteY1" fmla="*/ 6473826 h 6858000"/>
              <a:gd name="connsiteX2" fmla="*/ 11807825 w 12192000"/>
              <a:gd name="connsiteY2" fmla="*/ 6473826 h 6858000"/>
              <a:gd name="connsiteX3" fmla="*/ 11807825 w 12192000"/>
              <a:gd name="connsiteY3" fmla="*/ 384175 h 6858000"/>
              <a:gd name="connsiteX4" fmla="*/ 0 w 12192000"/>
              <a:gd name="connsiteY4" fmla="*/ 0 h 6858000"/>
              <a:gd name="connsiteX5" fmla="*/ 12192000 w 12192000"/>
              <a:gd name="connsiteY5" fmla="*/ 0 h 6858000"/>
              <a:gd name="connsiteX6" fmla="*/ 12192000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384175" y="384175"/>
                </a:moveTo>
                <a:lnTo>
                  <a:pt x="384175" y="6473826"/>
                </a:lnTo>
                <a:lnTo>
                  <a:pt x="11807825" y="6473826"/>
                </a:lnTo>
                <a:lnTo>
                  <a:pt x="11807825" y="384175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sz="1200" dirty="0" err="1"/>
          </a:p>
        </p:txBody>
      </p:sp>
      <p:grpSp>
        <p:nvGrpSpPr>
          <p:cNvPr id="27" name="Groupe 26">
            <a:extLst>
              <a:ext uri="{FF2B5EF4-FFF2-40B4-BE49-F238E27FC236}">
                <a16:creationId xmlns:a16="http://schemas.microsoft.com/office/drawing/2014/main" id="{1A70F844-282C-4ECD-8DA5-B5BFA2D0ECE7}"/>
              </a:ext>
            </a:extLst>
          </p:cNvPr>
          <p:cNvGrpSpPr/>
          <p:nvPr userDrawn="1"/>
        </p:nvGrpSpPr>
        <p:grpSpPr>
          <a:xfrm>
            <a:off x="10113540" y="5369524"/>
            <a:ext cx="1511664" cy="947922"/>
            <a:chOff x="2647950" y="1270000"/>
            <a:chExt cx="6896100" cy="4324351"/>
          </a:xfrm>
          <a:solidFill>
            <a:schemeClr val="bg1"/>
          </a:solidFill>
        </p:grpSpPr>
        <p:sp>
          <p:nvSpPr>
            <p:cNvPr id="28" name="Freeform 5">
              <a:extLst>
                <a:ext uri="{FF2B5EF4-FFF2-40B4-BE49-F238E27FC236}">
                  <a16:creationId xmlns:a16="http://schemas.microsoft.com/office/drawing/2014/main" id="{93CD03A4-E80B-4948-81E1-ACE1F4ED065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026275" y="2463800"/>
              <a:ext cx="1190625" cy="1244600"/>
            </a:xfrm>
            <a:custGeom>
              <a:avLst/>
              <a:gdLst>
                <a:gd name="T0" fmla="*/ 249 w 316"/>
                <a:gd name="T1" fmla="*/ 221 h 330"/>
                <a:gd name="T2" fmla="*/ 215 w 316"/>
                <a:gd name="T3" fmla="*/ 261 h 330"/>
                <a:gd name="T4" fmla="*/ 160 w 316"/>
                <a:gd name="T5" fmla="*/ 276 h 330"/>
                <a:gd name="T6" fmla="*/ 105 w 316"/>
                <a:gd name="T7" fmla="*/ 261 h 330"/>
                <a:gd name="T8" fmla="*/ 70 w 316"/>
                <a:gd name="T9" fmla="*/ 221 h 330"/>
                <a:gd name="T10" fmla="*/ 57 w 316"/>
                <a:gd name="T11" fmla="*/ 165 h 330"/>
                <a:gd name="T12" fmla="*/ 70 w 316"/>
                <a:gd name="T13" fmla="*/ 109 h 330"/>
                <a:gd name="T14" fmla="*/ 105 w 316"/>
                <a:gd name="T15" fmla="*/ 69 h 330"/>
                <a:gd name="T16" fmla="*/ 160 w 316"/>
                <a:gd name="T17" fmla="*/ 54 h 330"/>
                <a:gd name="T18" fmla="*/ 215 w 316"/>
                <a:gd name="T19" fmla="*/ 69 h 330"/>
                <a:gd name="T20" fmla="*/ 249 w 316"/>
                <a:gd name="T21" fmla="*/ 109 h 330"/>
                <a:gd name="T22" fmla="*/ 261 w 316"/>
                <a:gd name="T23" fmla="*/ 165 h 330"/>
                <a:gd name="T24" fmla="*/ 249 w 316"/>
                <a:gd name="T25" fmla="*/ 221 h 330"/>
                <a:gd name="T26" fmla="*/ 258 w 316"/>
                <a:gd name="T27" fmla="*/ 44 h 330"/>
                <a:gd name="T28" fmla="*/ 223 w 316"/>
                <a:gd name="T29" fmla="*/ 16 h 330"/>
                <a:gd name="T30" fmla="*/ 154 w 316"/>
                <a:gd name="T31" fmla="*/ 0 h 330"/>
                <a:gd name="T32" fmla="*/ 73 w 316"/>
                <a:gd name="T33" fmla="*/ 23 h 330"/>
                <a:gd name="T34" fmla="*/ 19 w 316"/>
                <a:gd name="T35" fmla="*/ 82 h 330"/>
                <a:gd name="T36" fmla="*/ 0 w 316"/>
                <a:gd name="T37" fmla="*/ 165 h 330"/>
                <a:gd name="T38" fmla="*/ 19 w 316"/>
                <a:gd name="T39" fmla="*/ 248 h 330"/>
                <a:gd name="T40" fmla="*/ 73 w 316"/>
                <a:gd name="T41" fmla="*/ 307 h 330"/>
                <a:gd name="T42" fmla="*/ 154 w 316"/>
                <a:gd name="T43" fmla="*/ 330 h 330"/>
                <a:gd name="T44" fmla="*/ 223 w 316"/>
                <a:gd name="T45" fmla="*/ 314 h 330"/>
                <a:gd name="T46" fmla="*/ 258 w 316"/>
                <a:gd name="T47" fmla="*/ 286 h 330"/>
                <a:gd name="T48" fmla="*/ 258 w 316"/>
                <a:gd name="T49" fmla="*/ 325 h 330"/>
                <a:gd name="T50" fmla="*/ 316 w 316"/>
                <a:gd name="T51" fmla="*/ 325 h 330"/>
                <a:gd name="T52" fmla="*/ 316 w 316"/>
                <a:gd name="T53" fmla="*/ 5 h 330"/>
                <a:gd name="T54" fmla="*/ 258 w 316"/>
                <a:gd name="T55" fmla="*/ 5 h 330"/>
                <a:gd name="T56" fmla="*/ 258 w 316"/>
                <a:gd name="T57" fmla="*/ 44 h 3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316" h="330">
                  <a:moveTo>
                    <a:pt x="249" y="221"/>
                  </a:moveTo>
                  <a:cubicBezTo>
                    <a:pt x="241" y="237"/>
                    <a:pt x="230" y="251"/>
                    <a:pt x="215" y="261"/>
                  </a:cubicBezTo>
                  <a:cubicBezTo>
                    <a:pt x="201" y="271"/>
                    <a:pt x="182" y="276"/>
                    <a:pt x="160" y="276"/>
                  </a:cubicBezTo>
                  <a:cubicBezTo>
                    <a:pt x="139" y="276"/>
                    <a:pt x="120" y="271"/>
                    <a:pt x="105" y="261"/>
                  </a:cubicBezTo>
                  <a:cubicBezTo>
                    <a:pt x="90" y="251"/>
                    <a:pt x="78" y="237"/>
                    <a:pt x="70" y="221"/>
                  </a:cubicBezTo>
                  <a:cubicBezTo>
                    <a:pt x="62" y="204"/>
                    <a:pt x="57" y="185"/>
                    <a:pt x="57" y="165"/>
                  </a:cubicBezTo>
                  <a:cubicBezTo>
                    <a:pt x="57" y="145"/>
                    <a:pt x="61" y="126"/>
                    <a:pt x="70" y="109"/>
                  </a:cubicBezTo>
                  <a:cubicBezTo>
                    <a:pt x="78" y="93"/>
                    <a:pt x="90" y="79"/>
                    <a:pt x="105" y="69"/>
                  </a:cubicBezTo>
                  <a:cubicBezTo>
                    <a:pt x="121" y="59"/>
                    <a:pt x="139" y="54"/>
                    <a:pt x="160" y="54"/>
                  </a:cubicBezTo>
                  <a:cubicBezTo>
                    <a:pt x="182" y="54"/>
                    <a:pt x="201" y="59"/>
                    <a:pt x="215" y="69"/>
                  </a:cubicBezTo>
                  <a:cubicBezTo>
                    <a:pt x="230" y="79"/>
                    <a:pt x="241" y="92"/>
                    <a:pt x="249" y="109"/>
                  </a:cubicBezTo>
                  <a:cubicBezTo>
                    <a:pt x="257" y="126"/>
                    <a:pt x="261" y="145"/>
                    <a:pt x="261" y="165"/>
                  </a:cubicBezTo>
                  <a:cubicBezTo>
                    <a:pt x="261" y="185"/>
                    <a:pt x="257" y="204"/>
                    <a:pt x="249" y="221"/>
                  </a:cubicBezTo>
                  <a:moveTo>
                    <a:pt x="258" y="44"/>
                  </a:moveTo>
                  <a:cubicBezTo>
                    <a:pt x="248" y="33"/>
                    <a:pt x="236" y="23"/>
                    <a:pt x="223" y="16"/>
                  </a:cubicBezTo>
                  <a:cubicBezTo>
                    <a:pt x="204" y="6"/>
                    <a:pt x="181" y="0"/>
                    <a:pt x="154" y="0"/>
                  </a:cubicBezTo>
                  <a:cubicBezTo>
                    <a:pt x="123" y="0"/>
                    <a:pt x="96" y="8"/>
                    <a:pt x="73" y="23"/>
                  </a:cubicBezTo>
                  <a:cubicBezTo>
                    <a:pt x="50" y="37"/>
                    <a:pt x="31" y="57"/>
                    <a:pt x="19" y="82"/>
                  </a:cubicBezTo>
                  <a:cubicBezTo>
                    <a:pt x="6" y="107"/>
                    <a:pt x="0" y="135"/>
                    <a:pt x="0" y="165"/>
                  </a:cubicBezTo>
                  <a:cubicBezTo>
                    <a:pt x="0" y="195"/>
                    <a:pt x="6" y="223"/>
                    <a:pt x="19" y="248"/>
                  </a:cubicBezTo>
                  <a:cubicBezTo>
                    <a:pt x="31" y="273"/>
                    <a:pt x="50" y="293"/>
                    <a:pt x="73" y="307"/>
                  </a:cubicBezTo>
                  <a:cubicBezTo>
                    <a:pt x="96" y="322"/>
                    <a:pt x="123" y="330"/>
                    <a:pt x="154" y="330"/>
                  </a:cubicBezTo>
                  <a:cubicBezTo>
                    <a:pt x="181" y="330"/>
                    <a:pt x="204" y="324"/>
                    <a:pt x="223" y="314"/>
                  </a:cubicBezTo>
                  <a:cubicBezTo>
                    <a:pt x="236" y="307"/>
                    <a:pt x="248" y="297"/>
                    <a:pt x="258" y="286"/>
                  </a:cubicBezTo>
                  <a:cubicBezTo>
                    <a:pt x="258" y="325"/>
                    <a:pt x="258" y="325"/>
                    <a:pt x="258" y="325"/>
                  </a:cubicBezTo>
                  <a:cubicBezTo>
                    <a:pt x="316" y="325"/>
                    <a:pt x="316" y="325"/>
                    <a:pt x="316" y="325"/>
                  </a:cubicBezTo>
                  <a:cubicBezTo>
                    <a:pt x="316" y="5"/>
                    <a:pt x="316" y="5"/>
                    <a:pt x="316" y="5"/>
                  </a:cubicBezTo>
                  <a:cubicBezTo>
                    <a:pt x="258" y="5"/>
                    <a:pt x="258" y="5"/>
                    <a:pt x="258" y="5"/>
                  </a:cubicBezTo>
                  <a:lnTo>
                    <a:pt x="258" y="4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9" name="Freeform 6">
              <a:extLst>
                <a:ext uri="{FF2B5EF4-FFF2-40B4-BE49-F238E27FC236}">
                  <a16:creationId xmlns:a16="http://schemas.microsoft.com/office/drawing/2014/main" id="{3412CF88-3170-419E-9B30-A7EEBE95F39A}"/>
                </a:ext>
              </a:extLst>
            </p:cNvPr>
            <p:cNvSpPr>
              <a:spLocks/>
            </p:cNvSpPr>
            <p:nvPr/>
          </p:nvSpPr>
          <p:spPr bwMode="auto">
            <a:xfrm>
              <a:off x="8466138" y="2481263"/>
              <a:ext cx="1066800" cy="1227138"/>
            </a:xfrm>
            <a:custGeom>
              <a:avLst/>
              <a:gdLst>
                <a:gd name="T0" fmla="*/ 128 w 283"/>
                <a:gd name="T1" fmla="*/ 325 h 325"/>
                <a:gd name="T2" fmla="*/ 193 w 283"/>
                <a:gd name="T3" fmla="*/ 308 h 325"/>
                <a:gd name="T4" fmla="*/ 225 w 283"/>
                <a:gd name="T5" fmla="*/ 282 h 325"/>
                <a:gd name="T6" fmla="*/ 225 w 283"/>
                <a:gd name="T7" fmla="*/ 320 h 325"/>
                <a:gd name="T8" fmla="*/ 283 w 283"/>
                <a:gd name="T9" fmla="*/ 320 h 325"/>
                <a:gd name="T10" fmla="*/ 283 w 283"/>
                <a:gd name="T11" fmla="*/ 0 h 325"/>
                <a:gd name="T12" fmla="*/ 225 w 283"/>
                <a:gd name="T13" fmla="*/ 0 h 325"/>
                <a:gd name="T14" fmla="*/ 225 w 283"/>
                <a:gd name="T15" fmla="*/ 183 h 325"/>
                <a:gd name="T16" fmla="*/ 213 w 283"/>
                <a:gd name="T17" fmla="*/ 229 h 325"/>
                <a:gd name="T18" fmla="*/ 181 w 283"/>
                <a:gd name="T19" fmla="*/ 260 h 325"/>
                <a:gd name="T20" fmla="*/ 138 w 283"/>
                <a:gd name="T21" fmla="*/ 271 h 325"/>
                <a:gd name="T22" fmla="*/ 80 w 283"/>
                <a:gd name="T23" fmla="*/ 247 h 325"/>
                <a:gd name="T24" fmla="*/ 57 w 283"/>
                <a:gd name="T25" fmla="*/ 184 h 325"/>
                <a:gd name="T26" fmla="*/ 57 w 283"/>
                <a:gd name="T27" fmla="*/ 0 h 325"/>
                <a:gd name="T28" fmla="*/ 0 w 283"/>
                <a:gd name="T29" fmla="*/ 0 h 325"/>
                <a:gd name="T30" fmla="*/ 0 w 283"/>
                <a:gd name="T31" fmla="*/ 185 h 325"/>
                <a:gd name="T32" fmla="*/ 18 w 283"/>
                <a:gd name="T33" fmla="*/ 262 h 325"/>
                <a:gd name="T34" fmla="*/ 66 w 283"/>
                <a:gd name="T35" fmla="*/ 309 h 325"/>
                <a:gd name="T36" fmla="*/ 128 w 283"/>
                <a:gd name="T37" fmla="*/ 325 h 3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83" h="325">
                  <a:moveTo>
                    <a:pt x="128" y="325"/>
                  </a:moveTo>
                  <a:cubicBezTo>
                    <a:pt x="154" y="325"/>
                    <a:pt x="176" y="319"/>
                    <a:pt x="193" y="308"/>
                  </a:cubicBezTo>
                  <a:cubicBezTo>
                    <a:pt x="205" y="301"/>
                    <a:pt x="215" y="292"/>
                    <a:pt x="225" y="282"/>
                  </a:cubicBezTo>
                  <a:cubicBezTo>
                    <a:pt x="225" y="320"/>
                    <a:pt x="225" y="320"/>
                    <a:pt x="225" y="320"/>
                  </a:cubicBezTo>
                  <a:cubicBezTo>
                    <a:pt x="283" y="320"/>
                    <a:pt x="283" y="320"/>
                    <a:pt x="283" y="320"/>
                  </a:cubicBezTo>
                  <a:cubicBezTo>
                    <a:pt x="283" y="0"/>
                    <a:pt x="283" y="0"/>
                    <a:pt x="283" y="0"/>
                  </a:cubicBezTo>
                  <a:cubicBezTo>
                    <a:pt x="225" y="0"/>
                    <a:pt x="225" y="0"/>
                    <a:pt x="225" y="0"/>
                  </a:cubicBezTo>
                  <a:cubicBezTo>
                    <a:pt x="225" y="183"/>
                    <a:pt x="225" y="183"/>
                    <a:pt x="225" y="183"/>
                  </a:cubicBezTo>
                  <a:cubicBezTo>
                    <a:pt x="225" y="201"/>
                    <a:pt x="221" y="216"/>
                    <a:pt x="213" y="229"/>
                  </a:cubicBezTo>
                  <a:cubicBezTo>
                    <a:pt x="205" y="242"/>
                    <a:pt x="195" y="252"/>
                    <a:pt x="181" y="260"/>
                  </a:cubicBezTo>
                  <a:cubicBezTo>
                    <a:pt x="169" y="267"/>
                    <a:pt x="154" y="271"/>
                    <a:pt x="138" y="271"/>
                  </a:cubicBezTo>
                  <a:cubicBezTo>
                    <a:pt x="114" y="271"/>
                    <a:pt x="95" y="263"/>
                    <a:pt x="80" y="247"/>
                  </a:cubicBezTo>
                  <a:cubicBezTo>
                    <a:pt x="65" y="232"/>
                    <a:pt x="57" y="210"/>
                    <a:pt x="57" y="184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85"/>
                    <a:pt x="0" y="185"/>
                    <a:pt x="0" y="185"/>
                  </a:cubicBezTo>
                  <a:cubicBezTo>
                    <a:pt x="0" y="215"/>
                    <a:pt x="6" y="241"/>
                    <a:pt x="18" y="262"/>
                  </a:cubicBezTo>
                  <a:cubicBezTo>
                    <a:pt x="30" y="282"/>
                    <a:pt x="46" y="298"/>
                    <a:pt x="66" y="309"/>
                  </a:cubicBezTo>
                  <a:cubicBezTo>
                    <a:pt x="86" y="319"/>
                    <a:pt x="107" y="325"/>
                    <a:pt x="128" y="325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0" name="Freeform 7">
              <a:extLst>
                <a:ext uri="{FF2B5EF4-FFF2-40B4-BE49-F238E27FC236}">
                  <a16:creationId xmlns:a16="http://schemas.microsoft.com/office/drawing/2014/main" id="{1CDF237D-D6AE-431D-820D-0FE0B8CF5AA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47950" y="4157663"/>
              <a:ext cx="1017588" cy="1436688"/>
            </a:xfrm>
            <a:custGeom>
              <a:avLst/>
              <a:gdLst>
                <a:gd name="T0" fmla="*/ 213 w 270"/>
                <a:gd name="T1" fmla="*/ 288 h 381"/>
                <a:gd name="T2" fmla="*/ 184 w 270"/>
                <a:gd name="T3" fmla="*/ 323 h 381"/>
                <a:gd name="T4" fmla="*/ 137 w 270"/>
                <a:gd name="T5" fmla="*/ 335 h 381"/>
                <a:gd name="T6" fmla="*/ 90 w 270"/>
                <a:gd name="T7" fmla="*/ 323 h 381"/>
                <a:gd name="T8" fmla="*/ 60 w 270"/>
                <a:gd name="T9" fmla="*/ 288 h 381"/>
                <a:gd name="T10" fmla="*/ 49 w 270"/>
                <a:gd name="T11" fmla="*/ 241 h 381"/>
                <a:gd name="T12" fmla="*/ 60 w 270"/>
                <a:gd name="T13" fmla="*/ 193 h 381"/>
                <a:gd name="T14" fmla="*/ 90 w 270"/>
                <a:gd name="T15" fmla="*/ 159 h 381"/>
                <a:gd name="T16" fmla="*/ 137 w 270"/>
                <a:gd name="T17" fmla="*/ 146 h 381"/>
                <a:gd name="T18" fmla="*/ 184 w 270"/>
                <a:gd name="T19" fmla="*/ 159 h 381"/>
                <a:gd name="T20" fmla="*/ 213 w 270"/>
                <a:gd name="T21" fmla="*/ 193 h 381"/>
                <a:gd name="T22" fmla="*/ 223 w 270"/>
                <a:gd name="T23" fmla="*/ 241 h 381"/>
                <a:gd name="T24" fmla="*/ 213 w 270"/>
                <a:gd name="T25" fmla="*/ 288 h 381"/>
                <a:gd name="T26" fmla="*/ 221 w 270"/>
                <a:gd name="T27" fmla="*/ 138 h 381"/>
                <a:gd name="T28" fmla="*/ 190 w 270"/>
                <a:gd name="T29" fmla="*/ 114 h 381"/>
                <a:gd name="T30" fmla="*/ 132 w 270"/>
                <a:gd name="T31" fmla="*/ 101 h 381"/>
                <a:gd name="T32" fmla="*/ 62 w 270"/>
                <a:gd name="T33" fmla="*/ 120 h 381"/>
                <a:gd name="T34" fmla="*/ 16 w 270"/>
                <a:gd name="T35" fmla="*/ 170 h 381"/>
                <a:gd name="T36" fmla="*/ 0 w 270"/>
                <a:gd name="T37" fmla="*/ 241 h 381"/>
                <a:gd name="T38" fmla="*/ 16 w 270"/>
                <a:gd name="T39" fmla="*/ 311 h 381"/>
                <a:gd name="T40" fmla="*/ 62 w 270"/>
                <a:gd name="T41" fmla="*/ 362 h 381"/>
                <a:gd name="T42" fmla="*/ 132 w 270"/>
                <a:gd name="T43" fmla="*/ 381 h 381"/>
                <a:gd name="T44" fmla="*/ 190 w 270"/>
                <a:gd name="T45" fmla="*/ 368 h 381"/>
                <a:gd name="T46" fmla="*/ 221 w 270"/>
                <a:gd name="T47" fmla="*/ 344 h 381"/>
                <a:gd name="T48" fmla="*/ 221 w 270"/>
                <a:gd name="T49" fmla="*/ 377 h 381"/>
                <a:gd name="T50" fmla="*/ 270 w 270"/>
                <a:gd name="T51" fmla="*/ 377 h 381"/>
                <a:gd name="T52" fmla="*/ 270 w 270"/>
                <a:gd name="T53" fmla="*/ 0 h 381"/>
                <a:gd name="T54" fmla="*/ 221 w 270"/>
                <a:gd name="T55" fmla="*/ 0 h 381"/>
                <a:gd name="T56" fmla="*/ 221 w 270"/>
                <a:gd name="T57" fmla="*/ 138 h 3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70" h="381">
                  <a:moveTo>
                    <a:pt x="213" y="288"/>
                  </a:moveTo>
                  <a:cubicBezTo>
                    <a:pt x="206" y="303"/>
                    <a:pt x="196" y="314"/>
                    <a:pt x="184" y="323"/>
                  </a:cubicBezTo>
                  <a:cubicBezTo>
                    <a:pt x="171" y="331"/>
                    <a:pt x="156" y="335"/>
                    <a:pt x="137" y="335"/>
                  </a:cubicBezTo>
                  <a:cubicBezTo>
                    <a:pt x="119" y="335"/>
                    <a:pt x="103" y="331"/>
                    <a:pt x="90" y="323"/>
                  </a:cubicBezTo>
                  <a:cubicBezTo>
                    <a:pt x="77" y="314"/>
                    <a:pt x="67" y="303"/>
                    <a:pt x="60" y="288"/>
                  </a:cubicBezTo>
                  <a:cubicBezTo>
                    <a:pt x="53" y="274"/>
                    <a:pt x="49" y="258"/>
                    <a:pt x="49" y="241"/>
                  </a:cubicBezTo>
                  <a:cubicBezTo>
                    <a:pt x="49" y="224"/>
                    <a:pt x="53" y="208"/>
                    <a:pt x="60" y="193"/>
                  </a:cubicBezTo>
                  <a:cubicBezTo>
                    <a:pt x="67" y="179"/>
                    <a:pt x="77" y="168"/>
                    <a:pt x="90" y="159"/>
                  </a:cubicBezTo>
                  <a:cubicBezTo>
                    <a:pt x="103" y="151"/>
                    <a:pt x="119" y="146"/>
                    <a:pt x="137" y="146"/>
                  </a:cubicBezTo>
                  <a:cubicBezTo>
                    <a:pt x="156" y="146"/>
                    <a:pt x="171" y="151"/>
                    <a:pt x="184" y="159"/>
                  </a:cubicBezTo>
                  <a:cubicBezTo>
                    <a:pt x="196" y="168"/>
                    <a:pt x="206" y="179"/>
                    <a:pt x="213" y="193"/>
                  </a:cubicBezTo>
                  <a:cubicBezTo>
                    <a:pt x="219" y="208"/>
                    <a:pt x="223" y="224"/>
                    <a:pt x="223" y="241"/>
                  </a:cubicBezTo>
                  <a:cubicBezTo>
                    <a:pt x="223" y="258"/>
                    <a:pt x="219" y="274"/>
                    <a:pt x="213" y="288"/>
                  </a:cubicBezTo>
                  <a:moveTo>
                    <a:pt x="221" y="138"/>
                  </a:moveTo>
                  <a:cubicBezTo>
                    <a:pt x="212" y="128"/>
                    <a:pt x="202" y="120"/>
                    <a:pt x="190" y="114"/>
                  </a:cubicBezTo>
                  <a:cubicBezTo>
                    <a:pt x="174" y="105"/>
                    <a:pt x="154" y="101"/>
                    <a:pt x="132" y="101"/>
                  </a:cubicBezTo>
                  <a:cubicBezTo>
                    <a:pt x="106" y="101"/>
                    <a:pt x="82" y="107"/>
                    <a:pt x="62" y="120"/>
                  </a:cubicBezTo>
                  <a:cubicBezTo>
                    <a:pt x="43" y="132"/>
                    <a:pt x="27" y="149"/>
                    <a:pt x="16" y="170"/>
                  </a:cubicBezTo>
                  <a:cubicBezTo>
                    <a:pt x="6" y="191"/>
                    <a:pt x="0" y="215"/>
                    <a:pt x="0" y="241"/>
                  </a:cubicBezTo>
                  <a:cubicBezTo>
                    <a:pt x="0" y="266"/>
                    <a:pt x="6" y="290"/>
                    <a:pt x="16" y="311"/>
                  </a:cubicBezTo>
                  <a:cubicBezTo>
                    <a:pt x="27" y="333"/>
                    <a:pt x="43" y="350"/>
                    <a:pt x="62" y="362"/>
                  </a:cubicBezTo>
                  <a:cubicBezTo>
                    <a:pt x="82" y="375"/>
                    <a:pt x="106" y="381"/>
                    <a:pt x="132" y="381"/>
                  </a:cubicBezTo>
                  <a:cubicBezTo>
                    <a:pt x="154" y="381"/>
                    <a:pt x="174" y="377"/>
                    <a:pt x="190" y="368"/>
                  </a:cubicBezTo>
                  <a:cubicBezTo>
                    <a:pt x="202" y="361"/>
                    <a:pt x="212" y="354"/>
                    <a:pt x="221" y="344"/>
                  </a:cubicBezTo>
                  <a:cubicBezTo>
                    <a:pt x="221" y="377"/>
                    <a:pt x="221" y="377"/>
                    <a:pt x="221" y="377"/>
                  </a:cubicBezTo>
                  <a:cubicBezTo>
                    <a:pt x="270" y="377"/>
                    <a:pt x="270" y="377"/>
                    <a:pt x="270" y="377"/>
                  </a:cubicBezTo>
                  <a:cubicBezTo>
                    <a:pt x="270" y="0"/>
                    <a:pt x="270" y="0"/>
                    <a:pt x="270" y="0"/>
                  </a:cubicBezTo>
                  <a:cubicBezTo>
                    <a:pt x="221" y="0"/>
                    <a:pt x="221" y="0"/>
                    <a:pt x="221" y="0"/>
                  </a:cubicBezTo>
                  <a:lnTo>
                    <a:pt x="221" y="13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1" name="Freeform 8">
              <a:extLst>
                <a:ext uri="{FF2B5EF4-FFF2-40B4-BE49-F238E27FC236}">
                  <a16:creationId xmlns:a16="http://schemas.microsoft.com/office/drawing/2014/main" id="{76D690A7-A2D2-47D7-B7CA-440B2E6BBA9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81425" y="4538663"/>
              <a:ext cx="1017588" cy="1055688"/>
            </a:xfrm>
            <a:custGeom>
              <a:avLst/>
              <a:gdLst>
                <a:gd name="T0" fmla="*/ 52 w 270"/>
                <a:gd name="T1" fmla="*/ 114 h 280"/>
                <a:gd name="T2" fmla="*/ 78 w 270"/>
                <a:gd name="T3" fmla="*/ 66 h 280"/>
                <a:gd name="T4" fmla="*/ 135 w 270"/>
                <a:gd name="T5" fmla="*/ 45 h 280"/>
                <a:gd name="T6" fmla="*/ 192 w 270"/>
                <a:gd name="T7" fmla="*/ 66 h 280"/>
                <a:gd name="T8" fmla="*/ 218 w 270"/>
                <a:gd name="T9" fmla="*/ 114 h 280"/>
                <a:gd name="T10" fmla="*/ 52 w 270"/>
                <a:gd name="T11" fmla="*/ 114 h 280"/>
                <a:gd name="T12" fmla="*/ 207 w 270"/>
                <a:gd name="T13" fmla="*/ 19 h 280"/>
                <a:gd name="T14" fmla="*/ 135 w 270"/>
                <a:gd name="T15" fmla="*/ 0 h 280"/>
                <a:gd name="T16" fmla="*/ 63 w 270"/>
                <a:gd name="T17" fmla="*/ 19 h 280"/>
                <a:gd name="T18" fmla="*/ 17 w 270"/>
                <a:gd name="T19" fmla="*/ 69 h 280"/>
                <a:gd name="T20" fmla="*/ 0 w 270"/>
                <a:gd name="T21" fmla="*/ 140 h 280"/>
                <a:gd name="T22" fmla="*/ 17 w 270"/>
                <a:gd name="T23" fmla="*/ 210 h 280"/>
                <a:gd name="T24" fmla="*/ 66 w 270"/>
                <a:gd name="T25" fmla="*/ 261 h 280"/>
                <a:gd name="T26" fmla="*/ 138 w 270"/>
                <a:gd name="T27" fmla="*/ 280 h 280"/>
                <a:gd name="T28" fmla="*/ 217 w 270"/>
                <a:gd name="T29" fmla="*/ 257 h 280"/>
                <a:gd name="T30" fmla="*/ 262 w 270"/>
                <a:gd name="T31" fmla="*/ 197 h 280"/>
                <a:gd name="T32" fmla="*/ 265 w 270"/>
                <a:gd name="T33" fmla="*/ 190 h 280"/>
                <a:gd name="T34" fmla="*/ 211 w 270"/>
                <a:gd name="T35" fmla="*/ 190 h 280"/>
                <a:gd name="T36" fmla="*/ 210 w 270"/>
                <a:gd name="T37" fmla="*/ 193 h 280"/>
                <a:gd name="T38" fmla="*/ 182 w 270"/>
                <a:gd name="T39" fmla="*/ 223 h 280"/>
                <a:gd name="T40" fmla="*/ 138 w 270"/>
                <a:gd name="T41" fmla="*/ 234 h 280"/>
                <a:gd name="T42" fmla="*/ 95 w 270"/>
                <a:gd name="T43" fmla="*/ 224 h 280"/>
                <a:gd name="T44" fmla="*/ 65 w 270"/>
                <a:gd name="T45" fmla="*/ 195 h 280"/>
                <a:gd name="T46" fmla="*/ 52 w 270"/>
                <a:gd name="T47" fmla="*/ 161 h 280"/>
                <a:gd name="T48" fmla="*/ 270 w 270"/>
                <a:gd name="T49" fmla="*/ 161 h 280"/>
                <a:gd name="T50" fmla="*/ 270 w 270"/>
                <a:gd name="T51" fmla="*/ 140 h 280"/>
                <a:gd name="T52" fmla="*/ 254 w 270"/>
                <a:gd name="T53" fmla="*/ 69 h 280"/>
                <a:gd name="T54" fmla="*/ 207 w 270"/>
                <a:gd name="T55" fmla="*/ 19 h 2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270" h="280">
                  <a:moveTo>
                    <a:pt x="52" y="114"/>
                  </a:moveTo>
                  <a:cubicBezTo>
                    <a:pt x="56" y="95"/>
                    <a:pt x="65" y="79"/>
                    <a:pt x="78" y="66"/>
                  </a:cubicBezTo>
                  <a:cubicBezTo>
                    <a:pt x="92" y="52"/>
                    <a:pt x="112" y="45"/>
                    <a:pt x="135" y="45"/>
                  </a:cubicBezTo>
                  <a:cubicBezTo>
                    <a:pt x="159" y="45"/>
                    <a:pt x="178" y="52"/>
                    <a:pt x="192" y="66"/>
                  </a:cubicBezTo>
                  <a:cubicBezTo>
                    <a:pt x="206" y="79"/>
                    <a:pt x="214" y="95"/>
                    <a:pt x="218" y="114"/>
                  </a:cubicBezTo>
                  <a:lnTo>
                    <a:pt x="52" y="114"/>
                  </a:lnTo>
                  <a:close/>
                  <a:moveTo>
                    <a:pt x="207" y="19"/>
                  </a:moveTo>
                  <a:cubicBezTo>
                    <a:pt x="187" y="6"/>
                    <a:pt x="163" y="0"/>
                    <a:pt x="135" y="0"/>
                  </a:cubicBezTo>
                  <a:cubicBezTo>
                    <a:pt x="108" y="0"/>
                    <a:pt x="84" y="6"/>
                    <a:pt x="63" y="19"/>
                  </a:cubicBezTo>
                  <a:cubicBezTo>
                    <a:pt x="43" y="31"/>
                    <a:pt x="27" y="48"/>
                    <a:pt x="17" y="69"/>
                  </a:cubicBezTo>
                  <a:cubicBezTo>
                    <a:pt x="6" y="90"/>
                    <a:pt x="0" y="114"/>
                    <a:pt x="0" y="140"/>
                  </a:cubicBezTo>
                  <a:cubicBezTo>
                    <a:pt x="0" y="165"/>
                    <a:pt x="6" y="189"/>
                    <a:pt x="17" y="210"/>
                  </a:cubicBezTo>
                  <a:cubicBezTo>
                    <a:pt x="29" y="232"/>
                    <a:pt x="45" y="249"/>
                    <a:pt x="66" y="261"/>
                  </a:cubicBezTo>
                  <a:cubicBezTo>
                    <a:pt x="86" y="274"/>
                    <a:pt x="110" y="280"/>
                    <a:pt x="138" y="280"/>
                  </a:cubicBezTo>
                  <a:cubicBezTo>
                    <a:pt x="170" y="280"/>
                    <a:pt x="197" y="272"/>
                    <a:pt x="217" y="257"/>
                  </a:cubicBezTo>
                  <a:cubicBezTo>
                    <a:pt x="237" y="241"/>
                    <a:pt x="253" y="221"/>
                    <a:pt x="262" y="197"/>
                  </a:cubicBezTo>
                  <a:cubicBezTo>
                    <a:pt x="265" y="190"/>
                    <a:pt x="265" y="190"/>
                    <a:pt x="265" y="190"/>
                  </a:cubicBezTo>
                  <a:cubicBezTo>
                    <a:pt x="211" y="190"/>
                    <a:pt x="211" y="190"/>
                    <a:pt x="211" y="190"/>
                  </a:cubicBezTo>
                  <a:cubicBezTo>
                    <a:pt x="210" y="193"/>
                    <a:pt x="210" y="193"/>
                    <a:pt x="210" y="193"/>
                  </a:cubicBezTo>
                  <a:cubicBezTo>
                    <a:pt x="203" y="205"/>
                    <a:pt x="194" y="215"/>
                    <a:pt x="182" y="223"/>
                  </a:cubicBezTo>
                  <a:cubicBezTo>
                    <a:pt x="171" y="231"/>
                    <a:pt x="156" y="234"/>
                    <a:pt x="138" y="234"/>
                  </a:cubicBezTo>
                  <a:cubicBezTo>
                    <a:pt x="122" y="234"/>
                    <a:pt x="107" y="231"/>
                    <a:pt x="95" y="224"/>
                  </a:cubicBezTo>
                  <a:cubicBezTo>
                    <a:pt x="82" y="217"/>
                    <a:pt x="72" y="207"/>
                    <a:pt x="65" y="195"/>
                  </a:cubicBezTo>
                  <a:cubicBezTo>
                    <a:pt x="58" y="185"/>
                    <a:pt x="54" y="173"/>
                    <a:pt x="52" y="161"/>
                  </a:cubicBezTo>
                  <a:cubicBezTo>
                    <a:pt x="270" y="161"/>
                    <a:pt x="270" y="161"/>
                    <a:pt x="270" y="161"/>
                  </a:cubicBezTo>
                  <a:cubicBezTo>
                    <a:pt x="270" y="140"/>
                    <a:pt x="270" y="140"/>
                    <a:pt x="270" y="140"/>
                  </a:cubicBezTo>
                  <a:cubicBezTo>
                    <a:pt x="270" y="114"/>
                    <a:pt x="265" y="90"/>
                    <a:pt x="254" y="69"/>
                  </a:cubicBezTo>
                  <a:cubicBezTo>
                    <a:pt x="243" y="48"/>
                    <a:pt x="227" y="31"/>
                    <a:pt x="207" y="1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2" name="Freeform 9">
              <a:extLst>
                <a:ext uri="{FF2B5EF4-FFF2-40B4-BE49-F238E27FC236}">
                  <a16:creationId xmlns:a16="http://schemas.microsoft.com/office/drawing/2014/main" id="{C8686CD1-40CD-4F96-B272-4216F01FEC5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424613" y="4538663"/>
              <a:ext cx="1016000" cy="1055688"/>
            </a:xfrm>
            <a:custGeom>
              <a:avLst/>
              <a:gdLst>
                <a:gd name="T0" fmla="*/ 213 w 270"/>
                <a:gd name="T1" fmla="*/ 187 h 280"/>
                <a:gd name="T2" fmla="*/ 184 w 270"/>
                <a:gd name="T3" fmla="*/ 222 h 280"/>
                <a:gd name="T4" fmla="*/ 137 w 270"/>
                <a:gd name="T5" fmla="*/ 234 h 280"/>
                <a:gd name="T6" fmla="*/ 90 w 270"/>
                <a:gd name="T7" fmla="*/ 222 h 280"/>
                <a:gd name="T8" fmla="*/ 60 w 270"/>
                <a:gd name="T9" fmla="*/ 187 h 280"/>
                <a:gd name="T10" fmla="*/ 49 w 270"/>
                <a:gd name="T11" fmla="*/ 140 h 280"/>
                <a:gd name="T12" fmla="*/ 60 w 270"/>
                <a:gd name="T13" fmla="*/ 92 h 280"/>
                <a:gd name="T14" fmla="*/ 90 w 270"/>
                <a:gd name="T15" fmla="*/ 58 h 280"/>
                <a:gd name="T16" fmla="*/ 137 w 270"/>
                <a:gd name="T17" fmla="*/ 45 h 280"/>
                <a:gd name="T18" fmla="*/ 184 w 270"/>
                <a:gd name="T19" fmla="*/ 58 h 280"/>
                <a:gd name="T20" fmla="*/ 213 w 270"/>
                <a:gd name="T21" fmla="*/ 92 h 280"/>
                <a:gd name="T22" fmla="*/ 223 w 270"/>
                <a:gd name="T23" fmla="*/ 140 h 280"/>
                <a:gd name="T24" fmla="*/ 213 w 270"/>
                <a:gd name="T25" fmla="*/ 187 h 280"/>
                <a:gd name="T26" fmla="*/ 221 w 270"/>
                <a:gd name="T27" fmla="*/ 37 h 280"/>
                <a:gd name="T28" fmla="*/ 190 w 270"/>
                <a:gd name="T29" fmla="*/ 13 h 280"/>
                <a:gd name="T30" fmla="*/ 132 w 270"/>
                <a:gd name="T31" fmla="*/ 0 h 280"/>
                <a:gd name="T32" fmla="*/ 62 w 270"/>
                <a:gd name="T33" fmla="*/ 19 h 280"/>
                <a:gd name="T34" fmla="*/ 16 w 270"/>
                <a:gd name="T35" fmla="*/ 69 h 280"/>
                <a:gd name="T36" fmla="*/ 0 w 270"/>
                <a:gd name="T37" fmla="*/ 140 h 280"/>
                <a:gd name="T38" fmla="*/ 16 w 270"/>
                <a:gd name="T39" fmla="*/ 210 h 280"/>
                <a:gd name="T40" fmla="*/ 62 w 270"/>
                <a:gd name="T41" fmla="*/ 261 h 280"/>
                <a:gd name="T42" fmla="*/ 132 w 270"/>
                <a:gd name="T43" fmla="*/ 280 h 280"/>
                <a:gd name="T44" fmla="*/ 190 w 270"/>
                <a:gd name="T45" fmla="*/ 267 h 280"/>
                <a:gd name="T46" fmla="*/ 221 w 270"/>
                <a:gd name="T47" fmla="*/ 243 h 280"/>
                <a:gd name="T48" fmla="*/ 221 w 270"/>
                <a:gd name="T49" fmla="*/ 276 h 280"/>
                <a:gd name="T50" fmla="*/ 270 w 270"/>
                <a:gd name="T51" fmla="*/ 276 h 280"/>
                <a:gd name="T52" fmla="*/ 270 w 270"/>
                <a:gd name="T53" fmla="*/ 4 h 280"/>
                <a:gd name="T54" fmla="*/ 221 w 270"/>
                <a:gd name="T55" fmla="*/ 4 h 280"/>
                <a:gd name="T56" fmla="*/ 221 w 270"/>
                <a:gd name="T57" fmla="*/ 37 h 2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70" h="280">
                  <a:moveTo>
                    <a:pt x="213" y="187"/>
                  </a:moveTo>
                  <a:cubicBezTo>
                    <a:pt x="206" y="202"/>
                    <a:pt x="196" y="213"/>
                    <a:pt x="184" y="222"/>
                  </a:cubicBezTo>
                  <a:cubicBezTo>
                    <a:pt x="171" y="230"/>
                    <a:pt x="155" y="234"/>
                    <a:pt x="137" y="234"/>
                  </a:cubicBezTo>
                  <a:cubicBezTo>
                    <a:pt x="119" y="234"/>
                    <a:pt x="103" y="230"/>
                    <a:pt x="90" y="222"/>
                  </a:cubicBezTo>
                  <a:cubicBezTo>
                    <a:pt x="77" y="213"/>
                    <a:pt x="67" y="202"/>
                    <a:pt x="60" y="187"/>
                  </a:cubicBezTo>
                  <a:cubicBezTo>
                    <a:pt x="53" y="173"/>
                    <a:pt x="49" y="157"/>
                    <a:pt x="49" y="140"/>
                  </a:cubicBezTo>
                  <a:cubicBezTo>
                    <a:pt x="49" y="123"/>
                    <a:pt x="53" y="107"/>
                    <a:pt x="60" y="92"/>
                  </a:cubicBezTo>
                  <a:cubicBezTo>
                    <a:pt x="67" y="78"/>
                    <a:pt x="77" y="67"/>
                    <a:pt x="90" y="58"/>
                  </a:cubicBezTo>
                  <a:cubicBezTo>
                    <a:pt x="103" y="50"/>
                    <a:pt x="119" y="45"/>
                    <a:pt x="137" y="45"/>
                  </a:cubicBezTo>
                  <a:cubicBezTo>
                    <a:pt x="155" y="45"/>
                    <a:pt x="171" y="50"/>
                    <a:pt x="184" y="58"/>
                  </a:cubicBezTo>
                  <a:cubicBezTo>
                    <a:pt x="196" y="67"/>
                    <a:pt x="206" y="78"/>
                    <a:pt x="213" y="92"/>
                  </a:cubicBezTo>
                  <a:cubicBezTo>
                    <a:pt x="219" y="107"/>
                    <a:pt x="223" y="123"/>
                    <a:pt x="223" y="140"/>
                  </a:cubicBezTo>
                  <a:cubicBezTo>
                    <a:pt x="223" y="157"/>
                    <a:pt x="219" y="173"/>
                    <a:pt x="213" y="187"/>
                  </a:cubicBezTo>
                  <a:moveTo>
                    <a:pt x="221" y="37"/>
                  </a:moveTo>
                  <a:cubicBezTo>
                    <a:pt x="212" y="27"/>
                    <a:pt x="202" y="19"/>
                    <a:pt x="190" y="13"/>
                  </a:cubicBezTo>
                  <a:cubicBezTo>
                    <a:pt x="174" y="4"/>
                    <a:pt x="154" y="0"/>
                    <a:pt x="132" y="0"/>
                  </a:cubicBezTo>
                  <a:cubicBezTo>
                    <a:pt x="105" y="0"/>
                    <a:pt x="82" y="6"/>
                    <a:pt x="62" y="19"/>
                  </a:cubicBezTo>
                  <a:cubicBezTo>
                    <a:pt x="43" y="31"/>
                    <a:pt x="27" y="48"/>
                    <a:pt x="16" y="69"/>
                  </a:cubicBezTo>
                  <a:cubicBezTo>
                    <a:pt x="6" y="90"/>
                    <a:pt x="0" y="114"/>
                    <a:pt x="0" y="140"/>
                  </a:cubicBezTo>
                  <a:cubicBezTo>
                    <a:pt x="0" y="165"/>
                    <a:pt x="6" y="189"/>
                    <a:pt x="16" y="210"/>
                  </a:cubicBezTo>
                  <a:cubicBezTo>
                    <a:pt x="27" y="232"/>
                    <a:pt x="43" y="249"/>
                    <a:pt x="62" y="261"/>
                  </a:cubicBezTo>
                  <a:cubicBezTo>
                    <a:pt x="82" y="274"/>
                    <a:pt x="105" y="280"/>
                    <a:pt x="132" y="280"/>
                  </a:cubicBezTo>
                  <a:cubicBezTo>
                    <a:pt x="154" y="280"/>
                    <a:pt x="174" y="276"/>
                    <a:pt x="190" y="267"/>
                  </a:cubicBezTo>
                  <a:cubicBezTo>
                    <a:pt x="202" y="260"/>
                    <a:pt x="212" y="253"/>
                    <a:pt x="221" y="243"/>
                  </a:cubicBezTo>
                  <a:cubicBezTo>
                    <a:pt x="221" y="276"/>
                    <a:pt x="221" y="276"/>
                    <a:pt x="221" y="276"/>
                  </a:cubicBezTo>
                  <a:cubicBezTo>
                    <a:pt x="270" y="276"/>
                    <a:pt x="270" y="276"/>
                    <a:pt x="270" y="276"/>
                  </a:cubicBezTo>
                  <a:cubicBezTo>
                    <a:pt x="270" y="4"/>
                    <a:pt x="270" y="4"/>
                    <a:pt x="270" y="4"/>
                  </a:cubicBezTo>
                  <a:cubicBezTo>
                    <a:pt x="221" y="4"/>
                    <a:pt x="221" y="4"/>
                    <a:pt x="221" y="4"/>
                  </a:cubicBezTo>
                  <a:lnTo>
                    <a:pt x="221" y="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3" name="Freeform 10">
              <a:extLst>
                <a:ext uri="{FF2B5EF4-FFF2-40B4-BE49-F238E27FC236}">
                  <a16:creationId xmlns:a16="http://schemas.microsoft.com/office/drawing/2014/main" id="{CEBE74F7-1289-48C0-BFE2-A27E20FCA42F}"/>
                </a:ext>
              </a:extLst>
            </p:cNvPr>
            <p:cNvSpPr>
              <a:spLocks/>
            </p:cNvSpPr>
            <p:nvPr/>
          </p:nvSpPr>
          <p:spPr bwMode="auto">
            <a:xfrm>
              <a:off x="7659688" y="4538663"/>
              <a:ext cx="557213" cy="1041400"/>
            </a:xfrm>
            <a:custGeom>
              <a:avLst/>
              <a:gdLst>
                <a:gd name="T0" fmla="*/ 97 w 148"/>
                <a:gd name="T1" fmla="*/ 8 h 276"/>
                <a:gd name="T2" fmla="*/ 66 w 148"/>
                <a:gd name="T3" fmla="*/ 29 h 276"/>
                <a:gd name="T4" fmla="*/ 49 w 148"/>
                <a:gd name="T5" fmla="*/ 51 h 276"/>
                <a:gd name="T6" fmla="*/ 49 w 148"/>
                <a:gd name="T7" fmla="*/ 4 h 276"/>
                <a:gd name="T8" fmla="*/ 0 w 148"/>
                <a:gd name="T9" fmla="*/ 4 h 276"/>
                <a:gd name="T10" fmla="*/ 0 w 148"/>
                <a:gd name="T11" fmla="*/ 276 h 276"/>
                <a:gd name="T12" fmla="*/ 49 w 148"/>
                <a:gd name="T13" fmla="*/ 276 h 276"/>
                <a:gd name="T14" fmla="*/ 49 w 148"/>
                <a:gd name="T15" fmla="*/ 156 h 276"/>
                <a:gd name="T16" fmla="*/ 60 w 148"/>
                <a:gd name="T17" fmla="*/ 103 h 276"/>
                <a:gd name="T18" fmla="*/ 91 w 148"/>
                <a:gd name="T19" fmla="*/ 64 h 276"/>
                <a:gd name="T20" fmla="*/ 138 w 148"/>
                <a:gd name="T21" fmla="*/ 49 h 276"/>
                <a:gd name="T22" fmla="*/ 148 w 148"/>
                <a:gd name="T23" fmla="*/ 49 h 276"/>
                <a:gd name="T24" fmla="*/ 148 w 148"/>
                <a:gd name="T25" fmla="*/ 0 h 276"/>
                <a:gd name="T26" fmla="*/ 141 w 148"/>
                <a:gd name="T27" fmla="*/ 0 h 276"/>
                <a:gd name="T28" fmla="*/ 97 w 148"/>
                <a:gd name="T29" fmla="*/ 8 h 2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48" h="276">
                  <a:moveTo>
                    <a:pt x="97" y="8"/>
                  </a:moveTo>
                  <a:cubicBezTo>
                    <a:pt x="85" y="14"/>
                    <a:pt x="74" y="21"/>
                    <a:pt x="66" y="29"/>
                  </a:cubicBezTo>
                  <a:cubicBezTo>
                    <a:pt x="59" y="36"/>
                    <a:pt x="53" y="44"/>
                    <a:pt x="49" y="51"/>
                  </a:cubicBezTo>
                  <a:cubicBezTo>
                    <a:pt x="49" y="4"/>
                    <a:pt x="49" y="4"/>
                    <a:pt x="49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276"/>
                    <a:pt x="0" y="276"/>
                    <a:pt x="0" y="276"/>
                  </a:cubicBezTo>
                  <a:cubicBezTo>
                    <a:pt x="49" y="276"/>
                    <a:pt x="49" y="276"/>
                    <a:pt x="49" y="276"/>
                  </a:cubicBezTo>
                  <a:cubicBezTo>
                    <a:pt x="49" y="156"/>
                    <a:pt x="49" y="156"/>
                    <a:pt x="49" y="156"/>
                  </a:cubicBezTo>
                  <a:cubicBezTo>
                    <a:pt x="49" y="137"/>
                    <a:pt x="53" y="120"/>
                    <a:pt x="60" y="103"/>
                  </a:cubicBezTo>
                  <a:cubicBezTo>
                    <a:pt x="67" y="87"/>
                    <a:pt x="78" y="74"/>
                    <a:pt x="91" y="64"/>
                  </a:cubicBezTo>
                  <a:cubicBezTo>
                    <a:pt x="104" y="54"/>
                    <a:pt x="120" y="49"/>
                    <a:pt x="138" y="49"/>
                  </a:cubicBezTo>
                  <a:cubicBezTo>
                    <a:pt x="148" y="49"/>
                    <a:pt x="148" y="49"/>
                    <a:pt x="148" y="49"/>
                  </a:cubicBezTo>
                  <a:cubicBezTo>
                    <a:pt x="148" y="0"/>
                    <a:pt x="148" y="0"/>
                    <a:pt x="148" y="0"/>
                  </a:cubicBezTo>
                  <a:cubicBezTo>
                    <a:pt x="141" y="0"/>
                    <a:pt x="141" y="0"/>
                    <a:pt x="141" y="0"/>
                  </a:cubicBezTo>
                  <a:cubicBezTo>
                    <a:pt x="124" y="0"/>
                    <a:pt x="109" y="3"/>
                    <a:pt x="97" y="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4" name="Rectangle 11">
              <a:extLst>
                <a:ext uri="{FF2B5EF4-FFF2-40B4-BE49-F238E27FC236}">
                  <a16:creationId xmlns:a16="http://schemas.microsoft.com/office/drawing/2014/main" id="{FC576AF0-C5BF-4CEA-B6D9-58DB090E9D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42313" y="4552950"/>
              <a:ext cx="184150" cy="10271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5" name="Rectangle 12">
              <a:extLst>
                <a:ext uri="{FF2B5EF4-FFF2-40B4-BE49-F238E27FC236}">
                  <a16:creationId xmlns:a16="http://schemas.microsoft.com/office/drawing/2014/main" id="{2DCB25E3-2700-4D56-AD93-AE8B217F97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34375" y="4195763"/>
              <a:ext cx="196850" cy="2301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6" name="Freeform 13">
              <a:extLst>
                <a:ext uri="{FF2B5EF4-FFF2-40B4-BE49-F238E27FC236}">
                  <a16:creationId xmlns:a16="http://schemas.microsoft.com/office/drawing/2014/main" id="{6172CA0F-EC7A-4397-BEA3-EA5B13D7CB11}"/>
                </a:ext>
              </a:extLst>
            </p:cNvPr>
            <p:cNvSpPr>
              <a:spLocks/>
            </p:cNvSpPr>
            <p:nvPr/>
          </p:nvSpPr>
          <p:spPr bwMode="auto">
            <a:xfrm>
              <a:off x="8674100" y="4538663"/>
              <a:ext cx="869950" cy="1055688"/>
            </a:xfrm>
            <a:custGeom>
              <a:avLst/>
              <a:gdLst>
                <a:gd name="T0" fmla="*/ 217 w 231"/>
                <a:gd name="T1" fmla="*/ 154 h 280"/>
                <a:gd name="T2" fmla="*/ 183 w 231"/>
                <a:gd name="T3" fmla="*/ 131 h 280"/>
                <a:gd name="T4" fmla="*/ 140 w 231"/>
                <a:gd name="T5" fmla="*/ 118 h 280"/>
                <a:gd name="T6" fmla="*/ 98 w 231"/>
                <a:gd name="T7" fmla="*/ 109 h 280"/>
                <a:gd name="T8" fmla="*/ 67 w 231"/>
                <a:gd name="T9" fmla="*/ 96 h 280"/>
                <a:gd name="T10" fmla="*/ 57 w 231"/>
                <a:gd name="T11" fmla="*/ 76 h 280"/>
                <a:gd name="T12" fmla="*/ 114 w 231"/>
                <a:gd name="T13" fmla="*/ 43 h 280"/>
                <a:gd name="T14" fmla="*/ 158 w 231"/>
                <a:gd name="T15" fmla="*/ 54 h 280"/>
                <a:gd name="T16" fmla="*/ 173 w 231"/>
                <a:gd name="T17" fmla="*/ 80 h 280"/>
                <a:gd name="T18" fmla="*/ 174 w 231"/>
                <a:gd name="T19" fmla="*/ 84 h 280"/>
                <a:gd name="T20" fmla="*/ 223 w 231"/>
                <a:gd name="T21" fmla="*/ 84 h 280"/>
                <a:gd name="T22" fmla="*/ 223 w 231"/>
                <a:gd name="T23" fmla="*/ 79 h 280"/>
                <a:gd name="T24" fmla="*/ 208 w 231"/>
                <a:gd name="T25" fmla="*/ 40 h 280"/>
                <a:gd name="T26" fmla="*/ 174 w 231"/>
                <a:gd name="T27" fmla="*/ 11 h 280"/>
                <a:gd name="T28" fmla="*/ 115 w 231"/>
                <a:gd name="T29" fmla="*/ 0 h 280"/>
                <a:gd name="T30" fmla="*/ 35 w 231"/>
                <a:gd name="T31" fmla="*/ 20 h 280"/>
                <a:gd name="T32" fmla="*/ 7 w 231"/>
                <a:gd name="T33" fmla="*/ 80 h 280"/>
                <a:gd name="T34" fmla="*/ 21 w 231"/>
                <a:gd name="T35" fmla="*/ 121 h 280"/>
                <a:gd name="T36" fmla="*/ 56 w 231"/>
                <a:gd name="T37" fmla="*/ 144 h 280"/>
                <a:gd name="T38" fmla="*/ 99 w 231"/>
                <a:gd name="T39" fmla="*/ 156 h 280"/>
                <a:gd name="T40" fmla="*/ 141 w 231"/>
                <a:gd name="T41" fmla="*/ 166 h 280"/>
                <a:gd name="T42" fmla="*/ 171 w 231"/>
                <a:gd name="T43" fmla="*/ 179 h 280"/>
                <a:gd name="T44" fmla="*/ 182 w 231"/>
                <a:gd name="T45" fmla="*/ 200 h 280"/>
                <a:gd name="T46" fmla="*/ 176 w 231"/>
                <a:gd name="T47" fmla="*/ 218 h 280"/>
                <a:gd name="T48" fmla="*/ 160 w 231"/>
                <a:gd name="T49" fmla="*/ 230 h 280"/>
                <a:gd name="T50" fmla="*/ 138 w 231"/>
                <a:gd name="T51" fmla="*/ 235 h 280"/>
                <a:gd name="T52" fmla="*/ 120 w 231"/>
                <a:gd name="T53" fmla="*/ 237 h 280"/>
                <a:gd name="T54" fmla="*/ 81 w 231"/>
                <a:gd name="T55" fmla="*/ 229 h 280"/>
                <a:gd name="T56" fmla="*/ 60 w 231"/>
                <a:gd name="T57" fmla="*/ 211 h 280"/>
                <a:gd name="T58" fmla="*/ 51 w 231"/>
                <a:gd name="T59" fmla="*/ 188 h 280"/>
                <a:gd name="T60" fmla="*/ 51 w 231"/>
                <a:gd name="T61" fmla="*/ 184 h 280"/>
                <a:gd name="T62" fmla="*/ 0 w 231"/>
                <a:gd name="T63" fmla="*/ 184 h 280"/>
                <a:gd name="T64" fmla="*/ 1 w 231"/>
                <a:gd name="T65" fmla="*/ 189 h 280"/>
                <a:gd name="T66" fmla="*/ 16 w 231"/>
                <a:gd name="T67" fmla="*/ 234 h 280"/>
                <a:gd name="T68" fmla="*/ 56 w 231"/>
                <a:gd name="T69" fmla="*/ 267 h 280"/>
                <a:gd name="T70" fmla="*/ 119 w 231"/>
                <a:gd name="T71" fmla="*/ 280 h 280"/>
                <a:gd name="T72" fmla="*/ 200 w 231"/>
                <a:gd name="T73" fmla="*/ 259 h 280"/>
                <a:gd name="T74" fmla="*/ 231 w 231"/>
                <a:gd name="T75" fmla="*/ 196 h 280"/>
                <a:gd name="T76" fmla="*/ 217 w 231"/>
                <a:gd name="T77" fmla="*/ 154 h 2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1" h="280">
                  <a:moveTo>
                    <a:pt x="217" y="154"/>
                  </a:moveTo>
                  <a:cubicBezTo>
                    <a:pt x="208" y="144"/>
                    <a:pt x="197" y="136"/>
                    <a:pt x="183" y="131"/>
                  </a:cubicBezTo>
                  <a:cubicBezTo>
                    <a:pt x="169" y="125"/>
                    <a:pt x="155" y="121"/>
                    <a:pt x="140" y="118"/>
                  </a:cubicBezTo>
                  <a:cubicBezTo>
                    <a:pt x="125" y="115"/>
                    <a:pt x="111" y="112"/>
                    <a:pt x="98" y="109"/>
                  </a:cubicBezTo>
                  <a:cubicBezTo>
                    <a:pt x="85" y="105"/>
                    <a:pt x="75" y="101"/>
                    <a:pt x="67" y="96"/>
                  </a:cubicBezTo>
                  <a:cubicBezTo>
                    <a:pt x="60" y="91"/>
                    <a:pt x="57" y="85"/>
                    <a:pt x="57" y="76"/>
                  </a:cubicBezTo>
                  <a:cubicBezTo>
                    <a:pt x="57" y="68"/>
                    <a:pt x="57" y="43"/>
                    <a:pt x="114" y="43"/>
                  </a:cubicBezTo>
                  <a:cubicBezTo>
                    <a:pt x="135" y="43"/>
                    <a:pt x="150" y="47"/>
                    <a:pt x="158" y="54"/>
                  </a:cubicBezTo>
                  <a:cubicBezTo>
                    <a:pt x="167" y="61"/>
                    <a:pt x="172" y="70"/>
                    <a:pt x="173" y="80"/>
                  </a:cubicBezTo>
                  <a:cubicBezTo>
                    <a:pt x="174" y="84"/>
                    <a:pt x="174" y="84"/>
                    <a:pt x="174" y="84"/>
                  </a:cubicBezTo>
                  <a:cubicBezTo>
                    <a:pt x="223" y="84"/>
                    <a:pt x="223" y="84"/>
                    <a:pt x="223" y="84"/>
                  </a:cubicBezTo>
                  <a:cubicBezTo>
                    <a:pt x="223" y="79"/>
                    <a:pt x="223" y="79"/>
                    <a:pt x="223" y="79"/>
                  </a:cubicBezTo>
                  <a:cubicBezTo>
                    <a:pt x="221" y="65"/>
                    <a:pt x="216" y="52"/>
                    <a:pt x="208" y="40"/>
                  </a:cubicBezTo>
                  <a:cubicBezTo>
                    <a:pt x="201" y="28"/>
                    <a:pt x="189" y="19"/>
                    <a:pt x="174" y="11"/>
                  </a:cubicBezTo>
                  <a:cubicBezTo>
                    <a:pt x="158" y="4"/>
                    <a:pt x="139" y="0"/>
                    <a:pt x="115" y="0"/>
                  </a:cubicBezTo>
                  <a:cubicBezTo>
                    <a:pt x="80" y="0"/>
                    <a:pt x="53" y="7"/>
                    <a:pt x="35" y="20"/>
                  </a:cubicBezTo>
                  <a:cubicBezTo>
                    <a:pt x="17" y="34"/>
                    <a:pt x="7" y="54"/>
                    <a:pt x="7" y="80"/>
                  </a:cubicBezTo>
                  <a:cubicBezTo>
                    <a:pt x="7" y="97"/>
                    <a:pt x="12" y="111"/>
                    <a:pt x="21" y="121"/>
                  </a:cubicBezTo>
                  <a:cubicBezTo>
                    <a:pt x="30" y="131"/>
                    <a:pt x="42" y="138"/>
                    <a:pt x="56" y="144"/>
                  </a:cubicBezTo>
                  <a:cubicBezTo>
                    <a:pt x="69" y="149"/>
                    <a:pt x="84" y="153"/>
                    <a:pt x="99" y="156"/>
                  </a:cubicBezTo>
                  <a:cubicBezTo>
                    <a:pt x="113" y="159"/>
                    <a:pt x="127" y="163"/>
                    <a:pt x="141" y="166"/>
                  </a:cubicBezTo>
                  <a:cubicBezTo>
                    <a:pt x="153" y="169"/>
                    <a:pt x="164" y="174"/>
                    <a:pt x="171" y="179"/>
                  </a:cubicBezTo>
                  <a:cubicBezTo>
                    <a:pt x="178" y="184"/>
                    <a:pt x="182" y="191"/>
                    <a:pt x="182" y="200"/>
                  </a:cubicBezTo>
                  <a:cubicBezTo>
                    <a:pt x="182" y="208"/>
                    <a:pt x="180" y="214"/>
                    <a:pt x="176" y="218"/>
                  </a:cubicBezTo>
                  <a:cubicBezTo>
                    <a:pt x="171" y="223"/>
                    <a:pt x="166" y="227"/>
                    <a:pt x="160" y="230"/>
                  </a:cubicBezTo>
                  <a:cubicBezTo>
                    <a:pt x="153" y="232"/>
                    <a:pt x="146" y="234"/>
                    <a:pt x="138" y="235"/>
                  </a:cubicBezTo>
                  <a:cubicBezTo>
                    <a:pt x="131" y="236"/>
                    <a:pt x="125" y="237"/>
                    <a:pt x="120" y="237"/>
                  </a:cubicBezTo>
                  <a:cubicBezTo>
                    <a:pt x="104" y="237"/>
                    <a:pt x="91" y="234"/>
                    <a:pt x="81" y="229"/>
                  </a:cubicBezTo>
                  <a:cubicBezTo>
                    <a:pt x="72" y="225"/>
                    <a:pt x="64" y="219"/>
                    <a:pt x="60" y="211"/>
                  </a:cubicBezTo>
                  <a:cubicBezTo>
                    <a:pt x="55" y="204"/>
                    <a:pt x="52" y="196"/>
                    <a:pt x="51" y="188"/>
                  </a:cubicBezTo>
                  <a:cubicBezTo>
                    <a:pt x="51" y="184"/>
                    <a:pt x="51" y="184"/>
                    <a:pt x="51" y="184"/>
                  </a:cubicBezTo>
                  <a:cubicBezTo>
                    <a:pt x="0" y="184"/>
                    <a:pt x="0" y="184"/>
                    <a:pt x="0" y="184"/>
                  </a:cubicBezTo>
                  <a:cubicBezTo>
                    <a:pt x="1" y="189"/>
                    <a:pt x="1" y="189"/>
                    <a:pt x="1" y="189"/>
                  </a:cubicBezTo>
                  <a:cubicBezTo>
                    <a:pt x="2" y="205"/>
                    <a:pt x="7" y="220"/>
                    <a:pt x="16" y="234"/>
                  </a:cubicBezTo>
                  <a:cubicBezTo>
                    <a:pt x="25" y="248"/>
                    <a:pt x="39" y="259"/>
                    <a:pt x="56" y="267"/>
                  </a:cubicBezTo>
                  <a:cubicBezTo>
                    <a:pt x="73" y="276"/>
                    <a:pt x="95" y="280"/>
                    <a:pt x="119" y="280"/>
                  </a:cubicBezTo>
                  <a:cubicBezTo>
                    <a:pt x="153" y="280"/>
                    <a:pt x="180" y="273"/>
                    <a:pt x="200" y="259"/>
                  </a:cubicBezTo>
                  <a:cubicBezTo>
                    <a:pt x="221" y="245"/>
                    <a:pt x="231" y="224"/>
                    <a:pt x="231" y="196"/>
                  </a:cubicBezTo>
                  <a:cubicBezTo>
                    <a:pt x="231" y="179"/>
                    <a:pt x="226" y="165"/>
                    <a:pt x="217" y="15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7" name="Freeform 14">
              <a:extLst>
                <a:ext uri="{FF2B5EF4-FFF2-40B4-BE49-F238E27FC236}">
                  <a16:creationId xmlns:a16="http://schemas.microsoft.com/office/drawing/2014/main" id="{17D108E7-80B4-4530-89AE-060A84E4EBAF}"/>
                </a:ext>
              </a:extLst>
            </p:cNvPr>
            <p:cNvSpPr>
              <a:spLocks/>
            </p:cNvSpPr>
            <p:nvPr/>
          </p:nvSpPr>
          <p:spPr bwMode="auto">
            <a:xfrm>
              <a:off x="5383213" y="1749425"/>
              <a:ext cx="663575" cy="638175"/>
            </a:xfrm>
            <a:custGeom>
              <a:avLst/>
              <a:gdLst>
                <a:gd name="T0" fmla="*/ 36 w 176"/>
                <a:gd name="T1" fmla="*/ 168 h 169"/>
                <a:gd name="T2" fmla="*/ 151 w 176"/>
                <a:gd name="T3" fmla="*/ 118 h 169"/>
                <a:gd name="T4" fmla="*/ 142 w 176"/>
                <a:gd name="T5" fmla="*/ 17 h 169"/>
                <a:gd name="T6" fmla="*/ 96 w 176"/>
                <a:gd name="T7" fmla="*/ 0 h 169"/>
                <a:gd name="T8" fmla="*/ 41 w 176"/>
                <a:gd name="T9" fmla="*/ 26 h 169"/>
                <a:gd name="T10" fmla="*/ 20 w 176"/>
                <a:gd name="T11" fmla="*/ 164 h 169"/>
                <a:gd name="T12" fmla="*/ 36 w 176"/>
                <a:gd name="T13" fmla="*/ 168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6" h="169">
                  <a:moveTo>
                    <a:pt x="36" y="168"/>
                  </a:moveTo>
                  <a:cubicBezTo>
                    <a:pt x="67" y="168"/>
                    <a:pt x="130" y="143"/>
                    <a:pt x="151" y="118"/>
                  </a:cubicBezTo>
                  <a:cubicBezTo>
                    <a:pt x="176" y="88"/>
                    <a:pt x="172" y="42"/>
                    <a:pt x="142" y="17"/>
                  </a:cubicBezTo>
                  <a:cubicBezTo>
                    <a:pt x="129" y="6"/>
                    <a:pt x="113" y="0"/>
                    <a:pt x="96" y="0"/>
                  </a:cubicBezTo>
                  <a:cubicBezTo>
                    <a:pt x="74" y="0"/>
                    <a:pt x="54" y="10"/>
                    <a:pt x="41" y="26"/>
                  </a:cubicBezTo>
                  <a:cubicBezTo>
                    <a:pt x="17" y="55"/>
                    <a:pt x="0" y="145"/>
                    <a:pt x="20" y="164"/>
                  </a:cubicBezTo>
                  <a:cubicBezTo>
                    <a:pt x="24" y="167"/>
                    <a:pt x="29" y="169"/>
                    <a:pt x="36" y="16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8" name="Freeform 15">
              <a:extLst>
                <a:ext uri="{FF2B5EF4-FFF2-40B4-BE49-F238E27FC236}">
                  <a16:creationId xmlns:a16="http://schemas.microsoft.com/office/drawing/2014/main" id="{064D22AF-CEAB-487F-A1B5-798274181618}"/>
                </a:ext>
              </a:extLst>
            </p:cNvPr>
            <p:cNvSpPr>
              <a:spLocks/>
            </p:cNvSpPr>
            <p:nvPr/>
          </p:nvSpPr>
          <p:spPr bwMode="auto">
            <a:xfrm>
              <a:off x="2662238" y="1270000"/>
              <a:ext cx="765175" cy="728663"/>
            </a:xfrm>
            <a:custGeom>
              <a:avLst/>
              <a:gdLst>
                <a:gd name="T0" fmla="*/ 30 w 203"/>
                <a:gd name="T1" fmla="*/ 152 h 193"/>
                <a:gd name="T2" fmla="*/ 160 w 203"/>
                <a:gd name="T3" fmla="*/ 193 h 193"/>
                <a:gd name="T4" fmla="*/ 197 w 203"/>
                <a:gd name="T5" fmla="*/ 183 h 193"/>
                <a:gd name="T6" fmla="*/ 203 w 203"/>
                <a:gd name="T7" fmla="*/ 160 h 193"/>
                <a:gd name="T8" fmla="*/ 147 w 203"/>
                <a:gd name="T9" fmla="*/ 23 h 193"/>
                <a:gd name="T10" fmla="*/ 88 w 203"/>
                <a:gd name="T11" fmla="*/ 0 h 193"/>
                <a:gd name="T12" fmla="*/ 24 w 203"/>
                <a:gd name="T13" fmla="*/ 29 h 193"/>
                <a:gd name="T14" fmla="*/ 1 w 203"/>
                <a:gd name="T15" fmla="*/ 92 h 193"/>
                <a:gd name="T16" fmla="*/ 30 w 203"/>
                <a:gd name="T17" fmla="*/ 152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03" h="193">
                  <a:moveTo>
                    <a:pt x="30" y="152"/>
                  </a:moveTo>
                  <a:cubicBezTo>
                    <a:pt x="56" y="176"/>
                    <a:pt x="120" y="193"/>
                    <a:pt x="160" y="193"/>
                  </a:cubicBezTo>
                  <a:cubicBezTo>
                    <a:pt x="178" y="193"/>
                    <a:pt x="190" y="190"/>
                    <a:pt x="197" y="183"/>
                  </a:cubicBezTo>
                  <a:cubicBezTo>
                    <a:pt x="201" y="179"/>
                    <a:pt x="203" y="171"/>
                    <a:pt x="203" y="160"/>
                  </a:cubicBezTo>
                  <a:cubicBezTo>
                    <a:pt x="202" y="121"/>
                    <a:pt x="175" y="48"/>
                    <a:pt x="147" y="23"/>
                  </a:cubicBezTo>
                  <a:cubicBezTo>
                    <a:pt x="131" y="8"/>
                    <a:pt x="110" y="0"/>
                    <a:pt x="88" y="0"/>
                  </a:cubicBezTo>
                  <a:cubicBezTo>
                    <a:pt x="64" y="0"/>
                    <a:pt x="40" y="11"/>
                    <a:pt x="24" y="29"/>
                  </a:cubicBezTo>
                  <a:cubicBezTo>
                    <a:pt x="8" y="47"/>
                    <a:pt x="0" y="69"/>
                    <a:pt x="1" y="92"/>
                  </a:cubicBezTo>
                  <a:cubicBezTo>
                    <a:pt x="3" y="115"/>
                    <a:pt x="13" y="137"/>
                    <a:pt x="30" y="15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9" name="Freeform 16">
              <a:extLst>
                <a:ext uri="{FF2B5EF4-FFF2-40B4-BE49-F238E27FC236}">
                  <a16:creationId xmlns:a16="http://schemas.microsoft.com/office/drawing/2014/main" id="{6D67F04B-C9D9-42E9-9AF9-A6ED18B4EC54}"/>
                </a:ext>
              </a:extLst>
            </p:cNvPr>
            <p:cNvSpPr>
              <a:spLocks/>
            </p:cNvSpPr>
            <p:nvPr/>
          </p:nvSpPr>
          <p:spPr bwMode="auto">
            <a:xfrm>
              <a:off x="2659063" y="3406775"/>
              <a:ext cx="633413" cy="471488"/>
            </a:xfrm>
            <a:custGeom>
              <a:avLst/>
              <a:gdLst>
                <a:gd name="T0" fmla="*/ 10 w 168"/>
                <a:gd name="T1" fmla="*/ 31 h 125"/>
                <a:gd name="T2" fmla="*/ 5 w 168"/>
                <a:gd name="T3" fmla="*/ 79 h 125"/>
                <a:gd name="T4" fmla="*/ 65 w 168"/>
                <a:gd name="T5" fmla="*/ 125 h 125"/>
                <a:gd name="T6" fmla="*/ 81 w 168"/>
                <a:gd name="T7" fmla="*/ 122 h 125"/>
                <a:gd name="T8" fmla="*/ 163 w 168"/>
                <a:gd name="T9" fmla="*/ 34 h 125"/>
                <a:gd name="T10" fmla="*/ 67 w 168"/>
                <a:gd name="T11" fmla="*/ 0 h 125"/>
                <a:gd name="T12" fmla="*/ 48 w 168"/>
                <a:gd name="T13" fmla="*/ 2 h 125"/>
                <a:gd name="T14" fmla="*/ 10 w 168"/>
                <a:gd name="T15" fmla="*/ 31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68" h="125">
                  <a:moveTo>
                    <a:pt x="10" y="31"/>
                  </a:moveTo>
                  <a:cubicBezTo>
                    <a:pt x="2" y="46"/>
                    <a:pt x="0" y="63"/>
                    <a:pt x="5" y="79"/>
                  </a:cubicBezTo>
                  <a:cubicBezTo>
                    <a:pt x="12" y="106"/>
                    <a:pt x="37" y="125"/>
                    <a:pt x="65" y="125"/>
                  </a:cubicBezTo>
                  <a:cubicBezTo>
                    <a:pt x="70" y="125"/>
                    <a:pt x="76" y="124"/>
                    <a:pt x="81" y="122"/>
                  </a:cubicBezTo>
                  <a:cubicBezTo>
                    <a:pt x="112" y="114"/>
                    <a:pt x="168" y="58"/>
                    <a:pt x="163" y="34"/>
                  </a:cubicBezTo>
                  <a:cubicBezTo>
                    <a:pt x="160" y="16"/>
                    <a:pt x="101" y="0"/>
                    <a:pt x="67" y="0"/>
                  </a:cubicBezTo>
                  <a:cubicBezTo>
                    <a:pt x="60" y="0"/>
                    <a:pt x="53" y="1"/>
                    <a:pt x="48" y="2"/>
                  </a:cubicBezTo>
                  <a:cubicBezTo>
                    <a:pt x="32" y="6"/>
                    <a:pt x="19" y="17"/>
                    <a:pt x="10" y="31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0" name="Freeform 17">
              <a:extLst>
                <a:ext uri="{FF2B5EF4-FFF2-40B4-BE49-F238E27FC236}">
                  <a16:creationId xmlns:a16="http://schemas.microsoft.com/office/drawing/2014/main" id="{1DB94559-0C50-4B66-A857-6FC1A601721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100388" y="1614488"/>
              <a:ext cx="3775075" cy="3965575"/>
            </a:xfrm>
            <a:custGeom>
              <a:avLst/>
              <a:gdLst>
                <a:gd name="T0" fmla="*/ 747 w 1002"/>
                <a:gd name="T1" fmla="*/ 881 h 1051"/>
                <a:gd name="T2" fmla="*/ 638 w 1002"/>
                <a:gd name="T3" fmla="*/ 741 h 1051"/>
                <a:gd name="T4" fmla="*/ 805 w 1002"/>
                <a:gd name="T5" fmla="*/ 760 h 1051"/>
                <a:gd name="T6" fmla="*/ 805 w 1002"/>
                <a:gd name="T7" fmla="*/ 862 h 1051"/>
                <a:gd name="T8" fmla="*/ 844 w 1002"/>
                <a:gd name="T9" fmla="*/ 279 h 1051"/>
                <a:gd name="T10" fmla="*/ 942 w 1002"/>
                <a:gd name="T11" fmla="*/ 360 h 1051"/>
                <a:gd name="T12" fmla="*/ 777 w 1002"/>
                <a:gd name="T13" fmla="*/ 304 h 1051"/>
                <a:gd name="T14" fmla="*/ 629 w 1002"/>
                <a:gd name="T15" fmla="*/ 546 h 1051"/>
                <a:gd name="T16" fmla="*/ 592 w 1002"/>
                <a:gd name="T17" fmla="*/ 386 h 1051"/>
                <a:gd name="T18" fmla="*/ 703 w 1002"/>
                <a:gd name="T19" fmla="*/ 467 h 1051"/>
                <a:gd name="T20" fmla="*/ 762 w 1002"/>
                <a:gd name="T21" fmla="*/ 532 h 1051"/>
                <a:gd name="T22" fmla="*/ 940 w 1002"/>
                <a:gd name="T23" fmla="*/ 527 h 1051"/>
                <a:gd name="T24" fmla="*/ 996 w 1002"/>
                <a:gd name="T25" fmla="*/ 449 h 1051"/>
                <a:gd name="T26" fmla="*/ 932 w 1002"/>
                <a:gd name="T27" fmla="*/ 452 h 1051"/>
                <a:gd name="T28" fmla="*/ 848 w 1002"/>
                <a:gd name="T29" fmla="*/ 501 h 1051"/>
                <a:gd name="T30" fmla="*/ 761 w 1002"/>
                <a:gd name="T31" fmla="*/ 455 h 1051"/>
                <a:gd name="T32" fmla="*/ 1002 w 1002"/>
                <a:gd name="T33" fmla="*/ 414 h 1051"/>
                <a:gd name="T34" fmla="*/ 983 w 1002"/>
                <a:gd name="T35" fmla="*/ 307 h 1051"/>
                <a:gd name="T36" fmla="*/ 844 w 1002"/>
                <a:gd name="T37" fmla="*/ 225 h 1051"/>
                <a:gd name="T38" fmla="*/ 715 w 1002"/>
                <a:gd name="T39" fmla="*/ 289 h 1051"/>
                <a:gd name="T40" fmla="*/ 709 w 1002"/>
                <a:gd name="T41" fmla="*/ 299 h 1051"/>
                <a:gd name="T42" fmla="*/ 450 w 1002"/>
                <a:gd name="T43" fmla="*/ 284 h 1051"/>
                <a:gd name="T44" fmla="*/ 480 w 1002"/>
                <a:gd name="T45" fmla="*/ 211 h 1051"/>
                <a:gd name="T46" fmla="*/ 303 w 1002"/>
                <a:gd name="T47" fmla="*/ 217 h 1051"/>
                <a:gd name="T48" fmla="*/ 111 w 1002"/>
                <a:gd name="T49" fmla="*/ 254 h 1051"/>
                <a:gd name="T50" fmla="*/ 219 w 1002"/>
                <a:gd name="T51" fmla="*/ 388 h 1051"/>
                <a:gd name="T52" fmla="*/ 285 w 1002"/>
                <a:gd name="T53" fmla="*/ 551 h 1051"/>
                <a:gd name="T54" fmla="*/ 202 w 1002"/>
                <a:gd name="T55" fmla="*/ 664 h 1051"/>
                <a:gd name="T56" fmla="*/ 303 w 1002"/>
                <a:gd name="T57" fmla="*/ 652 h 1051"/>
                <a:gd name="T58" fmla="*/ 364 w 1002"/>
                <a:gd name="T59" fmla="*/ 565 h 1051"/>
                <a:gd name="T60" fmla="*/ 674 w 1002"/>
                <a:gd name="T61" fmla="*/ 694 h 1051"/>
                <a:gd name="T62" fmla="*/ 588 w 1002"/>
                <a:gd name="T63" fmla="*/ 694 h 1051"/>
                <a:gd name="T64" fmla="*/ 638 w 1002"/>
                <a:gd name="T65" fmla="*/ 1051 h 1051"/>
                <a:gd name="T66" fmla="*/ 749 w 1002"/>
                <a:gd name="T67" fmla="*/ 927 h 1051"/>
                <a:gd name="T68" fmla="*/ 874 w 1002"/>
                <a:gd name="T69" fmla="*/ 811 h 10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002" h="1051">
                  <a:moveTo>
                    <a:pt x="805" y="862"/>
                  </a:moveTo>
                  <a:cubicBezTo>
                    <a:pt x="792" y="874"/>
                    <a:pt x="772" y="881"/>
                    <a:pt x="747" y="881"/>
                  </a:cubicBezTo>
                  <a:cubicBezTo>
                    <a:pt x="638" y="881"/>
                    <a:pt x="638" y="881"/>
                    <a:pt x="638" y="881"/>
                  </a:cubicBezTo>
                  <a:cubicBezTo>
                    <a:pt x="638" y="741"/>
                    <a:pt x="638" y="741"/>
                    <a:pt x="638" y="741"/>
                  </a:cubicBezTo>
                  <a:cubicBezTo>
                    <a:pt x="747" y="741"/>
                    <a:pt x="747" y="741"/>
                    <a:pt x="747" y="741"/>
                  </a:cubicBezTo>
                  <a:cubicBezTo>
                    <a:pt x="772" y="741"/>
                    <a:pt x="792" y="748"/>
                    <a:pt x="805" y="760"/>
                  </a:cubicBezTo>
                  <a:cubicBezTo>
                    <a:pt x="818" y="772"/>
                    <a:pt x="824" y="789"/>
                    <a:pt x="824" y="811"/>
                  </a:cubicBezTo>
                  <a:cubicBezTo>
                    <a:pt x="824" y="833"/>
                    <a:pt x="818" y="850"/>
                    <a:pt x="805" y="862"/>
                  </a:cubicBezTo>
                  <a:moveTo>
                    <a:pt x="777" y="304"/>
                  </a:moveTo>
                  <a:cubicBezTo>
                    <a:pt x="794" y="287"/>
                    <a:pt x="816" y="279"/>
                    <a:pt x="844" y="279"/>
                  </a:cubicBezTo>
                  <a:cubicBezTo>
                    <a:pt x="872" y="279"/>
                    <a:pt x="894" y="287"/>
                    <a:pt x="911" y="304"/>
                  </a:cubicBezTo>
                  <a:cubicBezTo>
                    <a:pt x="927" y="319"/>
                    <a:pt x="937" y="338"/>
                    <a:pt x="942" y="360"/>
                  </a:cubicBezTo>
                  <a:cubicBezTo>
                    <a:pt x="747" y="360"/>
                    <a:pt x="747" y="360"/>
                    <a:pt x="747" y="360"/>
                  </a:cubicBezTo>
                  <a:cubicBezTo>
                    <a:pt x="752" y="338"/>
                    <a:pt x="762" y="319"/>
                    <a:pt x="777" y="304"/>
                  </a:cubicBezTo>
                  <a:moveTo>
                    <a:pt x="854" y="741"/>
                  </a:moveTo>
                  <a:cubicBezTo>
                    <a:pt x="854" y="741"/>
                    <a:pt x="796" y="648"/>
                    <a:pt x="629" y="546"/>
                  </a:cubicBezTo>
                  <a:cubicBezTo>
                    <a:pt x="598" y="527"/>
                    <a:pt x="578" y="509"/>
                    <a:pt x="565" y="492"/>
                  </a:cubicBezTo>
                  <a:cubicBezTo>
                    <a:pt x="540" y="455"/>
                    <a:pt x="541" y="386"/>
                    <a:pt x="592" y="386"/>
                  </a:cubicBezTo>
                  <a:cubicBezTo>
                    <a:pt x="651" y="386"/>
                    <a:pt x="703" y="467"/>
                    <a:pt x="703" y="467"/>
                  </a:cubicBezTo>
                  <a:cubicBezTo>
                    <a:pt x="703" y="467"/>
                    <a:pt x="703" y="467"/>
                    <a:pt x="703" y="467"/>
                  </a:cubicBezTo>
                  <a:cubicBezTo>
                    <a:pt x="704" y="469"/>
                    <a:pt x="705" y="471"/>
                    <a:pt x="706" y="473"/>
                  </a:cubicBezTo>
                  <a:cubicBezTo>
                    <a:pt x="719" y="498"/>
                    <a:pt x="738" y="518"/>
                    <a:pt x="762" y="532"/>
                  </a:cubicBezTo>
                  <a:cubicBezTo>
                    <a:pt x="786" y="547"/>
                    <a:pt x="815" y="555"/>
                    <a:pt x="847" y="555"/>
                  </a:cubicBezTo>
                  <a:cubicBezTo>
                    <a:pt x="885" y="555"/>
                    <a:pt x="916" y="545"/>
                    <a:pt x="940" y="527"/>
                  </a:cubicBezTo>
                  <a:cubicBezTo>
                    <a:pt x="964" y="509"/>
                    <a:pt x="982" y="486"/>
                    <a:pt x="993" y="457"/>
                  </a:cubicBezTo>
                  <a:cubicBezTo>
                    <a:pt x="996" y="449"/>
                    <a:pt x="996" y="449"/>
                    <a:pt x="996" y="449"/>
                  </a:cubicBezTo>
                  <a:cubicBezTo>
                    <a:pt x="933" y="449"/>
                    <a:pt x="933" y="449"/>
                    <a:pt x="933" y="449"/>
                  </a:cubicBezTo>
                  <a:cubicBezTo>
                    <a:pt x="932" y="452"/>
                    <a:pt x="932" y="452"/>
                    <a:pt x="932" y="452"/>
                  </a:cubicBezTo>
                  <a:cubicBezTo>
                    <a:pt x="924" y="467"/>
                    <a:pt x="913" y="478"/>
                    <a:pt x="899" y="488"/>
                  </a:cubicBezTo>
                  <a:cubicBezTo>
                    <a:pt x="886" y="496"/>
                    <a:pt x="868" y="501"/>
                    <a:pt x="848" y="501"/>
                  </a:cubicBezTo>
                  <a:cubicBezTo>
                    <a:pt x="828" y="501"/>
                    <a:pt x="811" y="497"/>
                    <a:pt x="796" y="489"/>
                  </a:cubicBezTo>
                  <a:cubicBezTo>
                    <a:pt x="782" y="480"/>
                    <a:pt x="770" y="469"/>
                    <a:pt x="761" y="455"/>
                  </a:cubicBezTo>
                  <a:cubicBezTo>
                    <a:pt x="754" y="443"/>
                    <a:pt x="748" y="429"/>
                    <a:pt x="746" y="414"/>
                  </a:cubicBezTo>
                  <a:cubicBezTo>
                    <a:pt x="1002" y="414"/>
                    <a:pt x="1002" y="414"/>
                    <a:pt x="1002" y="414"/>
                  </a:cubicBezTo>
                  <a:cubicBezTo>
                    <a:pt x="1002" y="390"/>
                    <a:pt x="1002" y="390"/>
                    <a:pt x="1002" y="390"/>
                  </a:cubicBezTo>
                  <a:cubicBezTo>
                    <a:pt x="1002" y="360"/>
                    <a:pt x="996" y="332"/>
                    <a:pt x="983" y="307"/>
                  </a:cubicBezTo>
                  <a:cubicBezTo>
                    <a:pt x="971" y="282"/>
                    <a:pt x="952" y="262"/>
                    <a:pt x="929" y="248"/>
                  </a:cubicBezTo>
                  <a:cubicBezTo>
                    <a:pt x="905" y="233"/>
                    <a:pt x="877" y="225"/>
                    <a:pt x="844" y="225"/>
                  </a:cubicBezTo>
                  <a:cubicBezTo>
                    <a:pt x="812" y="225"/>
                    <a:pt x="783" y="233"/>
                    <a:pt x="760" y="248"/>
                  </a:cubicBezTo>
                  <a:cubicBezTo>
                    <a:pt x="742" y="259"/>
                    <a:pt x="727" y="273"/>
                    <a:pt x="715" y="289"/>
                  </a:cubicBezTo>
                  <a:cubicBezTo>
                    <a:pt x="713" y="292"/>
                    <a:pt x="712" y="294"/>
                    <a:pt x="710" y="298"/>
                  </a:cubicBezTo>
                  <a:cubicBezTo>
                    <a:pt x="710" y="298"/>
                    <a:pt x="709" y="298"/>
                    <a:pt x="709" y="299"/>
                  </a:cubicBezTo>
                  <a:cubicBezTo>
                    <a:pt x="690" y="334"/>
                    <a:pt x="632" y="345"/>
                    <a:pt x="620" y="347"/>
                  </a:cubicBezTo>
                  <a:cubicBezTo>
                    <a:pt x="573" y="358"/>
                    <a:pt x="467" y="329"/>
                    <a:pt x="450" y="284"/>
                  </a:cubicBezTo>
                  <a:cubicBezTo>
                    <a:pt x="446" y="267"/>
                    <a:pt x="454" y="246"/>
                    <a:pt x="480" y="211"/>
                  </a:cubicBezTo>
                  <a:cubicBezTo>
                    <a:pt x="480" y="211"/>
                    <a:pt x="480" y="211"/>
                    <a:pt x="480" y="211"/>
                  </a:cubicBezTo>
                  <a:cubicBezTo>
                    <a:pt x="554" y="135"/>
                    <a:pt x="495" y="0"/>
                    <a:pt x="389" y="3"/>
                  </a:cubicBezTo>
                  <a:cubicBezTo>
                    <a:pt x="279" y="1"/>
                    <a:pt x="222" y="142"/>
                    <a:pt x="303" y="217"/>
                  </a:cubicBezTo>
                  <a:cubicBezTo>
                    <a:pt x="338" y="243"/>
                    <a:pt x="392" y="276"/>
                    <a:pt x="373" y="319"/>
                  </a:cubicBezTo>
                  <a:cubicBezTo>
                    <a:pt x="341" y="399"/>
                    <a:pt x="135" y="369"/>
                    <a:pt x="111" y="254"/>
                  </a:cubicBezTo>
                  <a:cubicBezTo>
                    <a:pt x="91" y="185"/>
                    <a:pt x="0" y="227"/>
                    <a:pt x="35" y="292"/>
                  </a:cubicBezTo>
                  <a:cubicBezTo>
                    <a:pt x="63" y="345"/>
                    <a:pt x="158" y="370"/>
                    <a:pt x="219" y="388"/>
                  </a:cubicBezTo>
                  <a:cubicBezTo>
                    <a:pt x="345" y="425"/>
                    <a:pt x="367" y="441"/>
                    <a:pt x="360" y="492"/>
                  </a:cubicBezTo>
                  <a:cubicBezTo>
                    <a:pt x="358" y="510"/>
                    <a:pt x="336" y="551"/>
                    <a:pt x="285" y="551"/>
                  </a:cubicBezTo>
                  <a:cubicBezTo>
                    <a:pt x="253" y="548"/>
                    <a:pt x="222" y="546"/>
                    <a:pt x="199" y="570"/>
                  </a:cubicBezTo>
                  <a:cubicBezTo>
                    <a:pt x="174" y="595"/>
                    <a:pt x="175" y="640"/>
                    <a:pt x="202" y="664"/>
                  </a:cubicBezTo>
                  <a:cubicBezTo>
                    <a:pt x="230" y="692"/>
                    <a:pt x="281" y="686"/>
                    <a:pt x="302" y="653"/>
                  </a:cubicBezTo>
                  <a:cubicBezTo>
                    <a:pt x="302" y="653"/>
                    <a:pt x="303" y="652"/>
                    <a:pt x="303" y="652"/>
                  </a:cubicBezTo>
                  <a:cubicBezTo>
                    <a:pt x="303" y="652"/>
                    <a:pt x="303" y="651"/>
                    <a:pt x="304" y="651"/>
                  </a:cubicBezTo>
                  <a:cubicBezTo>
                    <a:pt x="324" y="618"/>
                    <a:pt x="319" y="601"/>
                    <a:pt x="364" y="565"/>
                  </a:cubicBezTo>
                  <a:cubicBezTo>
                    <a:pt x="399" y="537"/>
                    <a:pt x="521" y="519"/>
                    <a:pt x="622" y="567"/>
                  </a:cubicBezTo>
                  <a:cubicBezTo>
                    <a:pt x="724" y="616"/>
                    <a:pt x="746" y="694"/>
                    <a:pt x="674" y="694"/>
                  </a:cubicBezTo>
                  <a:cubicBezTo>
                    <a:pt x="674" y="694"/>
                    <a:pt x="674" y="694"/>
                    <a:pt x="674" y="694"/>
                  </a:cubicBezTo>
                  <a:cubicBezTo>
                    <a:pt x="588" y="694"/>
                    <a:pt x="588" y="694"/>
                    <a:pt x="588" y="694"/>
                  </a:cubicBezTo>
                  <a:cubicBezTo>
                    <a:pt x="588" y="1051"/>
                    <a:pt x="588" y="1051"/>
                    <a:pt x="588" y="1051"/>
                  </a:cubicBezTo>
                  <a:cubicBezTo>
                    <a:pt x="638" y="1051"/>
                    <a:pt x="638" y="1051"/>
                    <a:pt x="638" y="1051"/>
                  </a:cubicBezTo>
                  <a:cubicBezTo>
                    <a:pt x="638" y="927"/>
                    <a:pt x="638" y="927"/>
                    <a:pt x="638" y="927"/>
                  </a:cubicBezTo>
                  <a:cubicBezTo>
                    <a:pt x="749" y="927"/>
                    <a:pt x="749" y="927"/>
                    <a:pt x="749" y="927"/>
                  </a:cubicBezTo>
                  <a:cubicBezTo>
                    <a:pt x="787" y="927"/>
                    <a:pt x="818" y="917"/>
                    <a:pt x="840" y="896"/>
                  </a:cubicBezTo>
                  <a:cubicBezTo>
                    <a:pt x="862" y="875"/>
                    <a:pt x="874" y="846"/>
                    <a:pt x="874" y="811"/>
                  </a:cubicBezTo>
                  <a:cubicBezTo>
                    <a:pt x="874" y="783"/>
                    <a:pt x="867" y="760"/>
                    <a:pt x="854" y="74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</p:grpSp>
    </p:spTree>
    <p:extLst>
      <p:ext uri="{BB962C8B-B14F-4D97-AF65-F5344CB8AC3E}">
        <p14:creationId xmlns:p14="http://schemas.microsoft.com/office/powerpoint/2010/main" val="4553628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ouverture –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B87DFED3-A170-42CB-BE10-E585123B121A}"/>
              </a:ext>
            </a:extLst>
          </p:cNvPr>
          <p:cNvSpPr/>
          <p:nvPr userDrawn="1"/>
        </p:nvSpPr>
        <p:spPr>
          <a:xfrm>
            <a:off x="308466" y="308465"/>
            <a:ext cx="11575069" cy="62410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sz="1200" dirty="0"/>
          </a:p>
        </p:txBody>
      </p:sp>
      <p:sp>
        <p:nvSpPr>
          <p:cNvPr id="5" name="Titre 4">
            <a:extLst>
              <a:ext uri="{FF2B5EF4-FFF2-40B4-BE49-F238E27FC236}">
                <a16:creationId xmlns:a16="http://schemas.microsoft.com/office/drawing/2014/main" id="{3F6F4528-A9EF-49D0-93B4-D497012A78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0996" y="728700"/>
            <a:ext cx="8725904" cy="3384376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6600" cap="all" baseline="0">
                <a:solidFill>
                  <a:schemeClr val="accent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854BCC31-F60A-4A5D-8D9E-CEE82B8D288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58615" y="4448076"/>
            <a:ext cx="8725904" cy="984885"/>
          </a:xfrm>
        </p:spPr>
        <p:txBody>
          <a:bodyPr/>
          <a:lstStyle>
            <a:lvl1pPr>
              <a:defRPr sz="3100" b="0" u="none">
                <a:solidFill>
                  <a:schemeClr val="accent1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grpSp>
        <p:nvGrpSpPr>
          <p:cNvPr id="23" name="Groupe 22">
            <a:extLst>
              <a:ext uri="{FF2B5EF4-FFF2-40B4-BE49-F238E27FC236}">
                <a16:creationId xmlns:a16="http://schemas.microsoft.com/office/drawing/2014/main" id="{ACB83761-46F4-4E69-A0AB-F5AE63CBDC2F}"/>
              </a:ext>
            </a:extLst>
          </p:cNvPr>
          <p:cNvGrpSpPr/>
          <p:nvPr userDrawn="1"/>
        </p:nvGrpSpPr>
        <p:grpSpPr>
          <a:xfrm>
            <a:off x="10128265" y="5377837"/>
            <a:ext cx="1482703" cy="929761"/>
            <a:chOff x="2647950" y="1270000"/>
            <a:chExt cx="6896100" cy="4324351"/>
          </a:xfrm>
          <a:solidFill>
            <a:schemeClr val="accent1"/>
          </a:solidFill>
        </p:grpSpPr>
        <p:sp>
          <p:nvSpPr>
            <p:cNvPr id="24" name="Freeform 5">
              <a:extLst>
                <a:ext uri="{FF2B5EF4-FFF2-40B4-BE49-F238E27FC236}">
                  <a16:creationId xmlns:a16="http://schemas.microsoft.com/office/drawing/2014/main" id="{822D00ED-6249-43EC-9FF5-920C3FC0BD4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026275" y="2463800"/>
              <a:ext cx="1190625" cy="1244600"/>
            </a:xfrm>
            <a:custGeom>
              <a:avLst/>
              <a:gdLst>
                <a:gd name="T0" fmla="*/ 249 w 316"/>
                <a:gd name="T1" fmla="*/ 221 h 330"/>
                <a:gd name="T2" fmla="*/ 215 w 316"/>
                <a:gd name="T3" fmla="*/ 261 h 330"/>
                <a:gd name="T4" fmla="*/ 160 w 316"/>
                <a:gd name="T5" fmla="*/ 276 h 330"/>
                <a:gd name="T6" fmla="*/ 105 w 316"/>
                <a:gd name="T7" fmla="*/ 261 h 330"/>
                <a:gd name="T8" fmla="*/ 70 w 316"/>
                <a:gd name="T9" fmla="*/ 221 h 330"/>
                <a:gd name="T10" fmla="*/ 57 w 316"/>
                <a:gd name="T11" fmla="*/ 165 h 330"/>
                <a:gd name="T12" fmla="*/ 70 w 316"/>
                <a:gd name="T13" fmla="*/ 109 h 330"/>
                <a:gd name="T14" fmla="*/ 105 w 316"/>
                <a:gd name="T15" fmla="*/ 69 h 330"/>
                <a:gd name="T16" fmla="*/ 160 w 316"/>
                <a:gd name="T17" fmla="*/ 54 h 330"/>
                <a:gd name="T18" fmla="*/ 215 w 316"/>
                <a:gd name="T19" fmla="*/ 69 h 330"/>
                <a:gd name="T20" fmla="*/ 249 w 316"/>
                <a:gd name="T21" fmla="*/ 109 h 330"/>
                <a:gd name="T22" fmla="*/ 261 w 316"/>
                <a:gd name="T23" fmla="*/ 165 h 330"/>
                <a:gd name="T24" fmla="*/ 249 w 316"/>
                <a:gd name="T25" fmla="*/ 221 h 330"/>
                <a:gd name="T26" fmla="*/ 258 w 316"/>
                <a:gd name="T27" fmla="*/ 44 h 330"/>
                <a:gd name="T28" fmla="*/ 223 w 316"/>
                <a:gd name="T29" fmla="*/ 16 h 330"/>
                <a:gd name="T30" fmla="*/ 154 w 316"/>
                <a:gd name="T31" fmla="*/ 0 h 330"/>
                <a:gd name="T32" fmla="*/ 73 w 316"/>
                <a:gd name="T33" fmla="*/ 23 h 330"/>
                <a:gd name="T34" fmla="*/ 19 w 316"/>
                <a:gd name="T35" fmla="*/ 82 h 330"/>
                <a:gd name="T36" fmla="*/ 0 w 316"/>
                <a:gd name="T37" fmla="*/ 165 h 330"/>
                <a:gd name="T38" fmla="*/ 19 w 316"/>
                <a:gd name="T39" fmla="*/ 248 h 330"/>
                <a:gd name="T40" fmla="*/ 73 w 316"/>
                <a:gd name="T41" fmla="*/ 307 h 330"/>
                <a:gd name="T42" fmla="*/ 154 w 316"/>
                <a:gd name="T43" fmla="*/ 330 h 330"/>
                <a:gd name="T44" fmla="*/ 223 w 316"/>
                <a:gd name="T45" fmla="*/ 314 h 330"/>
                <a:gd name="T46" fmla="*/ 258 w 316"/>
                <a:gd name="T47" fmla="*/ 286 h 330"/>
                <a:gd name="T48" fmla="*/ 258 w 316"/>
                <a:gd name="T49" fmla="*/ 325 h 330"/>
                <a:gd name="T50" fmla="*/ 316 w 316"/>
                <a:gd name="T51" fmla="*/ 325 h 330"/>
                <a:gd name="T52" fmla="*/ 316 w 316"/>
                <a:gd name="T53" fmla="*/ 5 h 330"/>
                <a:gd name="T54" fmla="*/ 258 w 316"/>
                <a:gd name="T55" fmla="*/ 5 h 330"/>
                <a:gd name="T56" fmla="*/ 258 w 316"/>
                <a:gd name="T57" fmla="*/ 44 h 3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316" h="330">
                  <a:moveTo>
                    <a:pt x="249" y="221"/>
                  </a:moveTo>
                  <a:cubicBezTo>
                    <a:pt x="241" y="237"/>
                    <a:pt x="230" y="251"/>
                    <a:pt x="215" y="261"/>
                  </a:cubicBezTo>
                  <a:cubicBezTo>
                    <a:pt x="201" y="271"/>
                    <a:pt x="182" y="276"/>
                    <a:pt x="160" y="276"/>
                  </a:cubicBezTo>
                  <a:cubicBezTo>
                    <a:pt x="139" y="276"/>
                    <a:pt x="120" y="271"/>
                    <a:pt x="105" y="261"/>
                  </a:cubicBezTo>
                  <a:cubicBezTo>
                    <a:pt x="90" y="251"/>
                    <a:pt x="78" y="237"/>
                    <a:pt x="70" y="221"/>
                  </a:cubicBezTo>
                  <a:cubicBezTo>
                    <a:pt x="62" y="204"/>
                    <a:pt x="57" y="185"/>
                    <a:pt x="57" y="165"/>
                  </a:cubicBezTo>
                  <a:cubicBezTo>
                    <a:pt x="57" y="145"/>
                    <a:pt x="61" y="126"/>
                    <a:pt x="70" y="109"/>
                  </a:cubicBezTo>
                  <a:cubicBezTo>
                    <a:pt x="78" y="93"/>
                    <a:pt x="90" y="79"/>
                    <a:pt x="105" y="69"/>
                  </a:cubicBezTo>
                  <a:cubicBezTo>
                    <a:pt x="121" y="59"/>
                    <a:pt x="139" y="54"/>
                    <a:pt x="160" y="54"/>
                  </a:cubicBezTo>
                  <a:cubicBezTo>
                    <a:pt x="182" y="54"/>
                    <a:pt x="201" y="59"/>
                    <a:pt x="215" y="69"/>
                  </a:cubicBezTo>
                  <a:cubicBezTo>
                    <a:pt x="230" y="79"/>
                    <a:pt x="241" y="92"/>
                    <a:pt x="249" y="109"/>
                  </a:cubicBezTo>
                  <a:cubicBezTo>
                    <a:pt x="257" y="126"/>
                    <a:pt x="261" y="145"/>
                    <a:pt x="261" y="165"/>
                  </a:cubicBezTo>
                  <a:cubicBezTo>
                    <a:pt x="261" y="185"/>
                    <a:pt x="257" y="204"/>
                    <a:pt x="249" y="221"/>
                  </a:cubicBezTo>
                  <a:moveTo>
                    <a:pt x="258" y="44"/>
                  </a:moveTo>
                  <a:cubicBezTo>
                    <a:pt x="248" y="33"/>
                    <a:pt x="236" y="23"/>
                    <a:pt x="223" y="16"/>
                  </a:cubicBezTo>
                  <a:cubicBezTo>
                    <a:pt x="204" y="6"/>
                    <a:pt x="181" y="0"/>
                    <a:pt x="154" y="0"/>
                  </a:cubicBezTo>
                  <a:cubicBezTo>
                    <a:pt x="123" y="0"/>
                    <a:pt x="96" y="8"/>
                    <a:pt x="73" y="23"/>
                  </a:cubicBezTo>
                  <a:cubicBezTo>
                    <a:pt x="50" y="37"/>
                    <a:pt x="31" y="57"/>
                    <a:pt x="19" y="82"/>
                  </a:cubicBezTo>
                  <a:cubicBezTo>
                    <a:pt x="6" y="107"/>
                    <a:pt x="0" y="135"/>
                    <a:pt x="0" y="165"/>
                  </a:cubicBezTo>
                  <a:cubicBezTo>
                    <a:pt x="0" y="195"/>
                    <a:pt x="6" y="223"/>
                    <a:pt x="19" y="248"/>
                  </a:cubicBezTo>
                  <a:cubicBezTo>
                    <a:pt x="31" y="273"/>
                    <a:pt x="50" y="293"/>
                    <a:pt x="73" y="307"/>
                  </a:cubicBezTo>
                  <a:cubicBezTo>
                    <a:pt x="96" y="322"/>
                    <a:pt x="123" y="330"/>
                    <a:pt x="154" y="330"/>
                  </a:cubicBezTo>
                  <a:cubicBezTo>
                    <a:pt x="181" y="330"/>
                    <a:pt x="204" y="324"/>
                    <a:pt x="223" y="314"/>
                  </a:cubicBezTo>
                  <a:cubicBezTo>
                    <a:pt x="236" y="307"/>
                    <a:pt x="248" y="297"/>
                    <a:pt x="258" y="286"/>
                  </a:cubicBezTo>
                  <a:cubicBezTo>
                    <a:pt x="258" y="325"/>
                    <a:pt x="258" y="325"/>
                    <a:pt x="258" y="325"/>
                  </a:cubicBezTo>
                  <a:cubicBezTo>
                    <a:pt x="316" y="325"/>
                    <a:pt x="316" y="325"/>
                    <a:pt x="316" y="325"/>
                  </a:cubicBezTo>
                  <a:cubicBezTo>
                    <a:pt x="316" y="5"/>
                    <a:pt x="316" y="5"/>
                    <a:pt x="316" y="5"/>
                  </a:cubicBezTo>
                  <a:cubicBezTo>
                    <a:pt x="258" y="5"/>
                    <a:pt x="258" y="5"/>
                    <a:pt x="258" y="5"/>
                  </a:cubicBezTo>
                  <a:lnTo>
                    <a:pt x="258" y="4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5" name="Freeform 6">
              <a:extLst>
                <a:ext uri="{FF2B5EF4-FFF2-40B4-BE49-F238E27FC236}">
                  <a16:creationId xmlns:a16="http://schemas.microsoft.com/office/drawing/2014/main" id="{403BC859-5A66-4A58-9774-69A04D194E2D}"/>
                </a:ext>
              </a:extLst>
            </p:cNvPr>
            <p:cNvSpPr>
              <a:spLocks/>
            </p:cNvSpPr>
            <p:nvPr/>
          </p:nvSpPr>
          <p:spPr bwMode="auto">
            <a:xfrm>
              <a:off x="8466138" y="2481263"/>
              <a:ext cx="1066800" cy="1227138"/>
            </a:xfrm>
            <a:custGeom>
              <a:avLst/>
              <a:gdLst>
                <a:gd name="T0" fmla="*/ 128 w 283"/>
                <a:gd name="T1" fmla="*/ 325 h 325"/>
                <a:gd name="T2" fmla="*/ 193 w 283"/>
                <a:gd name="T3" fmla="*/ 308 h 325"/>
                <a:gd name="T4" fmla="*/ 225 w 283"/>
                <a:gd name="T5" fmla="*/ 282 h 325"/>
                <a:gd name="T6" fmla="*/ 225 w 283"/>
                <a:gd name="T7" fmla="*/ 320 h 325"/>
                <a:gd name="T8" fmla="*/ 283 w 283"/>
                <a:gd name="T9" fmla="*/ 320 h 325"/>
                <a:gd name="T10" fmla="*/ 283 w 283"/>
                <a:gd name="T11" fmla="*/ 0 h 325"/>
                <a:gd name="T12" fmla="*/ 225 w 283"/>
                <a:gd name="T13" fmla="*/ 0 h 325"/>
                <a:gd name="T14" fmla="*/ 225 w 283"/>
                <a:gd name="T15" fmla="*/ 183 h 325"/>
                <a:gd name="T16" fmla="*/ 213 w 283"/>
                <a:gd name="T17" fmla="*/ 229 h 325"/>
                <a:gd name="T18" fmla="*/ 181 w 283"/>
                <a:gd name="T19" fmla="*/ 260 h 325"/>
                <a:gd name="T20" fmla="*/ 138 w 283"/>
                <a:gd name="T21" fmla="*/ 271 h 325"/>
                <a:gd name="T22" fmla="*/ 80 w 283"/>
                <a:gd name="T23" fmla="*/ 247 h 325"/>
                <a:gd name="T24" fmla="*/ 57 w 283"/>
                <a:gd name="T25" fmla="*/ 184 h 325"/>
                <a:gd name="T26" fmla="*/ 57 w 283"/>
                <a:gd name="T27" fmla="*/ 0 h 325"/>
                <a:gd name="T28" fmla="*/ 0 w 283"/>
                <a:gd name="T29" fmla="*/ 0 h 325"/>
                <a:gd name="T30" fmla="*/ 0 w 283"/>
                <a:gd name="T31" fmla="*/ 185 h 325"/>
                <a:gd name="T32" fmla="*/ 18 w 283"/>
                <a:gd name="T33" fmla="*/ 262 h 325"/>
                <a:gd name="T34" fmla="*/ 66 w 283"/>
                <a:gd name="T35" fmla="*/ 309 h 325"/>
                <a:gd name="T36" fmla="*/ 128 w 283"/>
                <a:gd name="T37" fmla="*/ 325 h 3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83" h="325">
                  <a:moveTo>
                    <a:pt x="128" y="325"/>
                  </a:moveTo>
                  <a:cubicBezTo>
                    <a:pt x="154" y="325"/>
                    <a:pt x="176" y="319"/>
                    <a:pt x="193" y="308"/>
                  </a:cubicBezTo>
                  <a:cubicBezTo>
                    <a:pt x="205" y="301"/>
                    <a:pt x="215" y="292"/>
                    <a:pt x="225" y="282"/>
                  </a:cubicBezTo>
                  <a:cubicBezTo>
                    <a:pt x="225" y="320"/>
                    <a:pt x="225" y="320"/>
                    <a:pt x="225" y="320"/>
                  </a:cubicBezTo>
                  <a:cubicBezTo>
                    <a:pt x="283" y="320"/>
                    <a:pt x="283" y="320"/>
                    <a:pt x="283" y="320"/>
                  </a:cubicBezTo>
                  <a:cubicBezTo>
                    <a:pt x="283" y="0"/>
                    <a:pt x="283" y="0"/>
                    <a:pt x="283" y="0"/>
                  </a:cubicBezTo>
                  <a:cubicBezTo>
                    <a:pt x="225" y="0"/>
                    <a:pt x="225" y="0"/>
                    <a:pt x="225" y="0"/>
                  </a:cubicBezTo>
                  <a:cubicBezTo>
                    <a:pt x="225" y="183"/>
                    <a:pt x="225" y="183"/>
                    <a:pt x="225" y="183"/>
                  </a:cubicBezTo>
                  <a:cubicBezTo>
                    <a:pt x="225" y="201"/>
                    <a:pt x="221" y="216"/>
                    <a:pt x="213" y="229"/>
                  </a:cubicBezTo>
                  <a:cubicBezTo>
                    <a:pt x="205" y="242"/>
                    <a:pt x="195" y="252"/>
                    <a:pt x="181" y="260"/>
                  </a:cubicBezTo>
                  <a:cubicBezTo>
                    <a:pt x="169" y="267"/>
                    <a:pt x="154" y="271"/>
                    <a:pt x="138" y="271"/>
                  </a:cubicBezTo>
                  <a:cubicBezTo>
                    <a:pt x="114" y="271"/>
                    <a:pt x="95" y="263"/>
                    <a:pt x="80" y="247"/>
                  </a:cubicBezTo>
                  <a:cubicBezTo>
                    <a:pt x="65" y="232"/>
                    <a:pt x="57" y="210"/>
                    <a:pt x="57" y="184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85"/>
                    <a:pt x="0" y="185"/>
                    <a:pt x="0" y="185"/>
                  </a:cubicBezTo>
                  <a:cubicBezTo>
                    <a:pt x="0" y="215"/>
                    <a:pt x="6" y="241"/>
                    <a:pt x="18" y="262"/>
                  </a:cubicBezTo>
                  <a:cubicBezTo>
                    <a:pt x="30" y="282"/>
                    <a:pt x="46" y="298"/>
                    <a:pt x="66" y="309"/>
                  </a:cubicBezTo>
                  <a:cubicBezTo>
                    <a:pt x="86" y="319"/>
                    <a:pt x="107" y="325"/>
                    <a:pt x="128" y="325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6" name="Freeform 7">
              <a:extLst>
                <a:ext uri="{FF2B5EF4-FFF2-40B4-BE49-F238E27FC236}">
                  <a16:creationId xmlns:a16="http://schemas.microsoft.com/office/drawing/2014/main" id="{605EFF27-AC3A-441C-AA6E-E11E5054A7E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47950" y="4157663"/>
              <a:ext cx="1017588" cy="1436688"/>
            </a:xfrm>
            <a:custGeom>
              <a:avLst/>
              <a:gdLst>
                <a:gd name="T0" fmla="*/ 213 w 270"/>
                <a:gd name="T1" fmla="*/ 288 h 381"/>
                <a:gd name="T2" fmla="*/ 184 w 270"/>
                <a:gd name="T3" fmla="*/ 323 h 381"/>
                <a:gd name="T4" fmla="*/ 137 w 270"/>
                <a:gd name="T5" fmla="*/ 335 h 381"/>
                <a:gd name="T6" fmla="*/ 90 w 270"/>
                <a:gd name="T7" fmla="*/ 323 h 381"/>
                <a:gd name="T8" fmla="*/ 60 w 270"/>
                <a:gd name="T9" fmla="*/ 288 h 381"/>
                <a:gd name="T10" fmla="*/ 49 w 270"/>
                <a:gd name="T11" fmla="*/ 241 h 381"/>
                <a:gd name="T12" fmla="*/ 60 w 270"/>
                <a:gd name="T13" fmla="*/ 193 h 381"/>
                <a:gd name="T14" fmla="*/ 90 w 270"/>
                <a:gd name="T15" fmla="*/ 159 h 381"/>
                <a:gd name="T16" fmla="*/ 137 w 270"/>
                <a:gd name="T17" fmla="*/ 146 h 381"/>
                <a:gd name="T18" fmla="*/ 184 w 270"/>
                <a:gd name="T19" fmla="*/ 159 h 381"/>
                <a:gd name="T20" fmla="*/ 213 w 270"/>
                <a:gd name="T21" fmla="*/ 193 h 381"/>
                <a:gd name="T22" fmla="*/ 223 w 270"/>
                <a:gd name="T23" fmla="*/ 241 h 381"/>
                <a:gd name="T24" fmla="*/ 213 w 270"/>
                <a:gd name="T25" fmla="*/ 288 h 381"/>
                <a:gd name="T26" fmla="*/ 221 w 270"/>
                <a:gd name="T27" fmla="*/ 138 h 381"/>
                <a:gd name="T28" fmla="*/ 190 w 270"/>
                <a:gd name="T29" fmla="*/ 114 h 381"/>
                <a:gd name="T30" fmla="*/ 132 w 270"/>
                <a:gd name="T31" fmla="*/ 101 h 381"/>
                <a:gd name="T32" fmla="*/ 62 w 270"/>
                <a:gd name="T33" fmla="*/ 120 h 381"/>
                <a:gd name="T34" fmla="*/ 16 w 270"/>
                <a:gd name="T35" fmla="*/ 170 h 381"/>
                <a:gd name="T36" fmla="*/ 0 w 270"/>
                <a:gd name="T37" fmla="*/ 241 h 381"/>
                <a:gd name="T38" fmla="*/ 16 w 270"/>
                <a:gd name="T39" fmla="*/ 311 h 381"/>
                <a:gd name="T40" fmla="*/ 62 w 270"/>
                <a:gd name="T41" fmla="*/ 362 h 381"/>
                <a:gd name="T42" fmla="*/ 132 w 270"/>
                <a:gd name="T43" fmla="*/ 381 h 381"/>
                <a:gd name="T44" fmla="*/ 190 w 270"/>
                <a:gd name="T45" fmla="*/ 368 h 381"/>
                <a:gd name="T46" fmla="*/ 221 w 270"/>
                <a:gd name="T47" fmla="*/ 344 h 381"/>
                <a:gd name="T48" fmla="*/ 221 w 270"/>
                <a:gd name="T49" fmla="*/ 377 h 381"/>
                <a:gd name="T50" fmla="*/ 270 w 270"/>
                <a:gd name="T51" fmla="*/ 377 h 381"/>
                <a:gd name="T52" fmla="*/ 270 w 270"/>
                <a:gd name="T53" fmla="*/ 0 h 381"/>
                <a:gd name="T54" fmla="*/ 221 w 270"/>
                <a:gd name="T55" fmla="*/ 0 h 381"/>
                <a:gd name="T56" fmla="*/ 221 w 270"/>
                <a:gd name="T57" fmla="*/ 138 h 3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70" h="381">
                  <a:moveTo>
                    <a:pt x="213" y="288"/>
                  </a:moveTo>
                  <a:cubicBezTo>
                    <a:pt x="206" y="303"/>
                    <a:pt x="196" y="314"/>
                    <a:pt x="184" y="323"/>
                  </a:cubicBezTo>
                  <a:cubicBezTo>
                    <a:pt x="171" y="331"/>
                    <a:pt x="156" y="335"/>
                    <a:pt x="137" y="335"/>
                  </a:cubicBezTo>
                  <a:cubicBezTo>
                    <a:pt x="119" y="335"/>
                    <a:pt x="103" y="331"/>
                    <a:pt x="90" y="323"/>
                  </a:cubicBezTo>
                  <a:cubicBezTo>
                    <a:pt x="77" y="314"/>
                    <a:pt x="67" y="303"/>
                    <a:pt x="60" y="288"/>
                  </a:cubicBezTo>
                  <a:cubicBezTo>
                    <a:pt x="53" y="274"/>
                    <a:pt x="49" y="258"/>
                    <a:pt x="49" y="241"/>
                  </a:cubicBezTo>
                  <a:cubicBezTo>
                    <a:pt x="49" y="224"/>
                    <a:pt x="53" y="208"/>
                    <a:pt x="60" y="193"/>
                  </a:cubicBezTo>
                  <a:cubicBezTo>
                    <a:pt x="67" y="179"/>
                    <a:pt x="77" y="168"/>
                    <a:pt x="90" y="159"/>
                  </a:cubicBezTo>
                  <a:cubicBezTo>
                    <a:pt x="103" y="151"/>
                    <a:pt x="119" y="146"/>
                    <a:pt x="137" y="146"/>
                  </a:cubicBezTo>
                  <a:cubicBezTo>
                    <a:pt x="156" y="146"/>
                    <a:pt x="171" y="151"/>
                    <a:pt x="184" y="159"/>
                  </a:cubicBezTo>
                  <a:cubicBezTo>
                    <a:pt x="196" y="168"/>
                    <a:pt x="206" y="179"/>
                    <a:pt x="213" y="193"/>
                  </a:cubicBezTo>
                  <a:cubicBezTo>
                    <a:pt x="219" y="208"/>
                    <a:pt x="223" y="224"/>
                    <a:pt x="223" y="241"/>
                  </a:cubicBezTo>
                  <a:cubicBezTo>
                    <a:pt x="223" y="258"/>
                    <a:pt x="219" y="274"/>
                    <a:pt x="213" y="288"/>
                  </a:cubicBezTo>
                  <a:moveTo>
                    <a:pt x="221" y="138"/>
                  </a:moveTo>
                  <a:cubicBezTo>
                    <a:pt x="212" y="128"/>
                    <a:pt x="202" y="120"/>
                    <a:pt x="190" y="114"/>
                  </a:cubicBezTo>
                  <a:cubicBezTo>
                    <a:pt x="174" y="105"/>
                    <a:pt x="154" y="101"/>
                    <a:pt x="132" y="101"/>
                  </a:cubicBezTo>
                  <a:cubicBezTo>
                    <a:pt x="106" y="101"/>
                    <a:pt x="82" y="107"/>
                    <a:pt x="62" y="120"/>
                  </a:cubicBezTo>
                  <a:cubicBezTo>
                    <a:pt x="43" y="132"/>
                    <a:pt x="27" y="149"/>
                    <a:pt x="16" y="170"/>
                  </a:cubicBezTo>
                  <a:cubicBezTo>
                    <a:pt x="6" y="191"/>
                    <a:pt x="0" y="215"/>
                    <a:pt x="0" y="241"/>
                  </a:cubicBezTo>
                  <a:cubicBezTo>
                    <a:pt x="0" y="266"/>
                    <a:pt x="6" y="290"/>
                    <a:pt x="16" y="311"/>
                  </a:cubicBezTo>
                  <a:cubicBezTo>
                    <a:pt x="27" y="333"/>
                    <a:pt x="43" y="350"/>
                    <a:pt x="62" y="362"/>
                  </a:cubicBezTo>
                  <a:cubicBezTo>
                    <a:pt x="82" y="375"/>
                    <a:pt x="106" y="381"/>
                    <a:pt x="132" y="381"/>
                  </a:cubicBezTo>
                  <a:cubicBezTo>
                    <a:pt x="154" y="381"/>
                    <a:pt x="174" y="377"/>
                    <a:pt x="190" y="368"/>
                  </a:cubicBezTo>
                  <a:cubicBezTo>
                    <a:pt x="202" y="361"/>
                    <a:pt x="212" y="354"/>
                    <a:pt x="221" y="344"/>
                  </a:cubicBezTo>
                  <a:cubicBezTo>
                    <a:pt x="221" y="377"/>
                    <a:pt x="221" y="377"/>
                    <a:pt x="221" y="377"/>
                  </a:cubicBezTo>
                  <a:cubicBezTo>
                    <a:pt x="270" y="377"/>
                    <a:pt x="270" y="377"/>
                    <a:pt x="270" y="377"/>
                  </a:cubicBezTo>
                  <a:cubicBezTo>
                    <a:pt x="270" y="0"/>
                    <a:pt x="270" y="0"/>
                    <a:pt x="270" y="0"/>
                  </a:cubicBezTo>
                  <a:cubicBezTo>
                    <a:pt x="221" y="0"/>
                    <a:pt x="221" y="0"/>
                    <a:pt x="221" y="0"/>
                  </a:cubicBezTo>
                  <a:lnTo>
                    <a:pt x="221" y="13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7" name="Freeform 8">
              <a:extLst>
                <a:ext uri="{FF2B5EF4-FFF2-40B4-BE49-F238E27FC236}">
                  <a16:creationId xmlns:a16="http://schemas.microsoft.com/office/drawing/2014/main" id="{DD82EBE5-E6FB-4FDD-AA27-AF9BF3A9A85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81425" y="4538663"/>
              <a:ext cx="1017588" cy="1055688"/>
            </a:xfrm>
            <a:custGeom>
              <a:avLst/>
              <a:gdLst>
                <a:gd name="T0" fmla="*/ 52 w 270"/>
                <a:gd name="T1" fmla="*/ 114 h 280"/>
                <a:gd name="T2" fmla="*/ 78 w 270"/>
                <a:gd name="T3" fmla="*/ 66 h 280"/>
                <a:gd name="T4" fmla="*/ 135 w 270"/>
                <a:gd name="T5" fmla="*/ 45 h 280"/>
                <a:gd name="T6" fmla="*/ 192 w 270"/>
                <a:gd name="T7" fmla="*/ 66 h 280"/>
                <a:gd name="T8" fmla="*/ 218 w 270"/>
                <a:gd name="T9" fmla="*/ 114 h 280"/>
                <a:gd name="T10" fmla="*/ 52 w 270"/>
                <a:gd name="T11" fmla="*/ 114 h 280"/>
                <a:gd name="T12" fmla="*/ 207 w 270"/>
                <a:gd name="T13" fmla="*/ 19 h 280"/>
                <a:gd name="T14" fmla="*/ 135 w 270"/>
                <a:gd name="T15" fmla="*/ 0 h 280"/>
                <a:gd name="T16" fmla="*/ 63 w 270"/>
                <a:gd name="T17" fmla="*/ 19 h 280"/>
                <a:gd name="T18" fmla="*/ 17 w 270"/>
                <a:gd name="T19" fmla="*/ 69 h 280"/>
                <a:gd name="T20" fmla="*/ 0 w 270"/>
                <a:gd name="T21" fmla="*/ 140 h 280"/>
                <a:gd name="T22" fmla="*/ 17 w 270"/>
                <a:gd name="T23" fmla="*/ 210 h 280"/>
                <a:gd name="T24" fmla="*/ 66 w 270"/>
                <a:gd name="T25" fmla="*/ 261 h 280"/>
                <a:gd name="T26" fmla="*/ 138 w 270"/>
                <a:gd name="T27" fmla="*/ 280 h 280"/>
                <a:gd name="T28" fmla="*/ 217 w 270"/>
                <a:gd name="T29" fmla="*/ 257 h 280"/>
                <a:gd name="T30" fmla="*/ 262 w 270"/>
                <a:gd name="T31" fmla="*/ 197 h 280"/>
                <a:gd name="T32" fmla="*/ 265 w 270"/>
                <a:gd name="T33" fmla="*/ 190 h 280"/>
                <a:gd name="T34" fmla="*/ 211 w 270"/>
                <a:gd name="T35" fmla="*/ 190 h 280"/>
                <a:gd name="T36" fmla="*/ 210 w 270"/>
                <a:gd name="T37" fmla="*/ 193 h 280"/>
                <a:gd name="T38" fmla="*/ 182 w 270"/>
                <a:gd name="T39" fmla="*/ 223 h 280"/>
                <a:gd name="T40" fmla="*/ 138 w 270"/>
                <a:gd name="T41" fmla="*/ 234 h 280"/>
                <a:gd name="T42" fmla="*/ 95 w 270"/>
                <a:gd name="T43" fmla="*/ 224 h 280"/>
                <a:gd name="T44" fmla="*/ 65 w 270"/>
                <a:gd name="T45" fmla="*/ 195 h 280"/>
                <a:gd name="T46" fmla="*/ 52 w 270"/>
                <a:gd name="T47" fmla="*/ 161 h 280"/>
                <a:gd name="T48" fmla="*/ 270 w 270"/>
                <a:gd name="T49" fmla="*/ 161 h 280"/>
                <a:gd name="T50" fmla="*/ 270 w 270"/>
                <a:gd name="T51" fmla="*/ 140 h 280"/>
                <a:gd name="T52" fmla="*/ 254 w 270"/>
                <a:gd name="T53" fmla="*/ 69 h 280"/>
                <a:gd name="T54" fmla="*/ 207 w 270"/>
                <a:gd name="T55" fmla="*/ 19 h 2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270" h="280">
                  <a:moveTo>
                    <a:pt x="52" y="114"/>
                  </a:moveTo>
                  <a:cubicBezTo>
                    <a:pt x="56" y="95"/>
                    <a:pt x="65" y="79"/>
                    <a:pt x="78" y="66"/>
                  </a:cubicBezTo>
                  <a:cubicBezTo>
                    <a:pt x="92" y="52"/>
                    <a:pt x="112" y="45"/>
                    <a:pt x="135" y="45"/>
                  </a:cubicBezTo>
                  <a:cubicBezTo>
                    <a:pt x="159" y="45"/>
                    <a:pt x="178" y="52"/>
                    <a:pt x="192" y="66"/>
                  </a:cubicBezTo>
                  <a:cubicBezTo>
                    <a:pt x="206" y="79"/>
                    <a:pt x="214" y="95"/>
                    <a:pt x="218" y="114"/>
                  </a:cubicBezTo>
                  <a:lnTo>
                    <a:pt x="52" y="114"/>
                  </a:lnTo>
                  <a:close/>
                  <a:moveTo>
                    <a:pt x="207" y="19"/>
                  </a:moveTo>
                  <a:cubicBezTo>
                    <a:pt x="187" y="6"/>
                    <a:pt x="163" y="0"/>
                    <a:pt x="135" y="0"/>
                  </a:cubicBezTo>
                  <a:cubicBezTo>
                    <a:pt x="108" y="0"/>
                    <a:pt x="84" y="6"/>
                    <a:pt x="63" y="19"/>
                  </a:cubicBezTo>
                  <a:cubicBezTo>
                    <a:pt x="43" y="31"/>
                    <a:pt x="27" y="48"/>
                    <a:pt x="17" y="69"/>
                  </a:cubicBezTo>
                  <a:cubicBezTo>
                    <a:pt x="6" y="90"/>
                    <a:pt x="0" y="114"/>
                    <a:pt x="0" y="140"/>
                  </a:cubicBezTo>
                  <a:cubicBezTo>
                    <a:pt x="0" y="165"/>
                    <a:pt x="6" y="189"/>
                    <a:pt x="17" y="210"/>
                  </a:cubicBezTo>
                  <a:cubicBezTo>
                    <a:pt x="29" y="232"/>
                    <a:pt x="45" y="249"/>
                    <a:pt x="66" y="261"/>
                  </a:cubicBezTo>
                  <a:cubicBezTo>
                    <a:pt x="86" y="274"/>
                    <a:pt x="110" y="280"/>
                    <a:pt x="138" y="280"/>
                  </a:cubicBezTo>
                  <a:cubicBezTo>
                    <a:pt x="170" y="280"/>
                    <a:pt x="197" y="272"/>
                    <a:pt x="217" y="257"/>
                  </a:cubicBezTo>
                  <a:cubicBezTo>
                    <a:pt x="237" y="241"/>
                    <a:pt x="253" y="221"/>
                    <a:pt x="262" y="197"/>
                  </a:cubicBezTo>
                  <a:cubicBezTo>
                    <a:pt x="265" y="190"/>
                    <a:pt x="265" y="190"/>
                    <a:pt x="265" y="190"/>
                  </a:cubicBezTo>
                  <a:cubicBezTo>
                    <a:pt x="211" y="190"/>
                    <a:pt x="211" y="190"/>
                    <a:pt x="211" y="190"/>
                  </a:cubicBezTo>
                  <a:cubicBezTo>
                    <a:pt x="210" y="193"/>
                    <a:pt x="210" y="193"/>
                    <a:pt x="210" y="193"/>
                  </a:cubicBezTo>
                  <a:cubicBezTo>
                    <a:pt x="203" y="205"/>
                    <a:pt x="194" y="215"/>
                    <a:pt x="182" y="223"/>
                  </a:cubicBezTo>
                  <a:cubicBezTo>
                    <a:pt x="171" y="231"/>
                    <a:pt x="156" y="234"/>
                    <a:pt x="138" y="234"/>
                  </a:cubicBezTo>
                  <a:cubicBezTo>
                    <a:pt x="122" y="234"/>
                    <a:pt x="107" y="231"/>
                    <a:pt x="95" y="224"/>
                  </a:cubicBezTo>
                  <a:cubicBezTo>
                    <a:pt x="82" y="217"/>
                    <a:pt x="72" y="207"/>
                    <a:pt x="65" y="195"/>
                  </a:cubicBezTo>
                  <a:cubicBezTo>
                    <a:pt x="58" y="185"/>
                    <a:pt x="54" y="173"/>
                    <a:pt x="52" y="161"/>
                  </a:cubicBezTo>
                  <a:cubicBezTo>
                    <a:pt x="270" y="161"/>
                    <a:pt x="270" y="161"/>
                    <a:pt x="270" y="161"/>
                  </a:cubicBezTo>
                  <a:cubicBezTo>
                    <a:pt x="270" y="140"/>
                    <a:pt x="270" y="140"/>
                    <a:pt x="270" y="140"/>
                  </a:cubicBezTo>
                  <a:cubicBezTo>
                    <a:pt x="270" y="114"/>
                    <a:pt x="265" y="90"/>
                    <a:pt x="254" y="69"/>
                  </a:cubicBezTo>
                  <a:cubicBezTo>
                    <a:pt x="243" y="48"/>
                    <a:pt x="227" y="31"/>
                    <a:pt x="207" y="1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8" name="Freeform 9">
              <a:extLst>
                <a:ext uri="{FF2B5EF4-FFF2-40B4-BE49-F238E27FC236}">
                  <a16:creationId xmlns:a16="http://schemas.microsoft.com/office/drawing/2014/main" id="{FC5CFB7E-2582-41B1-96FB-3311166DD41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424613" y="4538663"/>
              <a:ext cx="1016000" cy="1055688"/>
            </a:xfrm>
            <a:custGeom>
              <a:avLst/>
              <a:gdLst>
                <a:gd name="T0" fmla="*/ 213 w 270"/>
                <a:gd name="T1" fmla="*/ 187 h 280"/>
                <a:gd name="T2" fmla="*/ 184 w 270"/>
                <a:gd name="T3" fmla="*/ 222 h 280"/>
                <a:gd name="T4" fmla="*/ 137 w 270"/>
                <a:gd name="T5" fmla="*/ 234 h 280"/>
                <a:gd name="T6" fmla="*/ 90 w 270"/>
                <a:gd name="T7" fmla="*/ 222 h 280"/>
                <a:gd name="T8" fmla="*/ 60 w 270"/>
                <a:gd name="T9" fmla="*/ 187 h 280"/>
                <a:gd name="T10" fmla="*/ 49 w 270"/>
                <a:gd name="T11" fmla="*/ 140 h 280"/>
                <a:gd name="T12" fmla="*/ 60 w 270"/>
                <a:gd name="T13" fmla="*/ 92 h 280"/>
                <a:gd name="T14" fmla="*/ 90 w 270"/>
                <a:gd name="T15" fmla="*/ 58 h 280"/>
                <a:gd name="T16" fmla="*/ 137 w 270"/>
                <a:gd name="T17" fmla="*/ 45 h 280"/>
                <a:gd name="T18" fmla="*/ 184 w 270"/>
                <a:gd name="T19" fmla="*/ 58 h 280"/>
                <a:gd name="T20" fmla="*/ 213 w 270"/>
                <a:gd name="T21" fmla="*/ 92 h 280"/>
                <a:gd name="T22" fmla="*/ 223 w 270"/>
                <a:gd name="T23" fmla="*/ 140 h 280"/>
                <a:gd name="T24" fmla="*/ 213 w 270"/>
                <a:gd name="T25" fmla="*/ 187 h 280"/>
                <a:gd name="T26" fmla="*/ 221 w 270"/>
                <a:gd name="T27" fmla="*/ 37 h 280"/>
                <a:gd name="T28" fmla="*/ 190 w 270"/>
                <a:gd name="T29" fmla="*/ 13 h 280"/>
                <a:gd name="T30" fmla="*/ 132 w 270"/>
                <a:gd name="T31" fmla="*/ 0 h 280"/>
                <a:gd name="T32" fmla="*/ 62 w 270"/>
                <a:gd name="T33" fmla="*/ 19 h 280"/>
                <a:gd name="T34" fmla="*/ 16 w 270"/>
                <a:gd name="T35" fmla="*/ 69 h 280"/>
                <a:gd name="T36" fmla="*/ 0 w 270"/>
                <a:gd name="T37" fmla="*/ 140 h 280"/>
                <a:gd name="T38" fmla="*/ 16 w 270"/>
                <a:gd name="T39" fmla="*/ 210 h 280"/>
                <a:gd name="T40" fmla="*/ 62 w 270"/>
                <a:gd name="T41" fmla="*/ 261 h 280"/>
                <a:gd name="T42" fmla="*/ 132 w 270"/>
                <a:gd name="T43" fmla="*/ 280 h 280"/>
                <a:gd name="T44" fmla="*/ 190 w 270"/>
                <a:gd name="T45" fmla="*/ 267 h 280"/>
                <a:gd name="T46" fmla="*/ 221 w 270"/>
                <a:gd name="T47" fmla="*/ 243 h 280"/>
                <a:gd name="T48" fmla="*/ 221 w 270"/>
                <a:gd name="T49" fmla="*/ 276 h 280"/>
                <a:gd name="T50" fmla="*/ 270 w 270"/>
                <a:gd name="T51" fmla="*/ 276 h 280"/>
                <a:gd name="T52" fmla="*/ 270 w 270"/>
                <a:gd name="T53" fmla="*/ 4 h 280"/>
                <a:gd name="T54" fmla="*/ 221 w 270"/>
                <a:gd name="T55" fmla="*/ 4 h 280"/>
                <a:gd name="T56" fmla="*/ 221 w 270"/>
                <a:gd name="T57" fmla="*/ 37 h 2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70" h="280">
                  <a:moveTo>
                    <a:pt x="213" y="187"/>
                  </a:moveTo>
                  <a:cubicBezTo>
                    <a:pt x="206" y="202"/>
                    <a:pt x="196" y="213"/>
                    <a:pt x="184" y="222"/>
                  </a:cubicBezTo>
                  <a:cubicBezTo>
                    <a:pt x="171" y="230"/>
                    <a:pt x="155" y="234"/>
                    <a:pt x="137" y="234"/>
                  </a:cubicBezTo>
                  <a:cubicBezTo>
                    <a:pt x="119" y="234"/>
                    <a:pt x="103" y="230"/>
                    <a:pt x="90" y="222"/>
                  </a:cubicBezTo>
                  <a:cubicBezTo>
                    <a:pt x="77" y="213"/>
                    <a:pt x="67" y="202"/>
                    <a:pt x="60" y="187"/>
                  </a:cubicBezTo>
                  <a:cubicBezTo>
                    <a:pt x="53" y="173"/>
                    <a:pt x="49" y="157"/>
                    <a:pt x="49" y="140"/>
                  </a:cubicBezTo>
                  <a:cubicBezTo>
                    <a:pt x="49" y="123"/>
                    <a:pt x="53" y="107"/>
                    <a:pt x="60" y="92"/>
                  </a:cubicBezTo>
                  <a:cubicBezTo>
                    <a:pt x="67" y="78"/>
                    <a:pt x="77" y="67"/>
                    <a:pt x="90" y="58"/>
                  </a:cubicBezTo>
                  <a:cubicBezTo>
                    <a:pt x="103" y="50"/>
                    <a:pt x="119" y="45"/>
                    <a:pt x="137" y="45"/>
                  </a:cubicBezTo>
                  <a:cubicBezTo>
                    <a:pt x="155" y="45"/>
                    <a:pt x="171" y="50"/>
                    <a:pt x="184" y="58"/>
                  </a:cubicBezTo>
                  <a:cubicBezTo>
                    <a:pt x="196" y="67"/>
                    <a:pt x="206" y="78"/>
                    <a:pt x="213" y="92"/>
                  </a:cubicBezTo>
                  <a:cubicBezTo>
                    <a:pt x="219" y="107"/>
                    <a:pt x="223" y="123"/>
                    <a:pt x="223" y="140"/>
                  </a:cubicBezTo>
                  <a:cubicBezTo>
                    <a:pt x="223" y="157"/>
                    <a:pt x="219" y="173"/>
                    <a:pt x="213" y="187"/>
                  </a:cubicBezTo>
                  <a:moveTo>
                    <a:pt x="221" y="37"/>
                  </a:moveTo>
                  <a:cubicBezTo>
                    <a:pt x="212" y="27"/>
                    <a:pt x="202" y="19"/>
                    <a:pt x="190" y="13"/>
                  </a:cubicBezTo>
                  <a:cubicBezTo>
                    <a:pt x="174" y="4"/>
                    <a:pt x="154" y="0"/>
                    <a:pt x="132" y="0"/>
                  </a:cubicBezTo>
                  <a:cubicBezTo>
                    <a:pt x="105" y="0"/>
                    <a:pt x="82" y="6"/>
                    <a:pt x="62" y="19"/>
                  </a:cubicBezTo>
                  <a:cubicBezTo>
                    <a:pt x="43" y="31"/>
                    <a:pt x="27" y="48"/>
                    <a:pt x="16" y="69"/>
                  </a:cubicBezTo>
                  <a:cubicBezTo>
                    <a:pt x="6" y="90"/>
                    <a:pt x="0" y="114"/>
                    <a:pt x="0" y="140"/>
                  </a:cubicBezTo>
                  <a:cubicBezTo>
                    <a:pt x="0" y="165"/>
                    <a:pt x="6" y="189"/>
                    <a:pt x="16" y="210"/>
                  </a:cubicBezTo>
                  <a:cubicBezTo>
                    <a:pt x="27" y="232"/>
                    <a:pt x="43" y="249"/>
                    <a:pt x="62" y="261"/>
                  </a:cubicBezTo>
                  <a:cubicBezTo>
                    <a:pt x="82" y="274"/>
                    <a:pt x="105" y="280"/>
                    <a:pt x="132" y="280"/>
                  </a:cubicBezTo>
                  <a:cubicBezTo>
                    <a:pt x="154" y="280"/>
                    <a:pt x="174" y="276"/>
                    <a:pt x="190" y="267"/>
                  </a:cubicBezTo>
                  <a:cubicBezTo>
                    <a:pt x="202" y="260"/>
                    <a:pt x="212" y="253"/>
                    <a:pt x="221" y="243"/>
                  </a:cubicBezTo>
                  <a:cubicBezTo>
                    <a:pt x="221" y="276"/>
                    <a:pt x="221" y="276"/>
                    <a:pt x="221" y="276"/>
                  </a:cubicBezTo>
                  <a:cubicBezTo>
                    <a:pt x="270" y="276"/>
                    <a:pt x="270" y="276"/>
                    <a:pt x="270" y="276"/>
                  </a:cubicBezTo>
                  <a:cubicBezTo>
                    <a:pt x="270" y="4"/>
                    <a:pt x="270" y="4"/>
                    <a:pt x="270" y="4"/>
                  </a:cubicBezTo>
                  <a:cubicBezTo>
                    <a:pt x="221" y="4"/>
                    <a:pt x="221" y="4"/>
                    <a:pt x="221" y="4"/>
                  </a:cubicBezTo>
                  <a:lnTo>
                    <a:pt x="221" y="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9" name="Freeform 10">
              <a:extLst>
                <a:ext uri="{FF2B5EF4-FFF2-40B4-BE49-F238E27FC236}">
                  <a16:creationId xmlns:a16="http://schemas.microsoft.com/office/drawing/2014/main" id="{26D70E97-9082-406C-9D22-D9B6540E9B50}"/>
                </a:ext>
              </a:extLst>
            </p:cNvPr>
            <p:cNvSpPr>
              <a:spLocks/>
            </p:cNvSpPr>
            <p:nvPr/>
          </p:nvSpPr>
          <p:spPr bwMode="auto">
            <a:xfrm>
              <a:off x="7659688" y="4538663"/>
              <a:ext cx="557213" cy="1041400"/>
            </a:xfrm>
            <a:custGeom>
              <a:avLst/>
              <a:gdLst>
                <a:gd name="T0" fmla="*/ 97 w 148"/>
                <a:gd name="T1" fmla="*/ 8 h 276"/>
                <a:gd name="T2" fmla="*/ 66 w 148"/>
                <a:gd name="T3" fmla="*/ 29 h 276"/>
                <a:gd name="T4" fmla="*/ 49 w 148"/>
                <a:gd name="T5" fmla="*/ 51 h 276"/>
                <a:gd name="T6" fmla="*/ 49 w 148"/>
                <a:gd name="T7" fmla="*/ 4 h 276"/>
                <a:gd name="T8" fmla="*/ 0 w 148"/>
                <a:gd name="T9" fmla="*/ 4 h 276"/>
                <a:gd name="T10" fmla="*/ 0 w 148"/>
                <a:gd name="T11" fmla="*/ 276 h 276"/>
                <a:gd name="T12" fmla="*/ 49 w 148"/>
                <a:gd name="T13" fmla="*/ 276 h 276"/>
                <a:gd name="T14" fmla="*/ 49 w 148"/>
                <a:gd name="T15" fmla="*/ 156 h 276"/>
                <a:gd name="T16" fmla="*/ 60 w 148"/>
                <a:gd name="T17" fmla="*/ 103 h 276"/>
                <a:gd name="T18" fmla="*/ 91 w 148"/>
                <a:gd name="T19" fmla="*/ 64 h 276"/>
                <a:gd name="T20" fmla="*/ 138 w 148"/>
                <a:gd name="T21" fmla="*/ 49 h 276"/>
                <a:gd name="T22" fmla="*/ 148 w 148"/>
                <a:gd name="T23" fmla="*/ 49 h 276"/>
                <a:gd name="T24" fmla="*/ 148 w 148"/>
                <a:gd name="T25" fmla="*/ 0 h 276"/>
                <a:gd name="T26" fmla="*/ 141 w 148"/>
                <a:gd name="T27" fmla="*/ 0 h 276"/>
                <a:gd name="T28" fmla="*/ 97 w 148"/>
                <a:gd name="T29" fmla="*/ 8 h 2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48" h="276">
                  <a:moveTo>
                    <a:pt x="97" y="8"/>
                  </a:moveTo>
                  <a:cubicBezTo>
                    <a:pt x="85" y="14"/>
                    <a:pt x="74" y="21"/>
                    <a:pt x="66" y="29"/>
                  </a:cubicBezTo>
                  <a:cubicBezTo>
                    <a:pt x="59" y="36"/>
                    <a:pt x="53" y="44"/>
                    <a:pt x="49" y="51"/>
                  </a:cubicBezTo>
                  <a:cubicBezTo>
                    <a:pt x="49" y="4"/>
                    <a:pt x="49" y="4"/>
                    <a:pt x="49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276"/>
                    <a:pt x="0" y="276"/>
                    <a:pt x="0" y="276"/>
                  </a:cubicBezTo>
                  <a:cubicBezTo>
                    <a:pt x="49" y="276"/>
                    <a:pt x="49" y="276"/>
                    <a:pt x="49" y="276"/>
                  </a:cubicBezTo>
                  <a:cubicBezTo>
                    <a:pt x="49" y="156"/>
                    <a:pt x="49" y="156"/>
                    <a:pt x="49" y="156"/>
                  </a:cubicBezTo>
                  <a:cubicBezTo>
                    <a:pt x="49" y="137"/>
                    <a:pt x="53" y="120"/>
                    <a:pt x="60" y="103"/>
                  </a:cubicBezTo>
                  <a:cubicBezTo>
                    <a:pt x="67" y="87"/>
                    <a:pt x="78" y="74"/>
                    <a:pt x="91" y="64"/>
                  </a:cubicBezTo>
                  <a:cubicBezTo>
                    <a:pt x="104" y="54"/>
                    <a:pt x="120" y="49"/>
                    <a:pt x="138" y="49"/>
                  </a:cubicBezTo>
                  <a:cubicBezTo>
                    <a:pt x="148" y="49"/>
                    <a:pt x="148" y="49"/>
                    <a:pt x="148" y="49"/>
                  </a:cubicBezTo>
                  <a:cubicBezTo>
                    <a:pt x="148" y="0"/>
                    <a:pt x="148" y="0"/>
                    <a:pt x="148" y="0"/>
                  </a:cubicBezTo>
                  <a:cubicBezTo>
                    <a:pt x="141" y="0"/>
                    <a:pt x="141" y="0"/>
                    <a:pt x="141" y="0"/>
                  </a:cubicBezTo>
                  <a:cubicBezTo>
                    <a:pt x="124" y="0"/>
                    <a:pt x="109" y="3"/>
                    <a:pt x="97" y="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A52DDB4D-3D5C-4731-8BE0-B901053BDA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42313" y="4552950"/>
              <a:ext cx="184150" cy="10271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2E59C753-058E-444F-9CA4-D0D802169C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34375" y="4195763"/>
              <a:ext cx="196850" cy="2301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2" name="Freeform 13">
              <a:extLst>
                <a:ext uri="{FF2B5EF4-FFF2-40B4-BE49-F238E27FC236}">
                  <a16:creationId xmlns:a16="http://schemas.microsoft.com/office/drawing/2014/main" id="{7534A1A4-EE35-46EA-8480-3351ED7973A6}"/>
                </a:ext>
              </a:extLst>
            </p:cNvPr>
            <p:cNvSpPr>
              <a:spLocks/>
            </p:cNvSpPr>
            <p:nvPr/>
          </p:nvSpPr>
          <p:spPr bwMode="auto">
            <a:xfrm>
              <a:off x="8674100" y="4538663"/>
              <a:ext cx="869950" cy="1055688"/>
            </a:xfrm>
            <a:custGeom>
              <a:avLst/>
              <a:gdLst>
                <a:gd name="T0" fmla="*/ 217 w 231"/>
                <a:gd name="T1" fmla="*/ 154 h 280"/>
                <a:gd name="T2" fmla="*/ 183 w 231"/>
                <a:gd name="T3" fmla="*/ 131 h 280"/>
                <a:gd name="T4" fmla="*/ 140 w 231"/>
                <a:gd name="T5" fmla="*/ 118 h 280"/>
                <a:gd name="T6" fmla="*/ 98 w 231"/>
                <a:gd name="T7" fmla="*/ 109 h 280"/>
                <a:gd name="T8" fmla="*/ 67 w 231"/>
                <a:gd name="T9" fmla="*/ 96 h 280"/>
                <a:gd name="T10" fmla="*/ 57 w 231"/>
                <a:gd name="T11" fmla="*/ 76 h 280"/>
                <a:gd name="T12" fmla="*/ 114 w 231"/>
                <a:gd name="T13" fmla="*/ 43 h 280"/>
                <a:gd name="T14" fmla="*/ 158 w 231"/>
                <a:gd name="T15" fmla="*/ 54 h 280"/>
                <a:gd name="T16" fmla="*/ 173 w 231"/>
                <a:gd name="T17" fmla="*/ 80 h 280"/>
                <a:gd name="T18" fmla="*/ 174 w 231"/>
                <a:gd name="T19" fmla="*/ 84 h 280"/>
                <a:gd name="T20" fmla="*/ 223 w 231"/>
                <a:gd name="T21" fmla="*/ 84 h 280"/>
                <a:gd name="T22" fmla="*/ 223 w 231"/>
                <a:gd name="T23" fmla="*/ 79 h 280"/>
                <a:gd name="T24" fmla="*/ 208 w 231"/>
                <a:gd name="T25" fmla="*/ 40 h 280"/>
                <a:gd name="T26" fmla="*/ 174 w 231"/>
                <a:gd name="T27" fmla="*/ 11 h 280"/>
                <a:gd name="T28" fmla="*/ 115 w 231"/>
                <a:gd name="T29" fmla="*/ 0 h 280"/>
                <a:gd name="T30" fmla="*/ 35 w 231"/>
                <a:gd name="T31" fmla="*/ 20 h 280"/>
                <a:gd name="T32" fmla="*/ 7 w 231"/>
                <a:gd name="T33" fmla="*/ 80 h 280"/>
                <a:gd name="T34" fmla="*/ 21 w 231"/>
                <a:gd name="T35" fmla="*/ 121 h 280"/>
                <a:gd name="T36" fmla="*/ 56 w 231"/>
                <a:gd name="T37" fmla="*/ 144 h 280"/>
                <a:gd name="T38" fmla="*/ 99 w 231"/>
                <a:gd name="T39" fmla="*/ 156 h 280"/>
                <a:gd name="T40" fmla="*/ 141 w 231"/>
                <a:gd name="T41" fmla="*/ 166 h 280"/>
                <a:gd name="T42" fmla="*/ 171 w 231"/>
                <a:gd name="T43" fmla="*/ 179 h 280"/>
                <a:gd name="T44" fmla="*/ 182 w 231"/>
                <a:gd name="T45" fmla="*/ 200 h 280"/>
                <a:gd name="T46" fmla="*/ 176 w 231"/>
                <a:gd name="T47" fmla="*/ 218 h 280"/>
                <a:gd name="T48" fmla="*/ 160 w 231"/>
                <a:gd name="T49" fmla="*/ 230 h 280"/>
                <a:gd name="T50" fmla="*/ 138 w 231"/>
                <a:gd name="T51" fmla="*/ 235 h 280"/>
                <a:gd name="T52" fmla="*/ 120 w 231"/>
                <a:gd name="T53" fmla="*/ 237 h 280"/>
                <a:gd name="T54" fmla="*/ 81 w 231"/>
                <a:gd name="T55" fmla="*/ 229 h 280"/>
                <a:gd name="T56" fmla="*/ 60 w 231"/>
                <a:gd name="T57" fmla="*/ 211 h 280"/>
                <a:gd name="T58" fmla="*/ 51 w 231"/>
                <a:gd name="T59" fmla="*/ 188 h 280"/>
                <a:gd name="T60" fmla="*/ 51 w 231"/>
                <a:gd name="T61" fmla="*/ 184 h 280"/>
                <a:gd name="T62" fmla="*/ 0 w 231"/>
                <a:gd name="T63" fmla="*/ 184 h 280"/>
                <a:gd name="T64" fmla="*/ 1 w 231"/>
                <a:gd name="T65" fmla="*/ 189 h 280"/>
                <a:gd name="T66" fmla="*/ 16 w 231"/>
                <a:gd name="T67" fmla="*/ 234 h 280"/>
                <a:gd name="T68" fmla="*/ 56 w 231"/>
                <a:gd name="T69" fmla="*/ 267 h 280"/>
                <a:gd name="T70" fmla="*/ 119 w 231"/>
                <a:gd name="T71" fmla="*/ 280 h 280"/>
                <a:gd name="T72" fmla="*/ 200 w 231"/>
                <a:gd name="T73" fmla="*/ 259 h 280"/>
                <a:gd name="T74" fmla="*/ 231 w 231"/>
                <a:gd name="T75" fmla="*/ 196 h 280"/>
                <a:gd name="T76" fmla="*/ 217 w 231"/>
                <a:gd name="T77" fmla="*/ 154 h 2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1" h="280">
                  <a:moveTo>
                    <a:pt x="217" y="154"/>
                  </a:moveTo>
                  <a:cubicBezTo>
                    <a:pt x="208" y="144"/>
                    <a:pt x="197" y="136"/>
                    <a:pt x="183" y="131"/>
                  </a:cubicBezTo>
                  <a:cubicBezTo>
                    <a:pt x="169" y="125"/>
                    <a:pt x="155" y="121"/>
                    <a:pt x="140" y="118"/>
                  </a:cubicBezTo>
                  <a:cubicBezTo>
                    <a:pt x="125" y="115"/>
                    <a:pt x="111" y="112"/>
                    <a:pt x="98" y="109"/>
                  </a:cubicBezTo>
                  <a:cubicBezTo>
                    <a:pt x="85" y="105"/>
                    <a:pt x="75" y="101"/>
                    <a:pt x="67" y="96"/>
                  </a:cubicBezTo>
                  <a:cubicBezTo>
                    <a:pt x="60" y="91"/>
                    <a:pt x="57" y="85"/>
                    <a:pt x="57" y="76"/>
                  </a:cubicBezTo>
                  <a:cubicBezTo>
                    <a:pt x="57" y="68"/>
                    <a:pt x="57" y="43"/>
                    <a:pt x="114" y="43"/>
                  </a:cubicBezTo>
                  <a:cubicBezTo>
                    <a:pt x="135" y="43"/>
                    <a:pt x="150" y="47"/>
                    <a:pt x="158" y="54"/>
                  </a:cubicBezTo>
                  <a:cubicBezTo>
                    <a:pt x="167" y="61"/>
                    <a:pt x="172" y="70"/>
                    <a:pt x="173" y="80"/>
                  </a:cubicBezTo>
                  <a:cubicBezTo>
                    <a:pt x="174" y="84"/>
                    <a:pt x="174" y="84"/>
                    <a:pt x="174" y="84"/>
                  </a:cubicBezTo>
                  <a:cubicBezTo>
                    <a:pt x="223" y="84"/>
                    <a:pt x="223" y="84"/>
                    <a:pt x="223" y="84"/>
                  </a:cubicBezTo>
                  <a:cubicBezTo>
                    <a:pt x="223" y="79"/>
                    <a:pt x="223" y="79"/>
                    <a:pt x="223" y="79"/>
                  </a:cubicBezTo>
                  <a:cubicBezTo>
                    <a:pt x="221" y="65"/>
                    <a:pt x="216" y="52"/>
                    <a:pt x="208" y="40"/>
                  </a:cubicBezTo>
                  <a:cubicBezTo>
                    <a:pt x="201" y="28"/>
                    <a:pt x="189" y="19"/>
                    <a:pt x="174" y="11"/>
                  </a:cubicBezTo>
                  <a:cubicBezTo>
                    <a:pt x="158" y="4"/>
                    <a:pt x="139" y="0"/>
                    <a:pt x="115" y="0"/>
                  </a:cubicBezTo>
                  <a:cubicBezTo>
                    <a:pt x="80" y="0"/>
                    <a:pt x="53" y="7"/>
                    <a:pt x="35" y="20"/>
                  </a:cubicBezTo>
                  <a:cubicBezTo>
                    <a:pt x="17" y="34"/>
                    <a:pt x="7" y="54"/>
                    <a:pt x="7" y="80"/>
                  </a:cubicBezTo>
                  <a:cubicBezTo>
                    <a:pt x="7" y="97"/>
                    <a:pt x="12" y="111"/>
                    <a:pt x="21" y="121"/>
                  </a:cubicBezTo>
                  <a:cubicBezTo>
                    <a:pt x="30" y="131"/>
                    <a:pt x="42" y="138"/>
                    <a:pt x="56" y="144"/>
                  </a:cubicBezTo>
                  <a:cubicBezTo>
                    <a:pt x="69" y="149"/>
                    <a:pt x="84" y="153"/>
                    <a:pt x="99" y="156"/>
                  </a:cubicBezTo>
                  <a:cubicBezTo>
                    <a:pt x="113" y="159"/>
                    <a:pt x="127" y="163"/>
                    <a:pt x="141" y="166"/>
                  </a:cubicBezTo>
                  <a:cubicBezTo>
                    <a:pt x="153" y="169"/>
                    <a:pt x="164" y="174"/>
                    <a:pt x="171" y="179"/>
                  </a:cubicBezTo>
                  <a:cubicBezTo>
                    <a:pt x="178" y="184"/>
                    <a:pt x="182" y="191"/>
                    <a:pt x="182" y="200"/>
                  </a:cubicBezTo>
                  <a:cubicBezTo>
                    <a:pt x="182" y="208"/>
                    <a:pt x="180" y="214"/>
                    <a:pt x="176" y="218"/>
                  </a:cubicBezTo>
                  <a:cubicBezTo>
                    <a:pt x="171" y="223"/>
                    <a:pt x="166" y="227"/>
                    <a:pt x="160" y="230"/>
                  </a:cubicBezTo>
                  <a:cubicBezTo>
                    <a:pt x="153" y="232"/>
                    <a:pt x="146" y="234"/>
                    <a:pt x="138" y="235"/>
                  </a:cubicBezTo>
                  <a:cubicBezTo>
                    <a:pt x="131" y="236"/>
                    <a:pt x="125" y="237"/>
                    <a:pt x="120" y="237"/>
                  </a:cubicBezTo>
                  <a:cubicBezTo>
                    <a:pt x="104" y="237"/>
                    <a:pt x="91" y="234"/>
                    <a:pt x="81" y="229"/>
                  </a:cubicBezTo>
                  <a:cubicBezTo>
                    <a:pt x="72" y="225"/>
                    <a:pt x="64" y="219"/>
                    <a:pt x="60" y="211"/>
                  </a:cubicBezTo>
                  <a:cubicBezTo>
                    <a:pt x="55" y="204"/>
                    <a:pt x="52" y="196"/>
                    <a:pt x="51" y="188"/>
                  </a:cubicBezTo>
                  <a:cubicBezTo>
                    <a:pt x="51" y="184"/>
                    <a:pt x="51" y="184"/>
                    <a:pt x="51" y="184"/>
                  </a:cubicBezTo>
                  <a:cubicBezTo>
                    <a:pt x="0" y="184"/>
                    <a:pt x="0" y="184"/>
                    <a:pt x="0" y="184"/>
                  </a:cubicBezTo>
                  <a:cubicBezTo>
                    <a:pt x="1" y="189"/>
                    <a:pt x="1" y="189"/>
                    <a:pt x="1" y="189"/>
                  </a:cubicBezTo>
                  <a:cubicBezTo>
                    <a:pt x="2" y="205"/>
                    <a:pt x="7" y="220"/>
                    <a:pt x="16" y="234"/>
                  </a:cubicBezTo>
                  <a:cubicBezTo>
                    <a:pt x="25" y="248"/>
                    <a:pt x="39" y="259"/>
                    <a:pt x="56" y="267"/>
                  </a:cubicBezTo>
                  <a:cubicBezTo>
                    <a:pt x="73" y="276"/>
                    <a:pt x="95" y="280"/>
                    <a:pt x="119" y="280"/>
                  </a:cubicBezTo>
                  <a:cubicBezTo>
                    <a:pt x="153" y="280"/>
                    <a:pt x="180" y="273"/>
                    <a:pt x="200" y="259"/>
                  </a:cubicBezTo>
                  <a:cubicBezTo>
                    <a:pt x="221" y="245"/>
                    <a:pt x="231" y="224"/>
                    <a:pt x="231" y="196"/>
                  </a:cubicBezTo>
                  <a:cubicBezTo>
                    <a:pt x="231" y="179"/>
                    <a:pt x="226" y="165"/>
                    <a:pt x="217" y="15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3" name="Freeform 14">
              <a:extLst>
                <a:ext uri="{FF2B5EF4-FFF2-40B4-BE49-F238E27FC236}">
                  <a16:creationId xmlns:a16="http://schemas.microsoft.com/office/drawing/2014/main" id="{1ACF75B6-30F7-4F22-AE37-422D11C1451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83213" y="1749425"/>
              <a:ext cx="663575" cy="638175"/>
            </a:xfrm>
            <a:custGeom>
              <a:avLst/>
              <a:gdLst>
                <a:gd name="T0" fmla="*/ 36 w 176"/>
                <a:gd name="T1" fmla="*/ 168 h 169"/>
                <a:gd name="T2" fmla="*/ 151 w 176"/>
                <a:gd name="T3" fmla="*/ 118 h 169"/>
                <a:gd name="T4" fmla="*/ 142 w 176"/>
                <a:gd name="T5" fmla="*/ 17 h 169"/>
                <a:gd name="T6" fmla="*/ 96 w 176"/>
                <a:gd name="T7" fmla="*/ 0 h 169"/>
                <a:gd name="T8" fmla="*/ 41 w 176"/>
                <a:gd name="T9" fmla="*/ 26 h 169"/>
                <a:gd name="T10" fmla="*/ 20 w 176"/>
                <a:gd name="T11" fmla="*/ 164 h 169"/>
                <a:gd name="T12" fmla="*/ 36 w 176"/>
                <a:gd name="T13" fmla="*/ 168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6" h="169">
                  <a:moveTo>
                    <a:pt x="36" y="168"/>
                  </a:moveTo>
                  <a:cubicBezTo>
                    <a:pt x="67" y="168"/>
                    <a:pt x="130" y="143"/>
                    <a:pt x="151" y="118"/>
                  </a:cubicBezTo>
                  <a:cubicBezTo>
                    <a:pt x="176" y="88"/>
                    <a:pt x="172" y="42"/>
                    <a:pt x="142" y="17"/>
                  </a:cubicBezTo>
                  <a:cubicBezTo>
                    <a:pt x="129" y="6"/>
                    <a:pt x="113" y="0"/>
                    <a:pt x="96" y="0"/>
                  </a:cubicBezTo>
                  <a:cubicBezTo>
                    <a:pt x="74" y="0"/>
                    <a:pt x="54" y="10"/>
                    <a:pt x="41" y="26"/>
                  </a:cubicBezTo>
                  <a:cubicBezTo>
                    <a:pt x="17" y="55"/>
                    <a:pt x="0" y="145"/>
                    <a:pt x="20" y="164"/>
                  </a:cubicBezTo>
                  <a:cubicBezTo>
                    <a:pt x="24" y="167"/>
                    <a:pt x="29" y="169"/>
                    <a:pt x="36" y="16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4" name="Freeform 15">
              <a:extLst>
                <a:ext uri="{FF2B5EF4-FFF2-40B4-BE49-F238E27FC236}">
                  <a16:creationId xmlns:a16="http://schemas.microsoft.com/office/drawing/2014/main" id="{FE1D35F1-EB91-4267-8716-07BF1AB6D307}"/>
                </a:ext>
              </a:extLst>
            </p:cNvPr>
            <p:cNvSpPr>
              <a:spLocks/>
            </p:cNvSpPr>
            <p:nvPr/>
          </p:nvSpPr>
          <p:spPr bwMode="auto">
            <a:xfrm>
              <a:off x="2662238" y="1270000"/>
              <a:ext cx="765175" cy="728663"/>
            </a:xfrm>
            <a:custGeom>
              <a:avLst/>
              <a:gdLst>
                <a:gd name="T0" fmla="*/ 30 w 203"/>
                <a:gd name="T1" fmla="*/ 152 h 193"/>
                <a:gd name="T2" fmla="*/ 160 w 203"/>
                <a:gd name="T3" fmla="*/ 193 h 193"/>
                <a:gd name="T4" fmla="*/ 197 w 203"/>
                <a:gd name="T5" fmla="*/ 183 h 193"/>
                <a:gd name="T6" fmla="*/ 203 w 203"/>
                <a:gd name="T7" fmla="*/ 160 h 193"/>
                <a:gd name="T8" fmla="*/ 147 w 203"/>
                <a:gd name="T9" fmla="*/ 23 h 193"/>
                <a:gd name="T10" fmla="*/ 88 w 203"/>
                <a:gd name="T11" fmla="*/ 0 h 193"/>
                <a:gd name="T12" fmla="*/ 24 w 203"/>
                <a:gd name="T13" fmla="*/ 29 h 193"/>
                <a:gd name="T14" fmla="*/ 1 w 203"/>
                <a:gd name="T15" fmla="*/ 92 h 193"/>
                <a:gd name="T16" fmla="*/ 30 w 203"/>
                <a:gd name="T17" fmla="*/ 152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03" h="193">
                  <a:moveTo>
                    <a:pt x="30" y="152"/>
                  </a:moveTo>
                  <a:cubicBezTo>
                    <a:pt x="56" y="176"/>
                    <a:pt x="120" y="193"/>
                    <a:pt x="160" y="193"/>
                  </a:cubicBezTo>
                  <a:cubicBezTo>
                    <a:pt x="178" y="193"/>
                    <a:pt x="190" y="190"/>
                    <a:pt x="197" y="183"/>
                  </a:cubicBezTo>
                  <a:cubicBezTo>
                    <a:pt x="201" y="179"/>
                    <a:pt x="203" y="171"/>
                    <a:pt x="203" y="160"/>
                  </a:cubicBezTo>
                  <a:cubicBezTo>
                    <a:pt x="202" y="121"/>
                    <a:pt x="175" y="48"/>
                    <a:pt x="147" y="23"/>
                  </a:cubicBezTo>
                  <a:cubicBezTo>
                    <a:pt x="131" y="8"/>
                    <a:pt x="110" y="0"/>
                    <a:pt x="88" y="0"/>
                  </a:cubicBezTo>
                  <a:cubicBezTo>
                    <a:pt x="64" y="0"/>
                    <a:pt x="40" y="11"/>
                    <a:pt x="24" y="29"/>
                  </a:cubicBezTo>
                  <a:cubicBezTo>
                    <a:pt x="8" y="47"/>
                    <a:pt x="0" y="69"/>
                    <a:pt x="1" y="92"/>
                  </a:cubicBezTo>
                  <a:cubicBezTo>
                    <a:pt x="3" y="115"/>
                    <a:pt x="13" y="137"/>
                    <a:pt x="30" y="15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5" name="Freeform 16">
              <a:extLst>
                <a:ext uri="{FF2B5EF4-FFF2-40B4-BE49-F238E27FC236}">
                  <a16:creationId xmlns:a16="http://schemas.microsoft.com/office/drawing/2014/main" id="{323EF4F4-A5E7-4E79-8432-6835852E2086}"/>
                </a:ext>
              </a:extLst>
            </p:cNvPr>
            <p:cNvSpPr>
              <a:spLocks/>
            </p:cNvSpPr>
            <p:nvPr/>
          </p:nvSpPr>
          <p:spPr bwMode="auto">
            <a:xfrm>
              <a:off x="2659063" y="3406775"/>
              <a:ext cx="633413" cy="471488"/>
            </a:xfrm>
            <a:custGeom>
              <a:avLst/>
              <a:gdLst>
                <a:gd name="T0" fmla="*/ 10 w 168"/>
                <a:gd name="T1" fmla="*/ 31 h 125"/>
                <a:gd name="T2" fmla="*/ 5 w 168"/>
                <a:gd name="T3" fmla="*/ 79 h 125"/>
                <a:gd name="T4" fmla="*/ 65 w 168"/>
                <a:gd name="T5" fmla="*/ 125 h 125"/>
                <a:gd name="T6" fmla="*/ 81 w 168"/>
                <a:gd name="T7" fmla="*/ 122 h 125"/>
                <a:gd name="T8" fmla="*/ 163 w 168"/>
                <a:gd name="T9" fmla="*/ 34 h 125"/>
                <a:gd name="T10" fmla="*/ 67 w 168"/>
                <a:gd name="T11" fmla="*/ 0 h 125"/>
                <a:gd name="T12" fmla="*/ 48 w 168"/>
                <a:gd name="T13" fmla="*/ 2 h 125"/>
                <a:gd name="T14" fmla="*/ 10 w 168"/>
                <a:gd name="T15" fmla="*/ 31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68" h="125">
                  <a:moveTo>
                    <a:pt x="10" y="31"/>
                  </a:moveTo>
                  <a:cubicBezTo>
                    <a:pt x="2" y="46"/>
                    <a:pt x="0" y="63"/>
                    <a:pt x="5" y="79"/>
                  </a:cubicBezTo>
                  <a:cubicBezTo>
                    <a:pt x="12" y="106"/>
                    <a:pt x="37" y="125"/>
                    <a:pt x="65" y="125"/>
                  </a:cubicBezTo>
                  <a:cubicBezTo>
                    <a:pt x="70" y="125"/>
                    <a:pt x="76" y="124"/>
                    <a:pt x="81" y="122"/>
                  </a:cubicBezTo>
                  <a:cubicBezTo>
                    <a:pt x="112" y="114"/>
                    <a:pt x="168" y="58"/>
                    <a:pt x="163" y="34"/>
                  </a:cubicBezTo>
                  <a:cubicBezTo>
                    <a:pt x="160" y="16"/>
                    <a:pt x="101" y="0"/>
                    <a:pt x="67" y="0"/>
                  </a:cubicBezTo>
                  <a:cubicBezTo>
                    <a:pt x="60" y="0"/>
                    <a:pt x="53" y="1"/>
                    <a:pt x="48" y="2"/>
                  </a:cubicBezTo>
                  <a:cubicBezTo>
                    <a:pt x="32" y="6"/>
                    <a:pt x="19" y="17"/>
                    <a:pt x="10" y="31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6" name="Freeform 17">
              <a:extLst>
                <a:ext uri="{FF2B5EF4-FFF2-40B4-BE49-F238E27FC236}">
                  <a16:creationId xmlns:a16="http://schemas.microsoft.com/office/drawing/2014/main" id="{D1EAD1E2-1545-4532-9491-227E4AC575E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100388" y="1614488"/>
              <a:ext cx="3775075" cy="3965575"/>
            </a:xfrm>
            <a:custGeom>
              <a:avLst/>
              <a:gdLst>
                <a:gd name="T0" fmla="*/ 747 w 1002"/>
                <a:gd name="T1" fmla="*/ 881 h 1051"/>
                <a:gd name="T2" fmla="*/ 638 w 1002"/>
                <a:gd name="T3" fmla="*/ 741 h 1051"/>
                <a:gd name="T4" fmla="*/ 805 w 1002"/>
                <a:gd name="T5" fmla="*/ 760 h 1051"/>
                <a:gd name="T6" fmla="*/ 805 w 1002"/>
                <a:gd name="T7" fmla="*/ 862 h 1051"/>
                <a:gd name="T8" fmla="*/ 844 w 1002"/>
                <a:gd name="T9" fmla="*/ 279 h 1051"/>
                <a:gd name="T10" fmla="*/ 942 w 1002"/>
                <a:gd name="T11" fmla="*/ 360 h 1051"/>
                <a:gd name="T12" fmla="*/ 777 w 1002"/>
                <a:gd name="T13" fmla="*/ 304 h 1051"/>
                <a:gd name="T14" fmla="*/ 629 w 1002"/>
                <a:gd name="T15" fmla="*/ 546 h 1051"/>
                <a:gd name="T16" fmla="*/ 592 w 1002"/>
                <a:gd name="T17" fmla="*/ 386 h 1051"/>
                <a:gd name="T18" fmla="*/ 703 w 1002"/>
                <a:gd name="T19" fmla="*/ 467 h 1051"/>
                <a:gd name="T20" fmla="*/ 762 w 1002"/>
                <a:gd name="T21" fmla="*/ 532 h 1051"/>
                <a:gd name="T22" fmla="*/ 940 w 1002"/>
                <a:gd name="T23" fmla="*/ 527 h 1051"/>
                <a:gd name="T24" fmla="*/ 996 w 1002"/>
                <a:gd name="T25" fmla="*/ 449 h 1051"/>
                <a:gd name="T26" fmla="*/ 932 w 1002"/>
                <a:gd name="T27" fmla="*/ 452 h 1051"/>
                <a:gd name="T28" fmla="*/ 848 w 1002"/>
                <a:gd name="T29" fmla="*/ 501 h 1051"/>
                <a:gd name="T30" fmla="*/ 761 w 1002"/>
                <a:gd name="T31" fmla="*/ 455 h 1051"/>
                <a:gd name="T32" fmla="*/ 1002 w 1002"/>
                <a:gd name="T33" fmla="*/ 414 h 1051"/>
                <a:gd name="T34" fmla="*/ 983 w 1002"/>
                <a:gd name="T35" fmla="*/ 307 h 1051"/>
                <a:gd name="T36" fmla="*/ 844 w 1002"/>
                <a:gd name="T37" fmla="*/ 225 h 1051"/>
                <a:gd name="T38" fmla="*/ 715 w 1002"/>
                <a:gd name="T39" fmla="*/ 289 h 1051"/>
                <a:gd name="T40" fmla="*/ 709 w 1002"/>
                <a:gd name="T41" fmla="*/ 299 h 1051"/>
                <a:gd name="T42" fmla="*/ 450 w 1002"/>
                <a:gd name="T43" fmla="*/ 284 h 1051"/>
                <a:gd name="T44" fmla="*/ 480 w 1002"/>
                <a:gd name="T45" fmla="*/ 211 h 1051"/>
                <a:gd name="T46" fmla="*/ 303 w 1002"/>
                <a:gd name="T47" fmla="*/ 217 h 1051"/>
                <a:gd name="T48" fmla="*/ 111 w 1002"/>
                <a:gd name="T49" fmla="*/ 254 h 1051"/>
                <a:gd name="T50" fmla="*/ 219 w 1002"/>
                <a:gd name="T51" fmla="*/ 388 h 1051"/>
                <a:gd name="T52" fmla="*/ 285 w 1002"/>
                <a:gd name="T53" fmla="*/ 551 h 1051"/>
                <a:gd name="T54" fmla="*/ 202 w 1002"/>
                <a:gd name="T55" fmla="*/ 664 h 1051"/>
                <a:gd name="T56" fmla="*/ 303 w 1002"/>
                <a:gd name="T57" fmla="*/ 652 h 1051"/>
                <a:gd name="T58" fmla="*/ 364 w 1002"/>
                <a:gd name="T59" fmla="*/ 565 h 1051"/>
                <a:gd name="T60" fmla="*/ 674 w 1002"/>
                <a:gd name="T61" fmla="*/ 694 h 1051"/>
                <a:gd name="T62" fmla="*/ 588 w 1002"/>
                <a:gd name="T63" fmla="*/ 694 h 1051"/>
                <a:gd name="T64" fmla="*/ 638 w 1002"/>
                <a:gd name="T65" fmla="*/ 1051 h 1051"/>
                <a:gd name="T66" fmla="*/ 749 w 1002"/>
                <a:gd name="T67" fmla="*/ 927 h 1051"/>
                <a:gd name="T68" fmla="*/ 874 w 1002"/>
                <a:gd name="T69" fmla="*/ 811 h 10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002" h="1051">
                  <a:moveTo>
                    <a:pt x="805" y="862"/>
                  </a:moveTo>
                  <a:cubicBezTo>
                    <a:pt x="792" y="874"/>
                    <a:pt x="772" y="881"/>
                    <a:pt x="747" y="881"/>
                  </a:cubicBezTo>
                  <a:cubicBezTo>
                    <a:pt x="638" y="881"/>
                    <a:pt x="638" y="881"/>
                    <a:pt x="638" y="881"/>
                  </a:cubicBezTo>
                  <a:cubicBezTo>
                    <a:pt x="638" y="741"/>
                    <a:pt x="638" y="741"/>
                    <a:pt x="638" y="741"/>
                  </a:cubicBezTo>
                  <a:cubicBezTo>
                    <a:pt x="747" y="741"/>
                    <a:pt x="747" y="741"/>
                    <a:pt x="747" y="741"/>
                  </a:cubicBezTo>
                  <a:cubicBezTo>
                    <a:pt x="772" y="741"/>
                    <a:pt x="792" y="748"/>
                    <a:pt x="805" y="760"/>
                  </a:cubicBezTo>
                  <a:cubicBezTo>
                    <a:pt x="818" y="772"/>
                    <a:pt x="824" y="789"/>
                    <a:pt x="824" y="811"/>
                  </a:cubicBezTo>
                  <a:cubicBezTo>
                    <a:pt x="824" y="833"/>
                    <a:pt x="818" y="850"/>
                    <a:pt x="805" y="862"/>
                  </a:cubicBezTo>
                  <a:moveTo>
                    <a:pt x="777" y="304"/>
                  </a:moveTo>
                  <a:cubicBezTo>
                    <a:pt x="794" y="287"/>
                    <a:pt x="816" y="279"/>
                    <a:pt x="844" y="279"/>
                  </a:cubicBezTo>
                  <a:cubicBezTo>
                    <a:pt x="872" y="279"/>
                    <a:pt x="894" y="287"/>
                    <a:pt x="911" y="304"/>
                  </a:cubicBezTo>
                  <a:cubicBezTo>
                    <a:pt x="927" y="319"/>
                    <a:pt x="937" y="338"/>
                    <a:pt x="942" y="360"/>
                  </a:cubicBezTo>
                  <a:cubicBezTo>
                    <a:pt x="747" y="360"/>
                    <a:pt x="747" y="360"/>
                    <a:pt x="747" y="360"/>
                  </a:cubicBezTo>
                  <a:cubicBezTo>
                    <a:pt x="752" y="338"/>
                    <a:pt x="762" y="319"/>
                    <a:pt x="777" y="304"/>
                  </a:cubicBezTo>
                  <a:moveTo>
                    <a:pt x="854" y="741"/>
                  </a:moveTo>
                  <a:cubicBezTo>
                    <a:pt x="854" y="741"/>
                    <a:pt x="796" y="648"/>
                    <a:pt x="629" y="546"/>
                  </a:cubicBezTo>
                  <a:cubicBezTo>
                    <a:pt x="598" y="527"/>
                    <a:pt x="578" y="509"/>
                    <a:pt x="565" y="492"/>
                  </a:cubicBezTo>
                  <a:cubicBezTo>
                    <a:pt x="540" y="455"/>
                    <a:pt x="541" y="386"/>
                    <a:pt x="592" y="386"/>
                  </a:cubicBezTo>
                  <a:cubicBezTo>
                    <a:pt x="651" y="386"/>
                    <a:pt x="703" y="467"/>
                    <a:pt x="703" y="467"/>
                  </a:cubicBezTo>
                  <a:cubicBezTo>
                    <a:pt x="703" y="467"/>
                    <a:pt x="703" y="467"/>
                    <a:pt x="703" y="467"/>
                  </a:cubicBezTo>
                  <a:cubicBezTo>
                    <a:pt x="704" y="469"/>
                    <a:pt x="705" y="471"/>
                    <a:pt x="706" y="473"/>
                  </a:cubicBezTo>
                  <a:cubicBezTo>
                    <a:pt x="719" y="498"/>
                    <a:pt x="738" y="518"/>
                    <a:pt x="762" y="532"/>
                  </a:cubicBezTo>
                  <a:cubicBezTo>
                    <a:pt x="786" y="547"/>
                    <a:pt x="815" y="555"/>
                    <a:pt x="847" y="555"/>
                  </a:cubicBezTo>
                  <a:cubicBezTo>
                    <a:pt x="885" y="555"/>
                    <a:pt x="916" y="545"/>
                    <a:pt x="940" y="527"/>
                  </a:cubicBezTo>
                  <a:cubicBezTo>
                    <a:pt x="964" y="509"/>
                    <a:pt x="982" y="486"/>
                    <a:pt x="993" y="457"/>
                  </a:cubicBezTo>
                  <a:cubicBezTo>
                    <a:pt x="996" y="449"/>
                    <a:pt x="996" y="449"/>
                    <a:pt x="996" y="449"/>
                  </a:cubicBezTo>
                  <a:cubicBezTo>
                    <a:pt x="933" y="449"/>
                    <a:pt x="933" y="449"/>
                    <a:pt x="933" y="449"/>
                  </a:cubicBezTo>
                  <a:cubicBezTo>
                    <a:pt x="932" y="452"/>
                    <a:pt x="932" y="452"/>
                    <a:pt x="932" y="452"/>
                  </a:cubicBezTo>
                  <a:cubicBezTo>
                    <a:pt x="924" y="467"/>
                    <a:pt x="913" y="478"/>
                    <a:pt x="899" y="488"/>
                  </a:cubicBezTo>
                  <a:cubicBezTo>
                    <a:pt x="886" y="496"/>
                    <a:pt x="868" y="501"/>
                    <a:pt x="848" y="501"/>
                  </a:cubicBezTo>
                  <a:cubicBezTo>
                    <a:pt x="828" y="501"/>
                    <a:pt x="811" y="497"/>
                    <a:pt x="796" y="489"/>
                  </a:cubicBezTo>
                  <a:cubicBezTo>
                    <a:pt x="782" y="480"/>
                    <a:pt x="770" y="469"/>
                    <a:pt x="761" y="455"/>
                  </a:cubicBezTo>
                  <a:cubicBezTo>
                    <a:pt x="754" y="443"/>
                    <a:pt x="748" y="429"/>
                    <a:pt x="746" y="414"/>
                  </a:cubicBezTo>
                  <a:cubicBezTo>
                    <a:pt x="1002" y="414"/>
                    <a:pt x="1002" y="414"/>
                    <a:pt x="1002" y="414"/>
                  </a:cubicBezTo>
                  <a:cubicBezTo>
                    <a:pt x="1002" y="390"/>
                    <a:pt x="1002" y="390"/>
                    <a:pt x="1002" y="390"/>
                  </a:cubicBezTo>
                  <a:cubicBezTo>
                    <a:pt x="1002" y="360"/>
                    <a:pt x="996" y="332"/>
                    <a:pt x="983" y="307"/>
                  </a:cubicBezTo>
                  <a:cubicBezTo>
                    <a:pt x="971" y="282"/>
                    <a:pt x="952" y="262"/>
                    <a:pt x="929" y="248"/>
                  </a:cubicBezTo>
                  <a:cubicBezTo>
                    <a:pt x="905" y="233"/>
                    <a:pt x="877" y="225"/>
                    <a:pt x="844" y="225"/>
                  </a:cubicBezTo>
                  <a:cubicBezTo>
                    <a:pt x="812" y="225"/>
                    <a:pt x="783" y="233"/>
                    <a:pt x="760" y="248"/>
                  </a:cubicBezTo>
                  <a:cubicBezTo>
                    <a:pt x="742" y="259"/>
                    <a:pt x="727" y="273"/>
                    <a:pt x="715" y="289"/>
                  </a:cubicBezTo>
                  <a:cubicBezTo>
                    <a:pt x="713" y="292"/>
                    <a:pt x="712" y="294"/>
                    <a:pt x="710" y="298"/>
                  </a:cubicBezTo>
                  <a:cubicBezTo>
                    <a:pt x="710" y="298"/>
                    <a:pt x="709" y="298"/>
                    <a:pt x="709" y="299"/>
                  </a:cubicBezTo>
                  <a:cubicBezTo>
                    <a:pt x="690" y="334"/>
                    <a:pt x="632" y="345"/>
                    <a:pt x="620" y="347"/>
                  </a:cubicBezTo>
                  <a:cubicBezTo>
                    <a:pt x="573" y="358"/>
                    <a:pt x="467" y="329"/>
                    <a:pt x="450" y="284"/>
                  </a:cubicBezTo>
                  <a:cubicBezTo>
                    <a:pt x="446" y="267"/>
                    <a:pt x="454" y="246"/>
                    <a:pt x="480" y="211"/>
                  </a:cubicBezTo>
                  <a:cubicBezTo>
                    <a:pt x="480" y="211"/>
                    <a:pt x="480" y="211"/>
                    <a:pt x="480" y="211"/>
                  </a:cubicBezTo>
                  <a:cubicBezTo>
                    <a:pt x="554" y="135"/>
                    <a:pt x="495" y="0"/>
                    <a:pt x="389" y="3"/>
                  </a:cubicBezTo>
                  <a:cubicBezTo>
                    <a:pt x="279" y="1"/>
                    <a:pt x="222" y="142"/>
                    <a:pt x="303" y="217"/>
                  </a:cubicBezTo>
                  <a:cubicBezTo>
                    <a:pt x="338" y="243"/>
                    <a:pt x="392" y="276"/>
                    <a:pt x="373" y="319"/>
                  </a:cubicBezTo>
                  <a:cubicBezTo>
                    <a:pt x="341" y="399"/>
                    <a:pt x="135" y="369"/>
                    <a:pt x="111" y="254"/>
                  </a:cubicBezTo>
                  <a:cubicBezTo>
                    <a:pt x="91" y="185"/>
                    <a:pt x="0" y="227"/>
                    <a:pt x="35" y="292"/>
                  </a:cubicBezTo>
                  <a:cubicBezTo>
                    <a:pt x="63" y="345"/>
                    <a:pt x="158" y="370"/>
                    <a:pt x="219" y="388"/>
                  </a:cubicBezTo>
                  <a:cubicBezTo>
                    <a:pt x="345" y="425"/>
                    <a:pt x="367" y="441"/>
                    <a:pt x="360" y="492"/>
                  </a:cubicBezTo>
                  <a:cubicBezTo>
                    <a:pt x="358" y="510"/>
                    <a:pt x="336" y="551"/>
                    <a:pt x="285" y="551"/>
                  </a:cubicBezTo>
                  <a:cubicBezTo>
                    <a:pt x="253" y="548"/>
                    <a:pt x="222" y="546"/>
                    <a:pt x="199" y="570"/>
                  </a:cubicBezTo>
                  <a:cubicBezTo>
                    <a:pt x="174" y="595"/>
                    <a:pt x="175" y="640"/>
                    <a:pt x="202" y="664"/>
                  </a:cubicBezTo>
                  <a:cubicBezTo>
                    <a:pt x="230" y="692"/>
                    <a:pt x="281" y="686"/>
                    <a:pt x="302" y="653"/>
                  </a:cubicBezTo>
                  <a:cubicBezTo>
                    <a:pt x="302" y="653"/>
                    <a:pt x="303" y="652"/>
                    <a:pt x="303" y="652"/>
                  </a:cubicBezTo>
                  <a:cubicBezTo>
                    <a:pt x="303" y="652"/>
                    <a:pt x="303" y="651"/>
                    <a:pt x="304" y="651"/>
                  </a:cubicBezTo>
                  <a:cubicBezTo>
                    <a:pt x="324" y="618"/>
                    <a:pt x="319" y="601"/>
                    <a:pt x="364" y="565"/>
                  </a:cubicBezTo>
                  <a:cubicBezTo>
                    <a:pt x="399" y="537"/>
                    <a:pt x="521" y="519"/>
                    <a:pt x="622" y="567"/>
                  </a:cubicBezTo>
                  <a:cubicBezTo>
                    <a:pt x="724" y="616"/>
                    <a:pt x="746" y="694"/>
                    <a:pt x="674" y="694"/>
                  </a:cubicBezTo>
                  <a:cubicBezTo>
                    <a:pt x="674" y="694"/>
                    <a:pt x="674" y="694"/>
                    <a:pt x="674" y="694"/>
                  </a:cubicBezTo>
                  <a:cubicBezTo>
                    <a:pt x="588" y="694"/>
                    <a:pt x="588" y="694"/>
                    <a:pt x="588" y="694"/>
                  </a:cubicBezTo>
                  <a:cubicBezTo>
                    <a:pt x="588" y="1051"/>
                    <a:pt x="588" y="1051"/>
                    <a:pt x="588" y="1051"/>
                  </a:cubicBezTo>
                  <a:cubicBezTo>
                    <a:pt x="638" y="1051"/>
                    <a:pt x="638" y="1051"/>
                    <a:pt x="638" y="1051"/>
                  </a:cubicBezTo>
                  <a:cubicBezTo>
                    <a:pt x="638" y="927"/>
                    <a:pt x="638" y="927"/>
                    <a:pt x="638" y="927"/>
                  </a:cubicBezTo>
                  <a:cubicBezTo>
                    <a:pt x="749" y="927"/>
                    <a:pt x="749" y="927"/>
                    <a:pt x="749" y="927"/>
                  </a:cubicBezTo>
                  <a:cubicBezTo>
                    <a:pt x="787" y="927"/>
                    <a:pt x="818" y="917"/>
                    <a:pt x="840" y="896"/>
                  </a:cubicBezTo>
                  <a:cubicBezTo>
                    <a:pt x="862" y="875"/>
                    <a:pt x="874" y="846"/>
                    <a:pt x="874" y="811"/>
                  </a:cubicBezTo>
                  <a:cubicBezTo>
                    <a:pt x="874" y="783"/>
                    <a:pt x="867" y="760"/>
                    <a:pt x="854" y="74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dirty="0"/>
            </a:p>
          </p:txBody>
        </p:sp>
      </p:grpSp>
    </p:spTree>
    <p:extLst>
      <p:ext uri="{BB962C8B-B14F-4D97-AF65-F5344CB8AC3E}">
        <p14:creationId xmlns:p14="http://schemas.microsoft.com/office/powerpoint/2010/main" val="34071104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uverture –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3F6F4528-A9EF-49D0-93B4-D497012A78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0996" y="728700"/>
            <a:ext cx="8725904" cy="3384376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6600" cap="all" baseline="0">
                <a:solidFill>
                  <a:schemeClr val="accent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854BCC31-F60A-4A5D-8D9E-CEE82B8D288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58615" y="4448076"/>
            <a:ext cx="8725904" cy="984885"/>
          </a:xfrm>
        </p:spPr>
        <p:txBody>
          <a:bodyPr/>
          <a:lstStyle>
            <a:lvl1pPr>
              <a:defRPr sz="3100" b="0" u="none">
                <a:solidFill>
                  <a:schemeClr val="accent1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grpSp>
        <p:nvGrpSpPr>
          <p:cNvPr id="18" name="Groupe 17">
            <a:extLst>
              <a:ext uri="{FF2B5EF4-FFF2-40B4-BE49-F238E27FC236}">
                <a16:creationId xmlns:a16="http://schemas.microsoft.com/office/drawing/2014/main" id="{D2CC92CB-FA8C-47FB-A883-F4A8445753FB}"/>
              </a:ext>
            </a:extLst>
          </p:cNvPr>
          <p:cNvGrpSpPr/>
          <p:nvPr userDrawn="1"/>
        </p:nvGrpSpPr>
        <p:grpSpPr>
          <a:xfrm>
            <a:off x="10128265" y="5377837"/>
            <a:ext cx="1482703" cy="929761"/>
            <a:chOff x="2647950" y="1270000"/>
            <a:chExt cx="6896100" cy="4324351"/>
          </a:xfrm>
          <a:solidFill>
            <a:schemeClr val="accent1"/>
          </a:solidFill>
        </p:grpSpPr>
        <p:sp>
          <p:nvSpPr>
            <p:cNvPr id="19" name="Freeform 5">
              <a:extLst>
                <a:ext uri="{FF2B5EF4-FFF2-40B4-BE49-F238E27FC236}">
                  <a16:creationId xmlns:a16="http://schemas.microsoft.com/office/drawing/2014/main" id="{8FE2CD39-911F-42C3-AD47-1874B551A83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026275" y="2463800"/>
              <a:ext cx="1190625" cy="1244600"/>
            </a:xfrm>
            <a:custGeom>
              <a:avLst/>
              <a:gdLst>
                <a:gd name="T0" fmla="*/ 249 w 316"/>
                <a:gd name="T1" fmla="*/ 221 h 330"/>
                <a:gd name="T2" fmla="*/ 215 w 316"/>
                <a:gd name="T3" fmla="*/ 261 h 330"/>
                <a:gd name="T4" fmla="*/ 160 w 316"/>
                <a:gd name="T5" fmla="*/ 276 h 330"/>
                <a:gd name="T6" fmla="*/ 105 w 316"/>
                <a:gd name="T7" fmla="*/ 261 h 330"/>
                <a:gd name="T8" fmla="*/ 70 w 316"/>
                <a:gd name="T9" fmla="*/ 221 h 330"/>
                <a:gd name="T10" fmla="*/ 57 w 316"/>
                <a:gd name="T11" fmla="*/ 165 h 330"/>
                <a:gd name="T12" fmla="*/ 70 w 316"/>
                <a:gd name="T13" fmla="*/ 109 h 330"/>
                <a:gd name="T14" fmla="*/ 105 w 316"/>
                <a:gd name="T15" fmla="*/ 69 h 330"/>
                <a:gd name="T16" fmla="*/ 160 w 316"/>
                <a:gd name="T17" fmla="*/ 54 h 330"/>
                <a:gd name="T18" fmla="*/ 215 w 316"/>
                <a:gd name="T19" fmla="*/ 69 h 330"/>
                <a:gd name="T20" fmla="*/ 249 w 316"/>
                <a:gd name="T21" fmla="*/ 109 h 330"/>
                <a:gd name="T22" fmla="*/ 261 w 316"/>
                <a:gd name="T23" fmla="*/ 165 h 330"/>
                <a:gd name="T24" fmla="*/ 249 w 316"/>
                <a:gd name="T25" fmla="*/ 221 h 330"/>
                <a:gd name="T26" fmla="*/ 258 w 316"/>
                <a:gd name="T27" fmla="*/ 44 h 330"/>
                <a:gd name="T28" fmla="*/ 223 w 316"/>
                <a:gd name="T29" fmla="*/ 16 h 330"/>
                <a:gd name="T30" fmla="*/ 154 w 316"/>
                <a:gd name="T31" fmla="*/ 0 h 330"/>
                <a:gd name="T32" fmla="*/ 73 w 316"/>
                <a:gd name="T33" fmla="*/ 23 h 330"/>
                <a:gd name="T34" fmla="*/ 19 w 316"/>
                <a:gd name="T35" fmla="*/ 82 h 330"/>
                <a:gd name="T36" fmla="*/ 0 w 316"/>
                <a:gd name="T37" fmla="*/ 165 h 330"/>
                <a:gd name="T38" fmla="*/ 19 w 316"/>
                <a:gd name="T39" fmla="*/ 248 h 330"/>
                <a:gd name="T40" fmla="*/ 73 w 316"/>
                <a:gd name="T41" fmla="*/ 307 h 330"/>
                <a:gd name="T42" fmla="*/ 154 w 316"/>
                <a:gd name="T43" fmla="*/ 330 h 330"/>
                <a:gd name="T44" fmla="*/ 223 w 316"/>
                <a:gd name="T45" fmla="*/ 314 h 330"/>
                <a:gd name="T46" fmla="*/ 258 w 316"/>
                <a:gd name="T47" fmla="*/ 286 h 330"/>
                <a:gd name="T48" fmla="*/ 258 w 316"/>
                <a:gd name="T49" fmla="*/ 325 h 330"/>
                <a:gd name="T50" fmla="*/ 316 w 316"/>
                <a:gd name="T51" fmla="*/ 325 h 330"/>
                <a:gd name="T52" fmla="*/ 316 w 316"/>
                <a:gd name="T53" fmla="*/ 5 h 330"/>
                <a:gd name="T54" fmla="*/ 258 w 316"/>
                <a:gd name="T55" fmla="*/ 5 h 330"/>
                <a:gd name="T56" fmla="*/ 258 w 316"/>
                <a:gd name="T57" fmla="*/ 44 h 3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316" h="330">
                  <a:moveTo>
                    <a:pt x="249" y="221"/>
                  </a:moveTo>
                  <a:cubicBezTo>
                    <a:pt x="241" y="237"/>
                    <a:pt x="230" y="251"/>
                    <a:pt x="215" y="261"/>
                  </a:cubicBezTo>
                  <a:cubicBezTo>
                    <a:pt x="201" y="271"/>
                    <a:pt x="182" y="276"/>
                    <a:pt x="160" y="276"/>
                  </a:cubicBezTo>
                  <a:cubicBezTo>
                    <a:pt x="139" y="276"/>
                    <a:pt x="120" y="271"/>
                    <a:pt x="105" y="261"/>
                  </a:cubicBezTo>
                  <a:cubicBezTo>
                    <a:pt x="90" y="251"/>
                    <a:pt x="78" y="237"/>
                    <a:pt x="70" y="221"/>
                  </a:cubicBezTo>
                  <a:cubicBezTo>
                    <a:pt x="62" y="204"/>
                    <a:pt x="57" y="185"/>
                    <a:pt x="57" y="165"/>
                  </a:cubicBezTo>
                  <a:cubicBezTo>
                    <a:pt x="57" y="145"/>
                    <a:pt x="61" y="126"/>
                    <a:pt x="70" y="109"/>
                  </a:cubicBezTo>
                  <a:cubicBezTo>
                    <a:pt x="78" y="93"/>
                    <a:pt x="90" y="79"/>
                    <a:pt x="105" y="69"/>
                  </a:cubicBezTo>
                  <a:cubicBezTo>
                    <a:pt x="121" y="59"/>
                    <a:pt x="139" y="54"/>
                    <a:pt x="160" y="54"/>
                  </a:cubicBezTo>
                  <a:cubicBezTo>
                    <a:pt x="182" y="54"/>
                    <a:pt x="201" y="59"/>
                    <a:pt x="215" y="69"/>
                  </a:cubicBezTo>
                  <a:cubicBezTo>
                    <a:pt x="230" y="79"/>
                    <a:pt x="241" y="92"/>
                    <a:pt x="249" y="109"/>
                  </a:cubicBezTo>
                  <a:cubicBezTo>
                    <a:pt x="257" y="126"/>
                    <a:pt x="261" y="145"/>
                    <a:pt x="261" y="165"/>
                  </a:cubicBezTo>
                  <a:cubicBezTo>
                    <a:pt x="261" y="185"/>
                    <a:pt x="257" y="204"/>
                    <a:pt x="249" y="221"/>
                  </a:cubicBezTo>
                  <a:moveTo>
                    <a:pt x="258" y="44"/>
                  </a:moveTo>
                  <a:cubicBezTo>
                    <a:pt x="248" y="33"/>
                    <a:pt x="236" y="23"/>
                    <a:pt x="223" y="16"/>
                  </a:cubicBezTo>
                  <a:cubicBezTo>
                    <a:pt x="204" y="6"/>
                    <a:pt x="181" y="0"/>
                    <a:pt x="154" y="0"/>
                  </a:cubicBezTo>
                  <a:cubicBezTo>
                    <a:pt x="123" y="0"/>
                    <a:pt x="96" y="8"/>
                    <a:pt x="73" y="23"/>
                  </a:cubicBezTo>
                  <a:cubicBezTo>
                    <a:pt x="50" y="37"/>
                    <a:pt x="31" y="57"/>
                    <a:pt x="19" y="82"/>
                  </a:cubicBezTo>
                  <a:cubicBezTo>
                    <a:pt x="6" y="107"/>
                    <a:pt x="0" y="135"/>
                    <a:pt x="0" y="165"/>
                  </a:cubicBezTo>
                  <a:cubicBezTo>
                    <a:pt x="0" y="195"/>
                    <a:pt x="6" y="223"/>
                    <a:pt x="19" y="248"/>
                  </a:cubicBezTo>
                  <a:cubicBezTo>
                    <a:pt x="31" y="273"/>
                    <a:pt x="50" y="293"/>
                    <a:pt x="73" y="307"/>
                  </a:cubicBezTo>
                  <a:cubicBezTo>
                    <a:pt x="96" y="322"/>
                    <a:pt x="123" y="330"/>
                    <a:pt x="154" y="330"/>
                  </a:cubicBezTo>
                  <a:cubicBezTo>
                    <a:pt x="181" y="330"/>
                    <a:pt x="204" y="324"/>
                    <a:pt x="223" y="314"/>
                  </a:cubicBezTo>
                  <a:cubicBezTo>
                    <a:pt x="236" y="307"/>
                    <a:pt x="248" y="297"/>
                    <a:pt x="258" y="286"/>
                  </a:cubicBezTo>
                  <a:cubicBezTo>
                    <a:pt x="258" y="325"/>
                    <a:pt x="258" y="325"/>
                    <a:pt x="258" y="325"/>
                  </a:cubicBezTo>
                  <a:cubicBezTo>
                    <a:pt x="316" y="325"/>
                    <a:pt x="316" y="325"/>
                    <a:pt x="316" y="325"/>
                  </a:cubicBezTo>
                  <a:cubicBezTo>
                    <a:pt x="316" y="5"/>
                    <a:pt x="316" y="5"/>
                    <a:pt x="316" y="5"/>
                  </a:cubicBezTo>
                  <a:cubicBezTo>
                    <a:pt x="258" y="5"/>
                    <a:pt x="258" y="5"/>
                    <a:pt x="258" y="5"/>
                  </a:cubicBezTo>
                  <a:lnTo>
                    <a:pt x="258" y="4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0" name="Freeform 6">
              <a:extLst>
                <a:ext uri="{FF2B5EF4-FFF2-40B4-BE49-F238E27FC236}">
                  <a16:creationId xmlns:a16="http://schemas.microsoft.com/office/drawing/2014/main" id="{C8F840F4-B003-49A7-A3D4-F6BE0B080E0E}"/>
                </a:ext>
              </a:extLst>
            </p:cNvPr>
            <p:cNvSpPr>
              <a:spLocks/>
            </p:cNvSpPr>
            <p:nvPr/>
          </p:nvSpPr>
          <p:spPr bwMode="auto">
            <a:xfrm>
              <a:off x="8466138" y="2481263"/>
              <a:ext cx="1066800" cy="1227138"/>
            </a:xfrm>
            <a:custGeom>
              <a:avLst/>
              <a:gdLst>
                <a:gd name="T0" fmla="*/ 128 w 283"/>
                <a:gd name="T1" fmla="*/ 325 h 325"/>
                <a:gd name="T2" fmla="*/ 193 w 283"/>
                <a:gd name="T3" fmla="*/ 308 h 325"/>
                <a:gd name="T4" fmla="*/ 225 w 283"/>
                <a:gd name="T5" fmla="*/ 282 h 325"/>
                <a:gd name="T6" fmla="*/ 225 w 283"/>
                <a:gd name="T7" fmla="*/ 320 h 325"/>
                <a:gd name="T8" fmla="*/ 283 w 283"/>
                <a:gd name="T9" fmla="*/ 320 h 325"/>
                <a:gd name="T10" fmla="*/ 283 w 283"/>
                <a:gd name="T11" fmla="*/ 0 h 325"/>
                <a:gd name="T12" fmla="*/ 225 w 283"/>
                <a:gd name="T13" fmla="*/ 0 h 325"/>
                <a:gd name="T14" fmla="*/ 225 w 283"/>
                <a:gd name="T15" fmla="*/ 183 h 325"/>
                <a:gd name="T16" fmla="*/ 213 w 283"/>
                <a:gd name="T17" fmla="*/ 229 h 325"/>
                <a:gd name="T18" fmla="*/ 181 w 283"/>
                <a:gd name="T19" fmla="*/ 260 h 325"/>
                <a:gd name="T20" fmla="*/ 138 w 283"/>
                <a:gd name="T21" fmla="*/ 271 h 325"/>
                <a:gd name="T22" fmla="*/ 80 w 283"/>
                <a:gd name="T23" fmla="*/ 247 h 325"/>
                <a:gd name="T24" fmla="*/ 57 w 283"/>
                <a:gd name="T25" fmla="*/ 184 h 325"/>
                <a:gd name="T26" fmla="*/ 57 w 283"/>
                <a:gd name="T27" fmla="*/ 0 h 325"/>
                <a:gd name="T28" fmla="*/ 0 w 283"/>
                <a:gd name="T29" fmla="*/ 0 h 325"/>
                <a:gd name="T30" fmla="*/ 0 w 283"/>
                <a:gd name="T31" fmla="*/ 185 h 325"/>
                <a:gd name="T32" fmla="*/ 18 w 283"/>
                <a:gd name="T33" fmla="*/ 262 h 325"/>
                <a:gd name="T34" fmla="*/ 66 w 283"/>
                <a:gd name="T35" fmla="*/ 309 h 325"/>
                <a:gd name="T36" fmla="*/ 128 w 283"/>
                <a:gd name="T37" fmla="*/ 325 h 3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83" h="325">
                  <a:moveTo>
                    <a:pt x="128" y="325"/>
                  </a:moveTo>
                  <a:cubicBezTo>
                    <a:pt x="154" y="325"/>
                    <a:pt x="176" y="319"/>
                    <a:pt x="193" y="308"/>
                  </a:cubicBezTo>
                  <a:cubicBezTo>
                    <a:pt x="205" y="301"/>
                    <a:pt x="215" y="292"/>
                    <a:pt x="225" y="282"/>
                  </a:cubicBezTo>
                  <a:cubicBezTo>
                    <a:pt x="225" y="320"/>
                    <a:pt x="225" y="320"/>
                    <a:pt x="225" y="320"/>
                  </a:cubicBezTo>
                  <a:cubicBezTo>
                    <a:pt x="283" y="320"/>
                    <a:pt x="283" y="320"/>
                    <a:pt x="283" y="320"/>
                  </a:cubicBezTo>
                  <a:cubicBezTo>
                    <a:pt x="283" y="0"/>
                    <a:pt x="283" y="0"/>
                    <a:pt x="283" y="0"/>
                  </a:cubicBezTo>
                  <a:cubicBezTo>
                    <a:pt x="225" y="0"/>
                    <a:pt x="225" y="0"/>
                    <a:pt x="225" y="0"/>
                  </a:cubicBezTo>
                  <a:cubicBezTo>
                    <a:pt x="225" y="183"/>
                    <a:pt x="225" y="183"/>
                    <a:pt x="225" y="183"/>
                  </a:cubicBezTo>
                  <a:cubicBezTo>
                    <a:pt x="225" y="201"/>
                    <a:pt x="221" y="216"/>
                    <a:pt x="213" y="229"/>
                  </a:cubicBezTo>
                  <a:cubicBezTo>
                    <a:pt x="205" y="242"/>
                    <a:pt x="195" y="252"/>
                    <a:pt x="181" y="260"/>
                  </a:cubicBezTo>
                  <a:cubicBezTo>
                    <a:pt x="169" y="267"/>
                    <a:pt x="154" y="271"/>
                    <a:pt x="138" y="271"/>
                  </a:cubicBezTo>
                  <a:cubicBezTo>
                    <a:pt x="114" y="271"/>
                    <a:pt x="95" y="263"/>
                    <a:pt x="80" y="247"/>
                  </a:cubicBezTo>
                  <a:cubicBezTo>
                    <a:pt x="65" y="232"/>
                    <a:pt x="57" y="210"/>
                    <a:pt x="57" y="184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85"/>
                    <a:pt x="0" y="185"/>
                    <a:pt x="0" y="185"/>
                  </a:cubicBezTo>
                  <a:cubicBezTo>
                    <a:pt x="0" y="215"/>
                    <a:pt x="6" y="241"/>
                    <a:pt x="18" y="262"/>
                  </a:cubicBezTo>
                  <a:cubicBezTo>
                    <a:pt x="30" y="282"/>
                    <a:pt x="46" y="298"/>
                    <a:pt x="66" y="309"/>
                  </a:cubicBezTo>
                  <a:cubicBezTo>
                    <a:pt x="86" y="319"/>
                    <a:pt x="107" y="325"/>
                    <a:pt x="128" y="325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1" name="Freeform 7">
              <a:extLst>
                <a:ext uri="{FF2B5EF4-FFF2-40B4-BE49-F238E27FC236}">
                  <a16:creationId xmlns:a16="http://schemas.microsoft.com/office/drawing/2014/main" id="{8B44B570-1B5B-453F-991A-90898750F3A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47950" y="4157663"/>
              <a:ext cx="1017588" cy="1436688"/>
            </a:xfrm>
            <a:custGeom>
              <a:avLst/>
              <a:gdLst>
                <a:gd name="T0" fmla="*/ 213 w 270"/>
                <a:gd name="T1" fmla="*/ 288 h 381"/>
                <a:gd name="T2" fmla="*/ 184 w 270"/>
                <a:gd name="T3" fmla="*/ 323 h 381"/>
                <a:gd name="T4" fmla="*/ 137 w 270"/>
                <a:gd name="T5" fmla="*/ 335 h 381"/>
                <a:gd name="T6" fmla="*/ 90 w 270"/>
                <a:gd name="T7" fmla="*/ 323 h 381"/>
                <a:gd name="T8" fmla="*/ 60 w 270"/>
                <a:gd name="T9" fmla="*/ 288 h 381"/>
                <a:gd name="T10" fmla="*/ 49 w 270"/>
                <a:gd name="T11" fmla="*/ 241 h 381"/>
                <a:gd name="T12" fmla="*/ 60 w 270"/>
                <a:gd name="T13" fmla="*/ 193 h 381"/>
                <a:gd name="T14" fmla="*/ 90 w 270"/>
                <a:gd name="T15" fmla="*/ 159 h 381"/>
                <a:gd name="T16" fmla="*/ 137 w 270"/>
                <a:gd name="T17" fmla="*/ 146 h 381"/>
                <a:gd name="T18" fmla="*/ 184 w 270"/>
                <a:gd name="T19" fmla="*/ 159 h 381"/>
                <a:gd name="T20" fmla="*/ 213 w 270"/>
                <a:gd name="T21" fmla="*/ 193 h 381"/>
                <a:gd name="T22" fmla="*/ 223 w 270"/>
                <a:gd name="T23" fmla="*/ 241 h 381"/>
                <a:gd name="T24" fmla="*/ 213 w 270"/>
                <a:gd name="T25" fmla="*/ 288 h 381"/>
                <a:gd name="T26" fmla="*/ 221 w 270"/>
                <a:gd name="T27" fmla="*/ 138 h 381"/>
                <a:gd name="T28" fmla="*/ 190 w 270"/>
                <a:gd name="T29" fmla="*/ 114 h 381"/>
                <a:gd name="T30" fmla="*/ 132 w 270"/>
                <a:gd name="T31" fmla="*/ 101 h 381"/>
                <a:gd name="T32" fmla="*/ 62 w 270"/>
                <a:gd name="T33" fmla="*/ 120 h 381"/>
                <a:gd name="T34" fmla="*/ 16 w 270"/>
                <a:gd name="T35" fmla="*/ 170 h 381"/>
                <a:gd name="T36" fmla="*/ 0 w 270"/>
                <a:gd name="T37" fmla="*/ 241 h 381"/>
                <a:gd name="T38" fmla="*/ 16 w 270"/>
                <a:gd name="T39" fmla="*/ 311 h 381"/>
                <a:gd name="T40" fmla="*/ 62 w 270"/>
                <a:gd name="T41" fmla="*/ 362 h 381"/>
                <a:gd name="T42" fmla="*/ 132 w 270"/>
                <a:gd name="T43" fmla="*/ 381 h 381"/>
                <a:gd name="T44" fmla="*/ 190 w 270"/>
                <a:gd name="T45" fmla="*/ 368 h 381"/>
                <a:gd name="T46" fmla="*/ 221 w 270"/>
                <a:gd name="T47" fmla="*/ 344 h 381"/>
                <a:gd name="T48" fmla="*/ 221 w 270"/>
                <a:gd name="T49" fmla="*/ 377 h 381"/>
                <a:gd name="T50" fmla="*/ 270 w 270"/>
                <a:gd name="T51" fmla="*/ 377 h 381"/>
                <a:gd name="T52" fmla="*/ 270 w 270"/>
                <a:gd name="T53" fmla="*/ 0 h 381"/>
                <a:gd name="T54" fmla="*/ 221 w 270"/>
                <a:gd name="T55" fmla="*/ 0 h 381"/>
                <a:gd name="T56" fmla="*/ 221 w 270"/>
                <a:gd name="T57" fmla="*/ 138 h 3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70" h="381">
                  <a:moveTo>
                    <a:pt x="213" y="288"/>
                  </a:moveTo>
                  <a:cubicBezTo>
                    <a:pt x="206" y="303"/>
                    <a:pt x="196" y="314"/>
                    <a:pt x="184" y="323"/>
                  </a:cubicBezTo>
                  <a:cubicBezTo>
                    <a:pt x="171" y="331"/>
                    <a:pt x="156" y="335"/>
                    <a:pt x="137" y="335"/>
                  </a:cubicBezTo>
                  <a:cubicBezTo>
                    <a:pt x="119" y="335"/>
                    <a:pt x="103" y="331"/>
                    <a:pt x="90" y="323"/>
                  </a:cubicBezTo>
                  <a:cubicBezTo>
                    <a:pt x="77" y="314"/>
                    <a:pt x="67" y="303"/>
                    <a:pt x="60" y="288"/>
                  </a:cubicBezTo>
                  <a:cubicBezTo>
                    <a:pt x="53" y="274"/>
                    <a:pt x="49" y="258"/>
                    <a:pt x="49" y="241"/>
                  </a:cubicBezTo>
                  <a:cubicBezTo>
                    <a:pt x="49" y="224"/>
                    <a:pt x="53" y="208"/>
                    <a:pt x="60" y="193"/>
                  </a:cubicBezTo>
                  <a:cubicBezTo>
                    <a:pt x="67" y="179"/>
                    <a:pt x="77" y="168"/>
                    <a:pt x="90" y="159"/>
                  </a:cubicBezTo>
                  <a:cubicBezTo>
                    <a:pt x="103" y="151"/>
                    <a:pt x="119" y="146"/>
                    <a:pt x="137" y="146"/>
                  </a:cubicBezTo>
                  <a:cubicBezTo>
                    <a:pt x="156" y="146"/>
                    <a:pt x="171" y="151"/>
                    <a:pt x="184" y="159"/>
                  </a:cubicBezTo>
                  <a:cubicBezTo>
                    <a:pt x="196" y="168"/>
                    <a:pt x="206" y="179"/>
                    <a:pt x="213" y="193"/>
                  </a:cubicBezTo>
                  <a:cubicBezTo>
                    <a:pt x="219" y="208"/>
                    <a:pt x="223" y="224"/>
                    <a:pt x="223" y="241"/>
                  </a:cubicBezTo>
                  <a:cubicBezTo>
                    <a:pt x="223" y="258"/>
                    <a:pt x="219" y="274"/>
                    <a:pt x="213" y="288"/>
                  </a:cubicBezTo>
                  <a:moveTo>
                    <a:pt x="221" y="138"/>
                  </a:moveTo>
                  <a:cubicBezTo>
                    <a:pt x="212" y="128"/>
                    <a:pt x="202" y="120"/>
                    <a:pt x="190" y="114"/>
                  </a:cubicBezTo>
                  <a:cubicBezTo>
                    <a:pt x="174" y="105"/>
                    <a:pt x="154" y="101"/>
                    <a:pt x="132" y="101"/>
                  </a:cubicBezTo>
                  <a:cubicBezTo>
                    <a:pt x="106" y="101"/>
                    <a:pt x="82" y="107"/>
                    <a:pt x="62" y="120"/>
                  </a:cubicBezTo>
                  <a:cubicBezTo>
                    <a:pt x="43" y="132"/>
                    <a:pt x="27" y="149"/>
                    <a:pt x="16" y="170"/>
                  </a:cubicBezTo>
                  <a:cubicBezTo>
                    <a:pt x="6" y="191"/>
                    <a:pt x="0" y="215"/>
                    <a:pt x="0" y="241"/>
                  </a:cubicBezTo>
                  <a:cubicBezTo>
                    <a:pt x="0" y="266"/>
                    <a:pt x="6" y="290"/>
                    <a:pt x="16" y="311"/>
                  </a:cubicBezTo>
                  <a:cubicBezTo>
                    <a:pt x="27" y="333"/>
                    <a:pt x="43" y="350"/>
                    <a:pt x="62" y="362"/>
                  </a:cubicBezTo>
                  <a:cubicBezTo>
                    <a:pt x="82" y="375"/>
                    <a:pt x="106" y="381"/>
                    <a:pt x="132" y="381"/>
                  </a:cubicBezTo>
                  <a:cubicBezTo>
                    <a:pt x="154" y="381"/>
                    <a:pt x="174" y="377"/>
                    <a:pt x="190" y="368"/>
                  </a:cubicBezTo>
                  <a:cubicBezTo>
                    <a:pt x="202" y="361"/>
                    <a:pt x="212" y="354"/>
                    <a:pt x="221" y="344"/>
                  </a:cubicBezTo>
                  <a:cubicBezTo>
                    <a:pt x="221" y="377"/>
                    <a:pt x="221" y="377"/>
                    <a:pt x="221" y="377"/>
                  </a:cubicBezTo>
                  <a:cubicBezTo>
                    <a:pt x="270" y="377"/>
                    <a:pt x="270" y="377"/>
                    <a:pt x="270" y="377"/>
                  </a:cubicBezTo>
                  <a:cubicBezTo>
                    <a:pt x="270" y="0"/>
                    <a:pt x="270" y="0"/>
                    <a:pt x="270" y="0"/>
                  </a:cubicBezTo>
                  <a:cubicBezTo>
                    <a:pt x="221" y="0"/>
                    <a:pt x="221" y="0"/>
                    <a:pt x="221" y="0"/>
                  </a:cubicBezTo>
                  <a:lnTo>
                    <a:pt x="221" y="13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6" name="Freeform 8">
              <a:extLst>
                <a:ext uri="{FF2B5EF4-FFF2-40B4-BE49-F238E27FC236}">
                  <a16:creationId xmlns:a16="http://schemas.microsoft.com/office/drawing/2014/main" id="{156342DB-6E2E-4AA4-8C1B-9A7944AFEC8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81425" y="4538663"/>
              <a:ext cx="1017588" cy="1055688"/>
            </a:xfrm>
            <a:custGeom>
              <a:avLst/>
              <a:gdLst>
                <a:gd name="T0" fmla="*/ 52 w 270"/>
                <a:gd name="T1" fmla="*/ 114 h 280"/>
                <a:gd name="T2" fmla="*/ 78 w 270"/>
                <a:gd name="T3" fmla="*/ 66 h 280"/>
                <a:gd name="T4" fmla="*/ 135 w 270"/>
                <a:gd name="T5" fmla="*/ 45 h 280"/>
                <a:gd name="T6" fmla="*/ 192 w 270"/>
                <a:gd name="T7" fmla="*/ 66 h 280"/>
                <a:gd name="T8" fmla="*/ 218 w 270"/>
                <a:gd name="T9" fmla="*/ 114 h 280"/>
                <a:gd name="T10" fmla="*/ 52 w 270"/>
                <a:gd name="T11" fmla="*/ 114 h 280"/>
                <a:gd name="T12" fmla="*/ 207 w 270"/>
                <a:gd name="T13" fmla="*/ 19 h 280"/>
                <a:gd name="T14" fmla="*/ 135 w 270"/>
                <a:gd name="T15" fmla="*/ 0 h 280"/>
                <a:gd name="T16" fmla="*/ 63 w 270"/>
                <a:gd name="T17" fmla="*/ 19 h 280"/>
                <a:gd name="T18" fmla="*/ 17 w 270"/>
                <a:gd name="T19" fmla="*/ 69 h 280"/>
                <a:gd name="T20" fmla="*/ 0 w 270"/>
                <a:gd name="T21" fmla="*/ 140 h 280"/>
                <a:gd name="T22" fmla="*/ 17 w 270"/>
                <a:gd name="T23" fmla="*/ 210 h 280"/>
                <a:gd name="T24" fmla="*/ 66 w 270"/>
                <a:gd name="T25" fmla="*/ 261 h 280"/>
                <a:gd name="T26" fmla="*/ 138 w 270"/>
                <a:gd name="T27" fmla="*/ 280 h 280"/>
                <a:gd name="T28" fmla="*/ 217 w 270"/>
                <a:gd name="T29" fmla="*/ 257 h 280"/>
                <a:gd name="T30" fmla="*/ 262 w 270"/>
                <a:gd name="T31" fmla="*/ 197 h 280"/>
                <a:gd name="T32" fmla="*/ 265 w 270"/>
                <a:gd name="T33" fmla="*/ 190 h 280"/>
                <a:gd name="T34" fmla="*/ 211 w 270"/>
                <a:gd name="T35" fmla="*/ 190 h 280"/>
                <a:gd name="T36" fmla="*/ 210 w 270"/>
                <a:gd name="T37" fmla="*/ 193 h 280"/>
                <a:gd name="T38" fmla="*/ 182 w 270"/>
                <a:gd name="T39" fmla="*/ 223 h 280"/>
                <a:gd name="T40" fmla="*/ 138 w 270"/>
                <a:gd name="T41" fmla="*/ 234 h 280"/>
                <a:gd name="T42" fmla="*/ 95 w 270"/>
                <a:gd name="T43" fmla="*/ 224 h 280"/>
                <a:gd name="T44" fmla="*/ 65 w 270"/>
                <a:gd name="T45" fmla="*/ 195 h 280"/>
                <a:gd name="T46" fmla="*/ 52 w 270"/>
                <a:gd name="T47" fmla="*/ 161 h 280"/>
                <a:gd name="T48" fmla="*/ 270 w 270"/>
                <a:gd name="T49" fmla="*/ 161 h 280"/>
                <a:gd name="T50" fmla="*/ 270 w 270"/>
                <a:gd name="T51" fmla="*/ 140 h 280"/>
                <a:gd name="T52" fmla="*/ 254 w 270"/>
                <a:gd name="T53" fmla="*/ 69 h 280"/>
                <a:gd name="T54" fmla="*/ 207 w 270"/>
                <a:gd name="T55" fmla="*/ 19 h 2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270" h="280">
                  <a:moveTo>
                    <a:pt x="52" y="114"/>
                  </a:moveTo>
                  <a:cubicBezTo>
                    <a:pt x="56" y="95"/>
                    <a:pt x="65" y="79"/>
                    <a:pt x="78" y="66"/>
                  </a:cubicBezTo>
                  <a:cubicBezTo>
                    <a:pt x="92" y="52"/>
                    <a:pt x="112" y="45"/>
                    <a:pt x="135" y="45"/>
                  </a:cubicBezTo>
                  <a:cubicBezTo>
                    <a:pt x="159" y="45"/>
                    <a:pt x="178" y="52"/>
                    <a:pt x="192" y="66"/>
                  </a:cubicBezTo>
                  <a:cubicBezTo>
                    <a:pt x="206" y="79"/>
                    <a:pt x="214" y="95"/>
                    <a:pt x="218" y="114"/>
                  </a:cubicBezTo>
                  <a:lnTo>
                    <a:pt x="52" y="114"/>
                  </a:lnTo>
                  <a:close/>
                  <a:moveTo>
                    <a:pt x="207" y="19"/>
                  </a:moveTo>
                  <a:cubicBezTo>
                    <a:pt x="187" y="6"/>
                    <a:pt x="163" y="0"/>
                    <a:pt x="135" y="0"/>
                  </a:cubicBezTo>
                  <a:cubicBezTo>
                    <a:pt x="108" y="0"/>
                    <a:pt x="84" y="6"/>
                    <a:pt x="63" y="19"/>
                  </a:cubicBezTo>
                  <a:cubicBezTo>
                    <a:pt x="43" y="31"/>
                    <a:pt x="27" y="48"/>
                    <a:pt x="17" y="69"/>
                  </a:cubicBezTo>
                  <a:cubicBezTo>
                    <a:pt x="6" y="90"/>
                    <a:pt x="0" y="114"/>
                    <a:pt x="0" y="140"/>
                  </a:cubicBezTo>
                  <a:cubicBezTo>
                    <a:pt x="0" y="165"/>
                    <a:pt x="6" y="189"/>
                    <a:pt x="17" y="210"/>
                  </a:cubicBezTo>
                  <a:cubicBezTo>
                    <a:pt x="29" y="232"/>
                    <a:pt x="45" y="249"/>
                    <a:pt x="66" y="261"/>
                  </a:cubicBezTo>
                  <a:cubicBezTo>
                    <a:pt x="86" y="274"/>
                    <a:pt x="110" y="280"/>
                    <a:pt x="138" y="280"/>
                  </a:cubicBezTo>
                  <a:cubicBezTo>
                    <a:pt x="170" y="280"/>
                    <a:pt x="197" y="272"/>
                    <a:pt x="217" y="257"/>
                  </a:cubicBezTo>
                  <a:cubicBezTo>
                    <a:pt x="237" y="241"/>
                    <a:pt x="253" y="221"/>
                    <a:pt x="262" y="197"/>
                  </a:cubicBezTo>
                  <a:cubicBezTo>
                    <a:pt x="265" y="190"/>
                    <a:pt x="265" y="190"/>
                    <a:pt x="265" y="190"/>
                  </a:cubicBezTo>
                  <a:cubicBezTo>
                    <a:pt x="211" y="190"/>
                    <a:pt x="211" y="190"/>
                    <a:pt x="211" y="190"/>
                  </a:cubicBezTo>
                  <a:cubicBezTo>
                    <a:pt x="210" y="193"/>
                    <a:pt x="210" y="193"/>
                    <a:pt x="210" y="193"/>
                  </a:cubicBezTo>
                  <a:cubicBezTo>
                    <a:pt x="203" y="205"/>
                    <a:pt x="194" y="215"/>
                    <a:pt x="182" y="223"/>
                  </a:cubicBezTo>
                  <a:cubicBezTo>
                    <a:pt x="171" y="231"/>
                    <a:pt x="156" y="234"/>
                    <a:pt x="138" y="234"/>
                  </a:cubicBezTo>
                  <a:cubicBezTo>
                    <a:pt x="122" y="234"/>
                    <a:pt x="107" y="231"/>
                    <a:pt x="95" y="224"/>
                  </a:cubicBezTo>
                  <a:cubicBezTo>
                    <a:pt x="82" y="217"/>
                    <a:pt x="72" y="207"/>
                    <a:pt x="65" y="195"/>
                  </a:cubicBezTo>
                  <a:cubicBezTo>
                    <a:pt x="58" y="185"/>
                    <a:pt x="54" y="173"/>
                    <a:pt x="52" y="161"/>
                  </a:cubicBezTo>
                  <a:cubicBezTo>
                    <a:pt x="270" y="161"/>
                    <a:pt x="270" y="161"/>
                    <a:pt x="270" y="161"/>
                  </a:cubicBezTo>
                  <a:cubicBezTo>
                    <a:pt x="270" y="140"/>
                    <a:pt x="270" y="140"/>
                    <a:pt x="270" y="140"/>
                  </a:cubicBezTo>
                  <a:cubicBezTo>
                    <a:pt x="270" y="114"/>
                    <a:pt x="265" y="90"/>
                    <a:pt x="254" y="69"/>
                  </a:cubicBezTo>
                  <a:cubicBezTo>
                    <a:pt x="243" y="48"/>
                    <a:pt x="227" y="31"/>
                    <a:pt x="207" y="1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7" name="Freeform 9">
              <a:extLst>
                <a:ext uri="{FF2B5EF4-FFF2-40B4-BE49-F238E27FC236}">
                  <a16:creationId xmlns:a16="http://schemas.microsoft.com/office/drawing/2014/main" id="{49DE7B97-2A18-4B07-A631-9CBAF4B2D6E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424613" y="4538663"/>
              <a:ext cx="1016000" cy="1055688"/>
            </a:xfrm>
            <a:custGeom>
              <a:avLst/>
              <a:gdLst>
                <a:gd name="T0" fmla="*/ 213 w 270"/>
                <a:gd name="T1" fmla="*/ 187 h 280"/>
                <a:gd name="T2" fmla="*/ 184 w 270"/>
                <a:gd name="T3" fmla="*/ 222 h 280"/>
                <a:gd name="T4" fmla="*/ 137 w 270"/>
                <a:gd name="T5" fmla="*/ 234 h 280"/>
                <a:gd name="T6" fmla="*/ 90 w 270"/>
                <a:gd name="T7" fmla="*/ 222 h 280"/>
                <a:gd name="T8" fmla="*/ 60 w 270"/>
                <a:gd name="T9" fmla="*/ 187 h 280"/>
                <a:gd name="T10" fmla="*/ 49 w 270"/>
                <a:gd name="T11" fmla="*/ 140 h 280"/>
                <a:gd name="T12" fmla="*/ 60 w 270"/>
                <a:gd name="T13" fmla="*/ 92 h 280"/>
                <a:gd name="T14" fmla="*/ 90 w 270"/>
                <a:gd name="T15" fmla="*/ 58 h 280"/>
                <a:gd name="T16" fmla="*/ 137 w 270"/>
                <a:gd name="T17" fmla="*/ 45 h 280"/>
                <a:gd name="T18" fmla="*/ 184 w 270"/>
                <a:gd name="T19" fmla="*/ 58 h 280"/>
                <a:gd name="T20" fmla="*/ 213 w 270"/>
                <a:gd name="T21" fmla="*/ 92 h 280"/>
                <a:gd name="T22" fmla="*/ 223 w 270"/>
                <a:gd name="T23" fmla="*/ 140 h 280"/>
                <a:gd name="T24" fmla="*/ 213 w 270"/>
                <a:gd name="T25" fmla="*/ 187 h 280"/>
                <a:gd name="T26" fmla="*/ 221 w 270"/>
                <a:gd name="T27" fmla="*/ 37 h 280"/>
                <a:gd name="T28" fmla="*/ 190 w 270"/>
                <a:gd name="T29" fmla="*/ 13 h 280"/>
                <a:gd name="T30" fmla="*/ 132 w 270"/>
                <a:gd name="T31" fmla="*/ 0 h 280"/>
                <a:gd name="T32" fmla="*/ 62 w 270"/>
                <a:gd name="T33" fmla="*/ 19 h 280"/>
                <a:gd name="T34" fmla="*/ 16 w 270"/>
                <a:gd name="T35" fmla="*/ 69 h 280"/>
                <a:gd name="T36" fmla="*/ 0 w 270"/>
                <a:gd name="T37" fmla="*/ 140 h 280"/>
                <a:gd name="T38" fmla="*/ 16 w 270"/>
                <a:gd name="T39" fmla="*/ 210 h 280"/>
                <a:gd name="T40" fmla="*/ 62 w 270"/>
                <a:gd name="T41" fmla="*/ 261 h 280"/>
                <a:gd name="T42" fmla="*/ 132 w 270"/>
                <a:gd name="T43" fmla="*/ 280 h 280"/>
                <a:gd name="T44" fmla="*/ 190 w 270"/>
                <a:gd name="T45" fmla="*/ 267 h 280"/>
                <a:gd name="T46" fmla="*/ 221 w 270"/>
                <a:gd name="T47" fmla="*/ 243 h 280"/>
                <a:gd name="T48" fmla="*/ 221 w 270"/>
                <a:gd name="T49" fmla="*/ 276 h 280"/>
                <a:gd name="T50" fmla="*/ 270 w 270"/>
                <a:gd name="T51" fmla="*/ 276 h 280"/>
                <a:gd name="T52" fmla="*/ 270 w 270"/>
                <a:gd name="T53" fmla="*/ 4 h 280"/>
                <a:gd name="T54" fmla="*/ 221 w 270"/>
                <a:gd name="T55" fmla="*/ 4 h 280"/>
                <a:gd name="T56" fmla="*/ 221 w 270"/>
                <a:gd name="T57" fmla="*/ 37 h 2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70" h="280">
                  <a:moveTo>
                    <a:pt x="213" y="187"/>
                  </a:moveTo>
                  <a:cubicBezTo>
                    <a:pt x="206" y="202"/>
                    <a:pt x="196" y="213"/>
                    <a:pt x="184" y="222"/>
                  </a:cubicBezTo>
                  <a:cubicBezTo>
                    <a:pt x="171" y="230"/>
                    <a:pt x="155" y="234"/>
                    <a:pt x="137" y="234"/>
                  </a:cubicBezTo>
                  <a:cubicBezTo>
                    <a:pt x="119" y="234"/>
                    <a:pt x="103" y="230"/>
                    <a:pt x="90" y="222"/>
                  </a:cubicBezTo>
                  <a:cubicBezTo>
                    <a:pt x="77" y="213"/>
                    <a:pt x="67" y="202"/>
                    <a:pt x="60" y="187"/>
                  </a:cubicBezTo>
                  <a:cubicBezTo>
                    <a:pt x="53" y="173"/>
                    <a:pt x="49" y="157"/>
                    <a:pt x="49" y="140"/>
                  </a:cubicBezTo>
                  <a:cubicBezTo>
                    <a:pt x="49" y="123"/>
                    <a:pt x="53" y="107"/>
                    <a:pt x="60" y="92"/>
                  </a:cubicBezTo>
                  <a:cubicBezTo>
                    <a:pt x="67" y="78"/>
                    <a:pt x="77" y="67"/>
                    <a:pt x="90" y="58"/>
                  </a:cubicBezTo>
                  <a:cubicBezTo>
                    <a:pt x="103" y="50"/>
                    <a:pt x="119" y="45"/>
                    <a:pt x="137" y="45"/>
                  </a:cubicBezTo>
                  <a:cubicBezTo>
                    <a:pt x="155" y="45"/>
                    <a:pt x="171" y="50"/>
                    <a:pt x="184" y="58"/>
                  </a:cubicBezTo>
                  <a:cubicBezTo>
                    <a:pt x="196" y="67"/>
                    <a:pt x="206" y="78"/>
                    <a:pt x="213" y="92"/>
                  </a:cubicBezTo>
                  <a:cubicBezTo>
                    <a:pt x="219" y="107"/>
                    <a:pt x="223" y="123"/>
                    <a:pt x="223" y="140"/>
                  </a:cubicBezTo>
                  <a:cubicBezTo>
                    <a:pt x="223" y="157"/>
                    <a:pt x="219" y="173"/>
                    <a:pt x="213" y="187"/>
                  </a:cubicBezTo>
                  <a:moveTo>
                    <a:pt x="221" y="37"/>
                  </a:moveTo>
                  <a:cubicBezTo>
                    <a:pt x="212" y="27"/>
                    <a:pt x="202" y="19"/>
                    <a:pt x="190" y="13"/>
                  </a:cubicBezTo>
                  <a:cubicBezTo>
                    <a:pt x="174" y="4"/>
                    <a:pt x="154" y="0"/>
                    <a:pt x="132" y="0"/>
                  </a:cubicBezTo>
                  <a:cubicBezTo>
                    <a:pt x="105" y="0"/>
                    <a:pt x="82" y="6"/>
                    <a:pt x="62" y="19"/>
                  </a:cubicBezTo>
                  <a:cubicBezTo>
                    <a:pt x="43" y="31"/>
                    <a:pt x="27" y="48"/>
                    <a:pt x="16" y="69"/>
                  </a:cubicBezTo>
                  <a:cubicBezTo>
                    <a:pt x="6" y="90"/>
                    <a:pt x="0" y="114"/>
                    <a:pt x="0" y="140"/>
                  </a:cubicBezTo>
                  <a:cubicBezTo>
                    <a:pt x="0" y="165"/>
                    <a:pt x="6" y="189"/>
                    <a:pt x="16" y="210"/>
                  </a:cubicBezTo>
                  <a:cubicBezTo>
                    <a:pt x="27" y="232"/>
                    <a:pt x="43" y="249"/>
                    <a:pt x="62" y="261"/>
                  </a:cubicBezTo>
                  <a:cubicBezTo>
                    <a:pt x="82" y="274"/>
                    <a:pt x="105" y="280"/>
                    <a:pt x="132" y="280"/>
                  </a:cubicBezTo>
                  <a:cubicBezTo>
                    <a:pt x="154" y="280"/>
                    <a:pt x="174" y="276"/>
                    <a:pt x="190" y="267"/>
                  </a:cubicBezTo>
                  <a:cubicBezTo>
                    <a:pt x="202" y="260"/>
                    <a:pt x="212" y="253"/>
                    <a:pt x="221" y="243"/>
                  </a:cubicBezTo>
                  <a:cubicBezTo>
                    <a:pt x="221" y="276"/>
                    <a:pt x="221" y="276"/>
                    <a:pt x="221" y="276"/>
                  </a:cubicBezTo>
                  <a:cubicBezTo>
                    <a:pt x="270" y="276"/>
                    <a:pt x="270" y="276"/>
                    <a:pt x="270" y="276"/>
                  </a:cubicBezTo>
                  <a:cubicBezTo>
                    <a:pt x="270" y="4"/>
                    <a:pt x="270" y="4"/>
                    <a:pt x="270" y="4"/>
                  </a:cubicBezTo>
                  <a:cubicBezTo>
                    <a:pt x="221" y="4"/>
                    <a:pt x="221" y="4"/>
                    <a:pt x="221" y="4"/>
                  </a:cubicBezTo>
                  <a:lnTo>
                    <a:pt x="221" y="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8" name="Freeform 10">
              <a:extLst>
                <a:ext uri="{FF2B5EF4-FFF2-40B4-BE49-F238E27FC236}">
                  <a16:creationId xmlns:a16="http://schemas.microsoft.com/office/drawing/2014/main" id="{F9F28EBE-3D0B-4769-B589-07E5AFA2D97F}"/>
                </a:ext>
              </a:extLst>
            </p:cNvPr>
            <p:cNvSpPr>
              <a:spLocks/>
            </p:cNvSpPr>
            <p:nvPr/>
          </p:nvSpPr>
          <p:spPr bwMode="auto">
            <a:xfrm>
              <a:off x="7659688" y="4538663"/>
              <a:ext cx="557213" cy="1041400"/>
            </a:xfrm>
            <a:custGeom>
              <a:avLst/>
              <a:gdLst>
                <a:gd name="T0" fmla="*/ 97 w 148"/>
                <a:gd name="T1" fmla="*/ 8 h 276"/>
                <a:gd name="T2" fmla="*/ 66 w 148"/>
                <a:gd name="T3" fmla="*/ 29 h 276"/>
                <a:gd name="T4" fmla="*/ 49 w 148"/>
                <a:gd name="T5" fmla="*/ 51 h 276"/>
                <a:gd name="T6" fmla="*/ 49 w 148"/>
                <a:gd name="T7" fmla="*/ 4 h 276"/>
                <a:gd name="T8" fmla="*/ 0 w 148"/>
                <a:gd name="T9" fmla="*/ 4 h 276"/>
                <a:gd name="T10" fmla="*/ 0 w 148"/>
                <a:gd name="T11" fmla="*/ 276 h 276"/>
                <a:gd name="T12" fmla="*/ 49 w 148"/>
                <a:gd name="T13" fmla="*/ 276 h 276"/>
                <a:gd name="T14" fmla="*/ 49 w 148"/>
                <a:gd name="T15" fmla="*/ 156 h 276"/>
                <a:gd name="T16" fmla="*/ 60 w 148"/>
                <a:gd name="T17" fmla="*/ 103 h 276"/>
                <a:gd name="T18" fmla="*/ 91 w 148"/>
                <a:gd name="T19" fmla="*/ 64 h 276"/>
                <a:gd name="T20" fmla="*/ 138 w 148"/>
                <a:gd name="T21" fmla="*/ 49 h 276"/>
                <a:gd name="T22" fmla="*/ 148 w 148"/>
                <a:gd name="T23" fmla="*/ 49 h 276"/>
                <a:gd name="T24" fmla="*/ 148 w 148"/>
                <a:gd name="T25" fmla="*/ 0 h 276"/>
                <a:gd name="T26" fmla="*/ 141 w 148"/>
                <a:gd name="T27" fmla="*/ 0 h 276"/>
                <a:gd name="T28" fmla="*/ 97 w 148"/>
                <a:gd name="T29" fmla="*/ 8 h 2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48" h="276">
                  <a:moveTo>
                    <a:pt x="97" y="8"/>
                  </a:moveTo>
                  <a:cubicBezTo>
                    <a:pt x="85" y="14"/>
                    <a:pt x="74" y="21"/>
                    <a:pt x="66" y="29"/>
                  </a:cubicBezTo>
                  <a:cubicBezTo>
                    <a:pt x="59" y="36"/>
                    <a:pt x="53" y="44"/>
                    <a:pt x="49" y="51"/>
                  </a:cubicBezTo>
                  <a:cubicBezTo>
                    <a:pt x="49" y="4"/>
                    <a:pt x="49" y="4"/>
                    <a:pt x="49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276"/>
                    <a:pt x="0" y="276"/>
                    <a:pt x="0" y="276"/>
                  </a:cubicBezTo>
                  <a:cubicBezTo>
                    <a:pt x="49" y="276"/>
                    <a:pt x="49" y="276"/>
                    <a:pt x="49" y="276"/>
                  </a:cubicBezTo>
                  <a:cubicBezTo>
                    <a:pt x="49" y="156"/>
                    <a:pt x="49" y="156"/>
                    <a:pt x="49" y="156"/>
                  </a:cubicBezTo>
                  <a:cubicBezTo>
                    <a:pt x="49" y="137"/>
                    <a:pt x="53" y="120"/>
                    <a:pt x="60" y="103"/>
                  </a:cubicBezTo>
                  <a:cubicBezTo>
                    <a:pt x="67" y="87"/>
                    <a:pt x="78" y="74"/>
                    <a:pt x="91" y="64"/>
                  </a:cubicBezTo>
                  <a:cubicBezTo>
                    <a:pt x="104" y="54"/>
                    <a:pt x="120" y="49"/>
                    <a:pt x="138" y="49"/>
                  </a:cubicBezTo>
                  <a:cubicBezTo>
                    <a:pt x="148" y="49"/>
                    <a:pt x="148" y="49"/>
                    <a:pt x="148" y="49"/>
                  </a:cubicBezTo>
                  <a:cubicBezTo>
                    <a:pt x="148" y="0"/>
                    <a:pt x="148" y="0"/>
                    <a:pt x="148" y="0"/>
                  </a:cubicBezTo>
                  <a:cubicBezTo>
                    <a:pt x="141" y="0"/>
                    <a:pt x="141" y="0"/>
                    <a:pt x="141" y="0"/>
                  </a:cubicBezTo>
                  <a:cubicBezTo>
                    <a:pt x="124" y="0"/>
                    <a:pt x="109" y="3"/>
                    <a:pt x="97" y="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1C860B71-389E-4FF8-854E-1E7EBFA6DA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42313" y="4552950"/>
              <a:ext cx="184150" cy="10271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8C8BCCD3-6526-4833-9096-DB97D0D39A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34375" y="4195763"/>
              <a:ext cx="196850" cy="2301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1" name="Freeform 13">
              <a:extLst>
                <a:ext uri="{FF2B5EF4-FFF2-40B4-BE49-F238E27FC236}">
                  <a16:creationId xmlns:a16="http://schemas.microsoft.com/office/drawing/2014/main" id="{A0D54324-49D9-4CD7-8300-F808F3AB3AA5}"/>
                </a:ext>
              </a:extLst>
            </p:cNvPr>
            <p:cNvSpPr>
              <a:spLocks/>
            </p:cNvSpPr>
            <p:nvPr/>
          </p:nvSpPr>
          <p:spPr bwMode="auto">
            <a:xfrm>
              <a:off x="8674100" y="4538663"/>
              <a:ext cx="869950" cy="1055688"/>
            </a:xfrm>
            <a:custGeom>
              <a:avLst/>
              <a:gdLst>
                <a:gd name="T0" fmla="*/ 217 w 231"/>
                <a:gd name="T1" fmla="*/ 154 h 280"/>
                <a:gd name="T2" fmla="*/ 183 w 231"/>
                <a:gd name="T3" fmla="*/ 131 h 280"/>
                <a:gd name="T4" fmla="*/ 140 w 231"/>
                <a:gd name="T5" fmla="*/ 118 h 280"/>
                <a:gd name="T6" fmla="*/ 98 w 231"/>
                <a:gd name="T7" fmla="*/ 109 h 280"/>
                <a:gd name="T8" fmla="*/ 67 w 231"/>
                <a:gd name="T9" fmla="*/ 96 h 280"/>
                <a:gd name="T10" fmla="*/ 57 w 231"/>
                <a:gd name="T11" fmla="*/ 76 h 280"/>
                <a:gd name="T12" fmla="*/ 114 w 231"/>
                <a:gd name="T13" fmla="*/ 43 h 280"/>
                <a:gd name="T14" fmla="*/ 158 w 231"/>
                <a:gd name="T15" fmla="*/ 54 h 280"/>
                <a:gd name="T16" fmla="*/ 173 w 231"/>
                <a:gd name="T17" fmla="*/ 80 h 280"/>
                <a:gd name="T18" fmla="*/ 174 w 231"/>
                <a:gd name="T19" fmla="*/ 84 h 280"/>
                <a:gd name="T20" fmla="*/ 223 w 231"/>
                <a:gd name="T21" fmla="*/ 84 h 280"/>
                <a:gd name="T22" fmla="*/ 223 w 231"/>
                <a:gd name="T23" fmla="*/ 79 h 280"/>
                <a:gd name="T24" fmla="*/ 208 w 231"/>
                <a:gd name="T25" fmla="*/ 40 h 280"/>
                <a:gd name="T26" fmla="*/ 174 w 231"/>
                <a:gd name="T27" fmla="*/ 11 h 280"/>
                <a:gd name="T28" fmla="*/ 115 w 231"/>
                <a:gd name="T29" fmla="*/ 0 h 280"/>
                <a:gd name="T30" fmla="*/ 35 w 231"/>
                <a:gd name="T31" fmla="*/ 20 h 280"/>
                <a:gd name="T32" fmla="*/ 7 w 231"/>
                <a:gd name="T33" fmla="*/ 80 h 280"/>
                <a:gd name="T34" fmla="*/ 21 w 231"/>
                <a:gd name="T35" fmla="*/ 121 h 280"/>
                <a:gd name="T36" fmla="*/ 56 w 231"/>
                <a:gd name="T37" fmla="*/ 144 h 280"/>
                <a:gd name="T38" fmla="*/ 99 w 231"/>
                <a:gd name="T39" fmla="*/ 156 h 280"/>
                <a:gd name="T40" fmla="*/ 141 w 231"/>
                <a:gd name="T41" fmla="*/ 166 h 280"/>
                <a:gd name="T42" fmla="*/ 171 w 231"/>
                <a:gd name="T43" fmla="*/ 179 h 280"/>
                <a:gd name="T44" fmla="*/ 182 w 231"/>
                <a:gd name="T45" fmla="*/ 200 h 280"/>
                <a:gd name="T46" fmla="*/ 176 w 231"/>
                <a:gd name="T47" fmla="*/ 218 h 280"/>
                <a:gd name="T48" fmla="*/ 160 w 231"/>
                <a:gd name="T49" fmla="*/ 230 h 280"/>
                <a:gd name="T50" fmla="*/ 138 w 231"/>
                <a:gd name="T51" fmla="*/ 235 h 280"/>
                <a:gd name="T52" fmla="*/ 120 w 231"/>
                <a:gd name="T53" fmla="*/ 237 h 280"/>
                <a:gd name="T54" fmla="*/ 81 w 231"/>
                <a:gd name="T55" fmla="*/ 229 h 280"/>
                <a:gd name="T56" fmla="*/ 60 w 231"/>
                <a:gd name="T57" fmla="*/ 211 h 280"/>
                <a:gd name="T58" fmla="*/ 51 w 231"/>
                <a:gd name="T59" fmla="*/ 188 h 280"/>
                <a:gd name="T60" fmla="*/ 51 w 231"/>
                <a:gd name="T61" fmla="*/ 184 h 280"/>
                <a:gd name="T62" fmla="*/ 0 w 231"/>
                <a:gd name="T63" fmla="*/ 184 h 280"/>
                <a:gd name="T64" fmla="*/ 1 w 231"/>
                <a:gd name="T65" fmla="*/ 189 h 280"/>
                <a:gd name="T66" fmla="*/ 16 w 231"/>
                <a:gd name="T67" fmla="*/ 234 h 280"/>
                <a:gd name="T68" fmla="*/ 56 w 231"/>
                <a:gd name="T69" fmla="*/ 267 h 280"/>
                <a:gd name="T70" fmla="*/ 119 w 231"/>
                <a:gd name="T71" fmla="*/ 280 h 280"/>
                <a:gd name="T72" fmla="*/ 200 w 231"/>
                <a:gd name="T73" fmla="*/ 259 h 280"/>
                <a:gd name="T74" fmla="*/ 231 w 231"/>
                <a:gd name="T75" fmla="*/ 196 h 280"/>
                <a:gd name="T76" fmla="*/ 217 w 231"/>
                <a:gd name="T77" fmla="*/ 154 h 2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1" h="280">
                  <a:moveTo>
                    <a:pt x="217" y="154"/>
                  </a:moveTo>
                  <a:cubicBezTo>
                    <a:pt x="208" y="144"/>
                    <a:pt x="197" y="136"/>
                    <a:pt x="183" y="131"/>
                  </a:cubicBezTo>
                  <a:cubicBezTo>
                    <a:pt x="169" y="125"/>
                    <a:pt x="155" y="121"/>
                    <a:pt x="140" y="118"/>
                  </a:cubicBezTo>
                  <a:cubicBezTo>
                    <a:pt x="125" y="115"/>
                    <a:pt x="111" y="112"/>
                    <a:pt x="98" y="109"/>
                  </a:cubicBezTo>
                  <a:cubicBezTo>
                    <a:pt x="85" y="105"/>
                    <a:pt x="75" y="101"/>
                    <a:pt x="67" y="96"/>
                  </a:cubicBezTo>
                  <a:cubicBezTo>
                    <a:pt x="60" y="91"/>
                    <a:pt x="57" y="85"/>
                    <a:pt x="57" y="76"/>
                  </a:cubicBezTo>
                  <a:cubicBezTo>
                    <a:pt x="57" y="68"/>
                    <a:pt x="57" y="43"/>
                    <a:pt x="114" y="43"/>
                  </a:cubicBezTo>
                  <a:cubicBezTo>
                    <a:pt x="135" y="43"/>
                    <a:pt x="150" y="47"/>
                    <a:pt x="158" y="54"/>
                  </a:cubicBezTo>
                  <a:cubicBezTo>
                    <a:pt x="167" y="61"/>
                    <a:pt x="172" y="70"/>
                    <a:pt x="173" y="80"/>
                  </a:cubicBezTo>
                  <a:cubicBezTo>
                    <a:pt x="174" y="84"/>
                    <a:pt x="174" y="84"/>
                    <a:pt x="174" y="84"/>
                  </a:cubicBezTo>
                  <a:cubicBezTo>
                    <a:pt x="223" y="84"/>
                    <a:pt x="223" y="84"/>
                    <a:pt x="223" y="84"/>
                  </a:cubicBezTo>
                  <a:cubicBezTo>
                    <a:pt x="223" y="79"/>
                    <a:pt x="223" y="79"/>
                    <a:pt x="223" y="79"/>
                  </a:cubicBezTo>
                  <a:cubicBezTo>
                    <a:pt x="221" y="65"/>
                    <a:pt x="216" y="52"/>
                    <a:pt x="208" y="40"/>
                  </a:cubicBezTo>
                  <a:cubicBezTo>
                    <a:pt x="201" y="28"/>
                    <a:pt x="189" y="19"/>
                    <a:pt x="174" y="11"/>
                  </a:cubicBezTo>
                  <a:cubicBezTo>
                    <a:pt x="158" y="4"/>
                    <a:pt x="139" y="0"/>
                    <a:pt x="115" y="0"/>
                  </a:cubicBezTo>
                  <a:cubicBezTo>
                    <a:pt x="80" y="0"/>
                    <a:pt x="53" y="7"/>
                    <a:pt x="35" y="20"/>
                  </a:cubicBezTo>
                  <a:cubicBezTo>
                    <a:pt x="17" y="34"/>
                    <a:pt x="7" y="54"/>
                    <a:pt x="7" y="80"/>
                  </a:cubicBezTo>
                  <a:cubicBezTo>
                    <a:pt x="7" y="97"/>
                    <a:pt x="12" y="111"/>
                    <a:pt x="21" y="121"/>
                  </a:cubicBezTo>
                  <a:cubicBezTo>
                    <a:pt x="30" y="131"/>
                    <a:pt x="42" y="138"/>
                    <a:pt x="56" y="144"/>
                  </a:cubicBezTo>
                  <a:cubicBezTo>
                    <a:pt x="69" y="149"/>
                    <a:pt x="84" y="153"/>
                    <a:pt x="99" y="156"/>
                  </a:cubicBezTo>
                  <a:cubicBezTo>
                    <a:pt x="113" y="159"/>
                    <a:pt x="127" y="163"/>
                    <a:pt x="141" y="166"/>
                  </a:cubicBezTo>
                  <a:cubicBezTo>
                    <a:pt x="153" y="169"/>
                    <a:pt x="164" y="174"/>
                    <a:pt x="171" y="179"/>
                  </a:cubicBezTo>
                  <a:cubicBezTo>
                    <a:pt x="178" y="184"/>
                    <a:pt x="182" y="191"/>
                    <a:pt x="182" y="200"/>
                  </a:cubicBezTo>
                  <a:cubicBezTo>
                    <a:pt x="182" y="208"/>
                    <a:pt x="180" y="214"/>
                    <a:pt x="176" y="218"/>
                  </a:cubicBezTo>
                  <a:cubicBezTo>
                    <a:pt x="171" y="223"/>
                    <a:pt x="166" y="227"/>
                    <a:pt x="160" y="230"/>
                  </a:cubicBezTo>
                  <a:cubicBezTo>
                    <a:pt x="153" y="232"/>
                    <a:pt x="146" y="234"/>
                    <a:pt x="138" y="235"/>
                  </a:cubicBezTo>
                  <a:cubicBezTo>
                    <a:pt x="131" y="236"/>
                    <a:pt x="125" y="237"/>
                    <a:pt x="120" y="237"/>
                  </a:cubicBezTo>
                  <a:cubicBezTo>
                    <a:pt x="104" y="237"/>
                    <a:pt x="91" y="234"/>
                    <a:pt x="81" y="229"/>
                  </a:cubicBezTo>
                  <a:cubicBezTo>
                    <a:pt x="72" y="225"/>
                    <a:pt x="64" y="219"/>
                    <a:pt x="60" y="211"/>
                  </a:cubicBezTo>
                  <a:cubicBezTo>
                    <a:pt x="55" y="204"/>
                    <a:pt x="52" y="196"/>
                    <a:pt x="51" y="188"/>
                  </a:cubicBezTo>
                  <a:cubicBezTo>
                    <a:pt x="51" y="184"/>
                    <a:pt x="51" y="184"/>
                    <a:pt x="51" y="184"/>
                  </a:cubicBezTo>
                  <a:cubicBezTo>
                    <a:pt x="0" y="184"/>
                    <a:pt x="0" y="184"/>
                    <a:pt x="0" y="184"/>
                  </a:cubicBezTo>
                  <a:cubicBezTo>
                    <a:pt x="1" y="189"/>
                    <a:pt x="1" y="189"/>
                    <a:pt x="1" y="189"/>
                  </a:cubicBezTo>
                  <a:cubicBezTo>
                    <a:pt x="2" y="205"/>
                    <a:pt x="7" y="220"/>
                    <a:pt x="16" y="234"/>
                  </a:cubicBezTo>
                  <a:cubicBezTo>
                    <a:pt x="25" y="248"/>
                    <a:pt x="39" y="259"/>
                    <a:pt x="56" y="267"/>
                  </a:cubicBezTo>
                  <a:cubicBezTo>
                    <a:pt x="73" y="276"/>
                    <a:pt x="95" y="280"/>
                    <a:pt x="119" y="280"/>
                  </a:cubicBezTo>
                  <a:cubicBezTo>
                    <a:pt x="153" y="280"/>
                    <a:pt x="180" y="273"/>
                    <a:pt x="200" y="259"/>
                  </a:cubicBezTo>
                  <a:cubicBezTo>
                    <a:pt x="221" y="245"/>
                    <a:pt x="231" y="224"/>
                    <a:pt x="231" y="196"/>
                  </a:cubicBezTo>
                  <a:cubicBezTo>
                    <a:pt x="231" y="179"/>
                    <a:pt x="226" y="165"/>
                    <a:pt x="217" y="15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2" name="Freeform 14">
              <a:extLst>
                <a:ext uri="{FF2B5EF4-FFF2-40B4-BE49-F238E27FC236}">
                  <a16:creationId xmlns:a16="http://schemas.microsoft.com/office/drawing/2014/main" id="{3ECF9CD8-E011-4C8E-8900-F48A96F70AA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83213" y="1749425"/>
              <a:ext cx="663575" cy="638175"/>
            </a:xfrm>
            <a:custGeom>
              <a:avLst/>
              <a:gdLst>
                <a:gd name="T0" fmla="*/ 36 w 176"/>
                <a:gd name="T1" fmla="*/ 168 h 169"/>
                <a:gd name="T2" fmla="*/ 151 w 176"/>
                <a:gd name="T3" fmla="*/ 118 h 169"/>
                <a:gd name="T4" fmla="*/ 142 w 176"/>
                <a:gd name="T5" fmla="*/ 17 h 169"/>
                <a:gd name="T6" fmla="*/ 96 w 176"/>
                <a:gd name="T7" fmla="*/ 0 h 169"/>
                <a:gd name="T8" fmla="*/ 41 w 176"/>
                <a:gd name="T9" fmla="*/ 26 h 169"/>
                <a:gd name="T10" fmla="*/ 20 w 176"/>
                <a:gd name="T11" fmla="*/ 164 h 169"/>
                <a:gd name="T12" fmla="*/ 36 w 176"/>
                <a:gd name="T13" fmla="*/ 168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6" h="169">
                  <a:moveTo>
                    <a:pt x="36" y="168"/>
                  </a:moveTo>
                  <a:cubicBezTo>
                    <a:pt x="67" y="168"/>
                    <a:pt x="130" y="143"/>
                    <a:pt x="151" y="118"/>
                  </a:cubicBezTo>
                  <a:cubicBezTo>
                    <a:pt x="176" y="88"/>
                    <a:pt x="172" y="42"/>
                    <a:pt x="142" y="17"/>
                  </a:cubicBezTo>
                  <a:cubicBezTo>
                    <a:pt x="129" y="6"/>
                    <a:pt x="113" y="0"/>
                    <a:pt x="96" y="0"/>
                  </a:cubicBezTo>
                  <a:cubicBezTo>
                    <a:pt x="74" y="0"/>
                    <a:pt x="54" y="10"/>
                    <a:pt x="41" y="26"/>
                  </a:cubicBezTo>
                  <a:cubicBezTo>
                    <a:pt x="17" y="55"/>
                    <a:pt x="0" y="145"/>
                    <a:pt x="20" y="164"/>
                  </a:cubicBezTo>
                  <a:cubicBezTo>
                    <a:pt x="24" y="167"/>
                    <a:pt x="29" y="169"/>
                    <a:pt x="36" y="16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3" name="Freeform 15">
              <a:extLst>
                <a:ext uri="{FF2B5EF4-FFF2-40B4-BE49-F238E27FC236}">
                  <a16:creationId xmlns:a16="http://schemas.microsoft.com/office/drawing/2014/main" id="{F3008B4E-8F1C-42EC-9C91-CE935AE586AE}"/>
                </a:ext>
              </a:extLst>
            </p:cNvPr>
            <p:cNvSpPr>
              <a:spLocks/>
            </p:cNvSpPr>
            <p:nvPr/>
          </p:nvSpPr>
          <p:spPr bwMode="auto">
            <a:xfrm>
              <a:off x="2662238" y="1270000"/>
              <a:ext cx="765175" cy="728663"/>
            </a:xfrm>
            <a:custGeom>
              <a:avLst/>
              <a:gdLst>
                <a:gd name="T0" fmla="*/ 30 w 203"/>
                <a:gd name="T1" fmla="*/ 152 h 193"/>
                <a:gd name="T2" fmla="*/ 160 w 203"/>
                <a:gd name="T3" fmla="*/ 193 h 193"/>
                <a:gd name="T4" fmla="*/ 197 w 203"/>
                <a:gd name="T5" fmla="*/ 183 h 193"/>
                <a:gd name="T6" fmla="*/ 203 w 203"/>
                <a:gd name="T7" fmla="*/ 160 h 193"/>
                <a:gd name="T8" fmla="*/ 147 w 203"/>
                <a:gd name="T9" fmla="*/ 23 h 193"/>
                <a:gd name="T10" fmla="*/ 88 w 203"/>
                <a:gd name="T11" fmla="*/ 0 h 193"/>
                <a:gd name="T12" fmla="*/ 24 w 203"/>
                <a:gd name="T13" fmla="*/ 29 h 193"/>
                <a:gd name="T14" fmla="*/ 1 w 203"/>
                <a:gd name="T15" fmla="*/ 92 h 193"/>
                <a:gd name="T16" fmla="*/ 30 w 203"/>
                <a:gd name="T17" fmla="*/ 152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03" h="193">
                  <a:moveTo>
                    <a:pt x="30" y="152"/>
                  </a:moveTo>
                  <a:cubicBezTo>
                    <a:pt x="56" y="176"/>
                    <a:pt x="120" y="193"/>
                    <a:pt x="160" y="193"/>
                  </a:cubicBezTo>
                  <a:cubicBezTo>
                    <a:pt x="178" y="193"/>
                    <a:pt x="190" y="190"/>
                    <a:pt x="197" y="183"/>
                  </a:cubicBezTo>
                  <a:cubicBezTo>
                    <a:pt x="201" y="179"/>
                    <a:pt x="203" y="171"/>
                    <a:pt x="203" y="160"/>
                  </a:cubicBezTo>
                  <a:cubicBezTo>
                    <a:pt x="202" y="121"/>
                    <a:pt x="175" y="48"/>
                    <a:pt x="147" y="23"/>
                  </a:cubicBezTo>
                  <a:cubicBezTo>
                    <a:pt x="131" y="8"/>
                    <a:pt x="110" y="0"/>
                    <a:pt x="88" y="0"/>
                  </a:cubicBezTo>
                  <a:cubicBezTo>
                    <a:pt x="64" y="0"/>
                    <a:pt x="40" y="11"/>
                    <a:pt x="24" y="29"/>
                  </a:cubicBezTo>
                  <a:cubicBezTo>
                    <a:pt x="8" y="47"/>
                    <a:pt x="0" y="69"/>
                    <a:pt x="1" y="92"/>
                  </a:cubicBezTo>
                  <a:cubicBezTo>
                    <a:pt x="3" y="115"/>
                    <a:pt x="13" y="137"/>
                    <a:pt x="30" y="15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4" name="Freeform 16">
              <a:extLst>
                <a:ext uri="{FF2B5EF4-FFF2-40B4-BE49-F238E27FC236}">
                  <a16:creationId xmlns:a16="http://schemas.microsoft.com/office/drawing/2014/main" id="{21AFF3DF-BB3C-4DC7-B85F-A32243421512}"/>
                </a:ext>
              </a:extLst>
            </p:cNvPr>
            <p:cNvSpPr>
              <a:spLocks/>
            </p:cNvSpPr>
            <p:nvPr/>
          </p:nvSpPr>
          <p:spPr bwMode="auto">
            <a:xfrm>
              <a:off x="2659063" y="3406775"/>
              <a:ext cx="633413" cy="471488"/>
            </a:xfrm>
            <a:custGeom>
              <a:avLst/>
              <a:gdLst>
                <a:gd name="T0" fmla="*/ 10 w 168"/>
                <a:gd name="T1" fmla="*/ 31 h 125"/>
                <a:gd name="T2" fmla="*/ 5 w 168"/>
                <a:gd name="T3" fmla="*/ 79 h 125"/>
                <a:gd name="T4" fmla="*/ 65 w 168"/>
                <a:gd name="T5" fmla="*/ 125 h 125"/>
                <a:gd name="T6" fmla="*/ 81 w 168"/>
                <a:gd name="T7" fmla="*/ 122 h 125"/>
                <a:gd name="T8" fmla="*/ 163 w 168"/>
                <a:gd name="T9" fmla="*/ 34 h 125"/>
                <a:gd name="T10" fmla="*/ 67 w 168"/>
                <a:gd name="T11" fmla="*/ 0 h 125"/>
                <a:gd name="T12" fmla="*/ 48 w 168"/>
                <a:gd name="T13" fmla="*/ 2 h 125"/>
                <a:gd name="T14" fmla="*/ 10 w 168"/>
                <a:gd name="T15" fmla="*/ 31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68" h="125">
                  <a:moveTo>
                    <a:pt x="10" y="31"/>
                  </a:moveTo>
                  <a:cubicBezTo>
                    <a:pt x="2" y="46"/>
                    <a:pt x="0" y="63"/>
                    <a:pt x="5" y="79"/>
                  </a:cubicBezTo>
                  <a:cubicBezTo>
                    <a:pt x="12" y="106"/>
                    <a:pt x="37" y="125"/>
                    <a:pt x="65" y="125"/>
                  </a:cubicBezTo>
                  <a:cubicBezTo>
                    <a:pt x="70" y="125"/>
                    <a:pt x="76" y="124"/>
                    <a:pt x="81" y="122"/>
                  </a:cubicBezTo>
                  <a:cubicBezTo>
                    <a:pt x="112" y="114"/>
                    <a:pt x="168" y="58"/>
                    <a:pt x="163" y="34"/>
                  </a:cubicBezTo>
                  <a:cubicBezTo>
                    <a:pt x="160" y="16"/>
                    <a:pt x="101" y="0"/>
                    <a:pt x="67" y="0"/>
                  </a:cubicBezTo>
                  <a:cubicBezTo>
                    <a:pt x="60" y="0"/>
                    <a:pt x="53" y="1"/>
                    <a:pt x="48" y="2"/>
                  </a:cubicBezTo>
                  <a:cubicBezTo>
                    <a:pt x="32" y="6"/>
                    <a:pt x="19" y="17"/>
                    <a:pt x="10" y="31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5" name="Freeform 17">
              <a:extLst>
                <a:ext uri="{FF2B5EF4-FFF2-40B4-BE49-F238E27FC236}">
                  <a16:creationId xmlns:a16="http://schemas.microsoft.com/office/drawing/2014/main" id="{22A3E027-84F4-4DCC-B704-5908FE2B958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100388" y="1614488"/>
              <a:ext cx="3775075" cy="3965575"/>
            </a:xfrm>
            <a:custGeom>
              <a:avLst/>
              <a:gdLst>
                <a:gd name="T0" fmla="*/ 747 w 1002"/>
                <a:gd name="T1" fmla="*/ 881 h 1051"/>
                <a:gd name="T2" fmla="*/ 638 w 1002"/>
                <a:gd name="T3" fmla="*/ 741 h 1051"/>
                <a:gd name="T4" fmla="*/ 805 w 1002"/>
                <a:gd name="T5" fmla="*/ 760 h 1051"/>
                <a:gd name="T6" fmla="*/ 805 w 1002"/>
                <a:gd name="T7" fmla="*/ 862 h 1051"/>
                <a:gd name="T8" fmla="*/ 844 w 1002"/>
                <a:gd name="T9" fmla="*/ 279 h 1051"/>
                <a:gd name="T10" fmla="*/ 942 w 1002"/>
                <a:gd name="T11" fmla="*/ 360 h 1051"/>
                <a:gd name="T12" fmla="*/ 777 w 1002"/>
                <a:gd name="T13" fmla="*/ 304 h 1051"/>
                <a:gd name="T14" fmla="*/ 629 w 1002"/>
                <a:gd name="T15" fmla="*/ 546 h 1051"/>
                <a:gd name="T16" fmla="*/ 592 w 1002"/>
                <a:gd name="T17" fmla="*/ 386 h 1051"/>
                <a:gd name="T18" fmla="*/ 703 w 1002"/>
                <a:gd name="T19" fmla="*/ 467 h 1051"/>
                <a:gd name="T20" fmla="*/ 762 w 1002"/>
                <a:gd name="T21" fmla="*/ 532 h 1051"/>
                <a:gd name="T22" fmla="*/ 940 w 1002"/>
                <a:gd name="T23" fmla="*/ 527 h 1051"/>
                <a:gd name="T24" fmla="*/ 996 w 1002"/>
                <a:gd name="T25" fmla="*/ 449 h 1051"/>
                <a:gd name="T26" fmla="*/ 932 w 1002"/>
                <a:gd name="T27" fmla="*/ 452 h 1051"/>
                <a:gd name="T28" fmla="*/ 848 w 1002"/>
                <a:gd name="T29" fmla="*/ 501 h 1051"/>
                <a:gd name="T30" fmla="*/ 761 w 1002"/>
                <a:gd name="T31" fmla="*/ 455 h 1051"/>
                <a:gd name="T32" fmla="*/ 1002 w 1002"/>
                <a:gd name="T33" fmla="*/ 414 h 1051"/>
                <a:gd name="T34" fmla="*/ 983 w 1002"/>
                <a:gd name="T35" fmla="*/ 307 h 1051"/>
                <a:gd name="T36" fmla="*/ 844 w 1002"/>
                <a:gd name="T37" fmla="*/ 225 h 1051"/>
                <a:gd name="T38" fmla="*/ 715 w 1002"/>
                <a:gd name="T39" fmla="*/ 289 h 1051"/>
                <a:gd name="T40" fmla="*/ 709 w 1002"/>
                <a:gd name="T41" fmla="*/ 299 h 1051"/>
                <a:gd name="T42" fmla="*/ 450 w 1002"/>
                <a:gd name="T43" fmla="*/ 284 h 1051"/>
                <a:gd name="T44" fmla="*/ 480 w 1002"/>
                <a:gd name="T45" fmla="*/ 211 h 1051"/>
                <a:gd name="T46" fmla="*/ 303 w 1002"/>
                <a:gd name="T47" fmla="*/ 217 h 1051"/>
                <a:gd name="T48" fmla="*/ 111 w 1002"/>
                <a:gd name="T49" fmla="*/ 254 h 1051"/>
                <a:gd name="T50" fmla="*/ 219 w 1002"/>
                <a:gd name="T51" fmla="*/ 388 h 1051"/>
                <a:gd name="T52" fmla="*/ 285 w 1002"/>
                <a:gd name="T53" fmla="*/ 551 h 1051"/>
                <a:gd name="T54" fmla="*/ 202 w 1002"/>
                <a:gd name="T55" fmla="*/ 664 h 1051"/>
                <a:gd name="T56" fmla="*/ 303 w 1002"/>
                <a:gd name="T57" fmla="*/ 652 h 1051"/>
                <a:gd name="T58" fmla="*/ 364 w 1002"/>
                <a:gd name="T59" fmla="*/ 565 h 1051"/>
                <a:gd name="T60" fmla="*/ 674 w 1002"/>
                <a:gd name="T61" fmla="*/ 694 h 1051"/>
                <a:gd name="T62" fmla="*/ 588 w 1002"/>
                <a:gd name="T63" fmla="*/ 694 h 1051"/>
                <a:gd name="T64" fmla="*/ 638 w 1002"/>
                <a:gd name="T65" fmla="*/ 1051 h 1051"/>
                <a:gd name="T66" fmla="*/ 749 w 1002"/>
                <a:gd name="T67" fmla="*/ 927 h 1051"/>
                <a:gd name="T68" fmla="*/ 874 w 1002"/>
                <a:gd name="T69" fmla="*/ 811 h 10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002" h="1051">
                  <a:moveTo>
                    <a:pt x="805" y="862"/>
                  </a:moveTo>
                  <a:cubicBezTo>
                    <a:pt x="792" y="874"/>
                    <a:pt x="772" y="881"/>
                    <a:pt x="747" y="881"/>
                  </a:cubicBezTo>
                  <a:cubicBezTo>
                    <a:pt x="638" y="881"/>
                    <a:pt x="638" y="881"/>
                    <a:pt x="638" y="881"/>
                  </a:cubicBezTo>
                  <a:cubicBezTo>
                    <a:pt x="638" y="741"/>
                    <a:pt x="638" y="741"/>
                    <a:pt x="638" y="741"/>
                  </a:cubicBezTo>
                  <a:cubicBezTo>
                    <a:pt x="747" y="741"/>
                    <a:pt x="747" y="741"/>
                    <a:pt x="747" y="741"/>
                  </a:cubicBezTo>
                  <a:cubicBezTo>
                    <a:pt x="772" y="741"/>
                    <a:pt x="792" y="748"/>
                    <a:pt x="805" y="760"/>
                  </a:cubicBezTo>
                  <a:cubicBezTo>
                    <a:pt x="818" y="772"/>
                    <a:pt x="824" y="789"/>
                    <a:pt x="824" y="811"/>
                  </a:cubicBezTo>
                  <a:cubicBezTo>
                    <a:pt x="824" y="833"/>
                    <a:pt x="818" y="850"/>
                    <a:pt x="805" y="862"/>
                  </a:cubicBezTo>
                  <a:moveTo>
                    <a:pt x="777" y="304"/>
                  </a:moveTo>
                  <a:cubicBezTo>
                    <a:pt x="794" y="287"/>
                    <a:pt x="816" y="279"/>
                    <a:pt x="844" y="279"/>
                  </a:cubicBezTo>
                  <a:cubicBezTo>
                    <a:pt x="872" y="279"/>
                    <a:pt x="894" y="287"/>
                    <a:pt x="911" y="304"/>
                  </a:cubicBezTo>
                  <a:cubicBezTo>
                    <a:pt x="927" y="319"/>
                    <a:pt x="937" y="338"/>
                    <a:pt x="942" y="360"/>
                  </a:cubicBezTo>
                  <a:cubicBezTo>
                    <a:pt x="747" y="360"/>
                    <a:pt x="747" y="360"/>
                    <a:pt x="747" y="360"/>
                  </a:cubicBezTo>
                  <a:cubicBezTo>
                    <a:pt x="752" y="338"/>
                    <a:pt x="762" y="319"/>
                    <a:pt x="777" y="304"/>
                  </a:cubicBezTo>
                  <a:moveTo>
                    <a:pt x="854" y="741"/>
                  </a:moveTo>
                  <a:cubicBezTo>
                    <a:pt x="854" y="741"/>
                    <a:pt x="796" y="648"/>
                    <a:pt x="629" y="546"/>
                  </a:cubicBezTo>
                  <a:cubicBezTo>
                    <a:pt x="598" y="527"/>
                    <a:pt x="578" y="509"/>
                    <a:pt x="565" y="492"/>
                  </a:cubicBezTo>
                  <a:cubicBezTo>
                    <a:pt x="540" y="455"/>
                    <a:pt x="541" y="386"/>
                    <a:pt x="592" y="386"/>
                  </a:cubicBezTo>
                  <a:cubicBezTo>
                    <a:pt x="651" y="386"/>
                    <a:pt x="703" y="467"/>
                    <a:pt x="703" y="467"/>
                  </a:cubicBezTo>
                  <a:cubicBezTo>
                    <a:pt x="703" y="467"/>
                    <a:pt x="703" y="467"/>
                    <a:pt x="703" y="467"/>
                  </a:cubicBezTo>
                  <a:cubicBezTo>
                    <a:pt x="704" y="469"/>
                    <a:pt x="705" y="471"/>
                    <a:pt x="706" y="473"/>
                  </a:cubicBezTo>
                  <a:cubicBezTo>
                    <a:pt x="719" y="498"/>
                    <a:pt x="738" y="518"/>
                    <a:pt x="762" y="532"/>
                  </a:cubicBezTo>
                  <a:cubicBezTo>
                    <a:pt x="786" y="547"/>
                    <a:pt x="815" y="555"/>
                    <a:pt x="847" y="555"/>
                  </a:cubicBezTo>
                  <a:cubicBezTo>
                    <a:pt x="885" y="555"/>
                    <a:pt x="916" y="545"/>
                    <a:pt x="940" y="527"/>
                  </a:cubicBezTo>
                  <a:cubicBezTo>
                    <a:pt x="964" y="509"/>
                    <a:pt x="982" y="486"/>
                    <a:pt x="993" y="457"/>
                  </a:cubicBezTo>
                  <a:cubicBezTo>
                    <a:pt x="996" y="449"/>
                    <a:pt x="996" y="449"/>
                    <a:pt x="996" y="449"/>
                  </a:cubicBezTo>
                  <a:cubicBezTo>
                    <a:pt x="933" y="449"/>
                    <a:pt x="933" y="449"/>
                    <a:pt x="933" y="449"/>
                  </a:cubicBezTo>
                  <a:cubicBezTo>
                    <a:pt x="932" y="452"/>
                    <a:pt x="932" y="452"/>
                    <a:pt x="932" y="452"/>
                  </a:cubicBezTo>
                  <a:cubicBezTo>
                    <a:pt x="924" y="467"/>
                    <a:pt x="913" y="478"/>
                    <a:pt x="899" y="488"/>
                  </a:cubicBezTo>
                  <a:cubicBezTo>
                    <a:pt x="886" y="496"/>
                    <a:pt x="868" y="501"/>
                    <a:pt x="848" y="501"/>
                  </a:cubicBezTo>
                  <a:cubicBezTo>
                    <a:pt x="828" y="501"/>
                    <a:pt x="811" y="497"/>
                    <a:pt x="796" y="489"/>
                  </a:cubicBezTo>
                  <a:cubicBezTo>
                    <a:pt x="782" y="480"/>
                    <a:pt x="770" y="469"/>
                    <a:pt x="761" y="455"/>
                  </a:cubicBezTo>
                  <a:cubicBezTo>
                    <a:pt x="754" y="443"/>
                    <a:pt x="748" y="429"/>
                    <a:pt x="746" y="414"/>
                  </a:cubicBezTo>
                  <a:cubicBezTo>
                    <a:pt x="1002" y="414"/>
                    <a:pt x="1002" y="414"/>
                    <a:pt x="1002" y="414"/>
                  </a:cubicBezTo>
                  <a:cubicBezTo>
                    <a:pt x="1002" y="390"/>
                    <a:pt x="1002" y="390"/>
                    <a:pt x="1002" y="390"/>
                  </a:cubicBezTo>
                  <a:cubicBezTo>
                    <a:pt x="1002" y="360"/>
                    <a:pt x="996" y="332"/>
                    <a:pt x="983" y="307"/>
                  </a:cubicBezTo>
                  <a:cubicBezTo>
                    <a:pt x="971" y="282"/>
                    <a:pt x="952" y="262"/>
                    <a:pt x="929" y="248"/>
                  </a:cubicBezTo>
                  <a:cubicBezTo>
                    <a:pt x="905" y="233"/>
                    <a:pt x="877" y="225"/>
                    <a:pt x="844" y="225"/>
                  </a:cubicBezTo>
                  <a:cubicBezTo>
                    <a:pt x="812" y="225"/>
                    <a:pt x="783" y="233"/>
                    <a:pt x="760" y="248"/>
                  </a:cubicBezTo>
                  <a:cubicBezTo>
                    <a:pt x="742" y="259"/>
                    <a:pt x="727" y="273"/>
                    <a:pt x="715" y="289"/>
                  </a:cubicBezTo>
                  <a:cubicBezTo>
                    <a:pt x="713" y="292"/>
                    <a:pt x="712" y="294"/>
                    <a:pt x="710" y="298"/>
                  </a:cubicBezTo>
                  <a:cubicBezTo>
                    <a:pt x="710" y="298"/>
                    <a:pt x="709" y="298"/>
                    <a:pt x="709" y="299"/>
                  </a:cubicBezTo>
                  <a:cubicBezTo>
                    <a:pt x="690" y="334"/>
                    <a:pt x="632" y="345"/>
                    <a:pt x="620" y="347"/>
                  </a:cubicBezTo>
                  <a:cubicBezTo>
                    <a:pt x="573" y="358"/>
                    <a:pt x="467" y="329"/>
                    <a:pt x="450" y="284"/>
                  </a:cubicBezTo>
                  <a:cubicBezTo>
                    <a:pt x="446" y="267"/>
                    <a:pt x="454" y="246"/>
                    <a:pt x="480" y="211"/>
                  </a:cubicBezTo>
                  <a:cubicBezTo>
                    <a:pt x="480" y="211"/>
                    <a:pt x="480" y="211"/>
                    <a:pt x="480" y="211"/>
                  </a:cubicBezTo>
                  <a:cubicBezTo>
                    <a:pt x="554" y="135"/>
                    <a:pt x="495" y="0"/>
                    <a:pt x="389" y="3"/>
                  </a:cubicBezTo>
                  <a:cubicBezTo>
                    <a:pt x="279" y="1"/>
                    <a:pt x="222" y="142"/>
                    <a:pt x="303" y="217"/>
                  </a:cubicBezTo>
                  <a:cubicBezTo>
                    <a:pt x="338" y="243"/>
                    <a:pt x="392" y="276"/>
                    <a:pt x="373" y="319"/>
                  </a:cubicBezTo>
                  <a:cubicBezTo>
                    <a:pt x="341" y="399"/>
                    <a:pt x="135" y="369"/>
                    <a:pt x="111" y="254"/>
                  </a:cubicBezTo>
                  <a:cubicBezTo>
                    <a:pt x="91" y="185"/>
                    <a:pt x="0" y="227"/>
                    <a:pt x="35" y="292"/>
                  </a:cubicBezTo>
                  <a:cubicBezTo>
                    <a:pt x="63" y="345"/>
                    <a:pt x="158" y="370"/>
                    <a:pt x="219" y="388"/>
                  </a:cubicBezTo>
                  <a:cubicBezTo>
                    <a:pt x="345" y="425"/>
                    <a:pt x="367" y="441"/>
                    <a:pt x="360" y="492"/>
                  </a:cubicBezTo>
                  <a:cubicBezTo>
                    <a:pt x="358" y="510"/>
                    <a:pt x="336" y="551"/>
                    <a:pt x="285" y="551"/>
                  </a:cubicBezTo>
                  <a:cubicBezTo>
                    <a:pt x="253" y="548"/>
                    <a:pt x="222" y="546"/>
                    <a:pt x="199" y="570"/>
                  </a:cubicBezTo>
                  <a:cubicBezTo>
                    <a:pt x="174" y="595"/>
                    <a:pt x="175" y="640"/>
                    <a:pt x="202" y="664"/>
                  </a:cubicBezTo>
                  <a:cubicBezTo>
                    <a:pt x="230" y="692"/>
                    <a:pt x="281" y="686"/>
                    <a:pt x="302" y="653"/>
                  </a:cubicBezTo>
                  <a:cubicBezTo>
                    <a:pt x="302" y="653"/>
                    <a:pt x="303" y="652"/>
                    <a:pt x="303" y="652"/>
                  </a:cubicBezTo>
                  <a:cubicBezTo>
                    <a:pt x="303" y="652"/>
                    <a:pt x="303" y="651"/>
                    <a:pt x="304" y="651"/>
                  </a:cubicBezTo>
                  <a:cubicBezTo>
                    <a:pt x="324" y="618"/>
                    <a:pt x="319" y="601"/>
                    <a:pt x="364" y="565"/>
                  </a:cubicBezTo>
                  <a:cubicBezTo>
                    <a:pt x="399" y="537"/>
                    <a:pt x="521" y="519"/>
                    <a:pt x="622" y="567"/>
                  </a:cubicBezTo>
                  <a:cubicBezTo>
                    <a:pt x="724" y="616"/>
                    <a:pt x="746" y="694"/>
                    <a:pt x="674" y="694"/>
                  </a:cubicBezTo>
                  <a:cubicBezTo>
                    <a:pt x="674" y="694"/>
                    <a:pt x="674" y="694"/>
                    <a:pt x="674" y="694"/>
                  </a:cubicBezTo>
                  <a:cubicBezTo>
                    <a:pt x="588" y="694"/>
                    <a:pt x="588" y="694"/>
                    <a:pt x="588" y="694"/>
                  </a:cubicBezTo>
                  <a:cubicBezTo>
                    <a:pt x="588" y="1051"/>
                    <a:pt x="588" y="1051"/>
                    <a:pt x="588" y="1051"/>
                  </a:cubicBezTo>
                  <a:cubicBezTo>
                    <a:pt x="638" y="1051"/>
                    <a:pt x="638" y="1051"/>
                    <a:pt x="638" y="1051"/>
                  </a:cubicBezTo>
                  <a:cubicBezTo>
                    <a:pt x="638" y="927"/>
                    <a:pt x="638" y="927"/>
                    <a:pt x="638" y="927"/>
                  </a:cubicBezTo>
                  <a:cubicBezTo>
                    <a:pt x="749" y="927"/>
                    <a:pt x="749" y="927"/>
                    <a:pt x="749" y="927"/>
                  </a:cubicBezTo>
                  <a:cubicBezTo>
                    <a:pt x="787" y="927"/>
                    <a:pt x="818" y="917"/>
                    <a:pt x="840" y="896"/>
                  </a:cubicBezTo>
                  <a:cubicBezTo>
                    <a:pt x="862" y="875"/>
                    <a:pt x="874" y="846"/>
                    <a:pt x="874" y="811"/>
                  </a:cubicBezTo>
                  <a:cubicBezTo>
                    <a:pt x="874" y="783"/>
                    <a:pt x="867" y="760"/>
                    <a:pt x="854" y="74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dirty="0"/>
            </a:p>
          </p:txBody>
        </p:sp>
      </p:grpSp>
    </p:spTree>
    <p:extLst>
      <p:ext uri="{BB962C8B-B14F-4D97-AF65-F5344CB8AC3E}">
        <p14:creationId xmlns:p14="http://schemas.microsoft.com/office/powerpoint/2010/main" val="31126513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ouverture –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3F6F4528-A9EF-49D0-93B4-D497012A78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2500" y="384174"/>
            <a:ext cx="5775326" cy="2613026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4800" cap="all" baseline="0"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854BCC31-F60A-4A5D-8D9E-CEE82B8D288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32499" y="3381374"/>
            <a:ext cx="5391151" cy="984885"/>
          </a:xfrm>
        </p:spPr>
        <p:txBody>
          <a:bodyPr/>
          <a:lstStyle>
            <a:lvl1pPr>
              <a:defRPr sz="3100" b="0" u="none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2" name="Espace réservé pour une image  10">
            <a:extLst>
              <a:ext uri="{FF2B5EF4-FFF2-40B4-BE49-F238E27FC236}">
                <a16:creationId xmlns:a16="http://schemas.microsoft.com/office/drawing/2014/main" id="{E41904BE-3ABF-4C86-AAA7-9B3159B62C6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84174" y="384174"/>
            <a:ext cx="5318126" cy="6089651"/>
          </a:xfrm>
          <a:solidFill>
            <a:schemeClr val="bg1"/>
          </a:solidFill>
          <a:ln w="152400" cap="sq">
            <a:noFill/>
            <a:miter lim="800000"/>
          </a:ln>
        </p:spPr>
        <p:txBody>
          <a:bodyPr lIns="360000" rIns="360000" bIns="1368000" anchor="ctr">
            <a:noAutofit/>
          </a:bodyPr>
          <a:lstStyle>
            <a:lvl1pPr algn="ctr">
              <a:defRPr sz="1000" b="0" u="none" cap="all" spc="100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fr-FR"/>
              <a:t>Cliquez sur l'icône pour ajouter une image</a:t>
            </a:r>
            <a:endParaRPr lang="fr-FR" dirty="0"/>
          </a:p>
        </p:txBody>
      </p:sp>
      <p:grpSp>
        <p:nvGrpSpPr>
          <p:cNvPr id="34" name="Groupe 33">
            <a:extLst>
              <a:ext uri="{FF2B5EF4-FFF2-40B4-BE49-F238E27FC236}">
                <a16:creationId xmlns:a16="http://schemas.microsoft.com/office/drawing/2014/main" id="{61464C90-9B47-4F5C-9744-78D6C5FF072E}"/>
              </a:ext>
            </a:extLst>
          </p:cNvPr>
          <p:cNvGrpSpPr/>
          <p:nvPr userDrawn="1"/>
        </p:nvGrpSpPr>
        <p:grpSpPr>
          <a:xfrm>
            <a:off x="10296162" y="5540198"/>
            <a:ext cx="1511664" cy="947922"/>
            <a:chOff x="2647950" y="1270000"/>
            <a:chExt cx="6896100" cy="4324351"/>
          </a:xfrm>
          <a:solidFill>
            <a:schemeClr val="bg1"/>
          </a:solidFill>
        </p:grpSpPr>
        <p:sp>
          <p:nvSpPr>
            <p:cNvPr id="35" name="Freeform 5">
              <a:extLst>
                <a:ext uri="{FF2B5EF4-FFF2-40B4-BE49-F238E27FC236}">
                  <a16:creationId xmlns:a16="http://schemas.microsoft.com/office/drawing/2014/main" id="{1299E4C7-D792-4681-B1DF-7D448E6D40F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026275" y="2463800"/>
              <a:ext cx="1190625" cy="1244600"/>
            </a:xfrm>
            <a:custGeom>
              <a:avLst/>
              <a:gdLst>
                <a:gd name="T0" fmla="*/ 249 w 316"/>
                <a:gd name="T1" fmla="*/ 221 h 330"/>
                <a:gd name="T2" fmla="*/ 215 w 316"/>
                <a:gd name="T3" fmla="*/ 261 h 330"/>
                <a:gd name="T4" fmla="*/ 160 w 316"/>
                <a:gd name="T5" fmla="*/ 276 h 330"/>
                <a:gd name="T6" fmla="*/ 105 w 316"/>
                <a:gd name="T7" fmla="*/ 261 h 330"/>
                <a:gd name="T8" fmla="*/ 70 w 316"/>
                <a:gd name="T9" fmla="*/ 221 h 330"/>
                <a:gd name="T10" fmla="*/ 57 w 316"/>
                <a:gd name="T11" fmla="*/ 165 h 330"/>
                <a:gd name="T12" fmla="*/ 70 w 316"/>
                <a:gd name="T13" fmla="*/ 109 h 330"/>
                <a:gd name="T14" fmla="*/ 105 w 316"/>
                <a:gd name="T15" fmla="*/ 69 h 330"/>
                <a:gd name="T16" fmla="*/ 160 w 316"/>
                <a:gd name="T17" fmla="*/ 54 h 330"/>
                <a:gd name="T18" fmla="*/ 215 w 316"/>
                <a:gd name="T19" fmla="*/ 69 h 330"/>
                <a:gd name="T20" fmla="*/ 249 w 316"/>
                <a:gd name="T21" fmla="*/ 109 h 330"/>
                <a:gd name="T22" fmla="*/ 261 w 316"/>
                <a:gd name="T23" fmla="*/ 165 h 330"/>
                <a:gd name="T24" fmla="*/ 249 w 316"/>
                <a:gd name="T25" fmla="*/ 221 h 330"/>
                <a:gd name="T26" fmla="*/ 258 w 316"/>
                <a:gd name="T27" fmla="*/ 44 h 330"/>
                <a:gd name="T28" fmla="*/ 223 w 316"/>
                <a:gd name="T29" fmla="*/ 16 h 330"/>
                <a:gd name="T30" fmla="*/ 154 w 316"/>
                <a:gd name="T31" fmla="*/ 0 h 330"/>
                <a:gd name="T32" fmla="*/ 73 w 316"/>
                <a:gd name="T33" fmla="*/ 23 h 330"/>
                <a:gd name="T34" fmla="*/ 19 w 316"/>
                <a:gd name="T35" fmla="*/ 82 h 330"/>
                <a:gd name="T36" fmla="*/ 0 w 316"/>
                <a:gd name="T37" fmla="*/ 165 h 330"/>
                <a:gd name="T38" fmla="*/ 19 w 316"/>
                <a:gd name="T39" fmla="*/ 248 h 330"/>
                <a:gd name="T40" fmla="*/ 73 w 316"/>
                <a:gd name="T41" fmla="*/ 307 h 330"/>
                <a:gd name="T42" fmla="*/ 154 w 316"/>
                <a:gd name="T43" fmla="*/ 330 h 330"/>
                <a:gd name="T44" fmla="*/ 223 w 316"/>
                <a:gd name="T45" fmla="*/ 314 h 330"/>
                <a:gd name="T46" fmla="*/ 258 w 316"/>
                <a:gd name="T47" fmla="*/ 286 h 330"/>
                <a:gd name="T48" fmla="*/ 258 w 316"/>
                <a:gd name="T49" fmla="*/ 325 h 330"/>
                <a:gd name="T50" fmla="*/ 316 w 316"/>
                <a:gd name="T51" fmla="*/ 325 h 330"/>
                <a:gd name="T52" fmla="*/ 316 w 316"/>
                <a:gd name="T53" fmla="*/ 5 h 330"/>
                <a:gd name="T54" fmla="*/ 258 w 316"/>
                <a:gd name="T55" fmla="*/ 5 h 330"/>
                <a:gd name="T56" fmla="*/ 258 w 316"/>
                <a:gd name="T57" fmla="*/ 44 h 3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316" h="330">
                  <a:moveTo>
                    <a:pt x="249" y="221"/>
                  </a:moveTo>
                  <a:cubicBezTo>
                    <a:pt x="241" y="237"/>
                    <a:pt x="230" y="251"/>
                    <a:pt x="215" y="261"/>
                  </a:cubicBezTo>
                  <a:cubicBezTo>
                    <a:pt x="201" y="271"/>
                    <a:pt x="182" y="276"/>
                    <a:pt x="160" y="276"/>
                  </a:cubicBezTo>
                  <a:cubicBezTo>
                    <a:pt x="139" y="276"/>
                    <a:pt x="120" y="271"/>
                    <a:pt x="105" y="261"/>
                  </a:cubicBezTo>
                  <a:cubicBezTo>
                    <a:pt x="90" y="251"/>
                    <a:pt x="78" y="237"/>
                    <a:pt x="70" y="221"/>
                  </a:cubicBezTo>
                  <a:cubicBezTo>
                    <a:pt x="62" y="204"/>
                    <a:pt x="57" y="185"/>
                    <a:pt x="57" y="165"/>
                  </a:cubicBezTo>
                  <a:cubicBezTo>
                    <a:pt x="57" y="145"/>
                    <a:pt x="61" y="126"/>
                    <a:pt x="70" y="109"/>
                  </a:cubicBezTo>
                  <a:cubicBezTo>
                    <a:pt x="78" y="93"/>
                    <a:pt x="90" y="79"/>
                    <a:pt x="105" y="69"/>
                  </a:cubicBezTo>
                  <a:cubicBezTo>
                    <a:pt x="121" y="59"/>
                    <a:pt x="139" y="54"/>
                    <a:pt x="160" y="54"/>
                  </a:cubicBezTo>
                  <a:cubicBezTo>
                    <a:pt x="182" y="54"/>
                    <a:pt x="201" y="59"/>
                    <a:pt x="215" y="69"/>
                  </a:cubicBezTo>
                  <a:cubicBezTo>
                    <a:pt x="230" y="79"/>
                    <a:pt x="241" y="92"/>
                    <a:pt x="249" y="109"/>
                  </a:cubicBezTo>
                  <a:cubicBezTo>
                    <a:pt x="257" y="126"/>
                    <a:pt x="261" y="145"/>
                    <a:pt x="261" y="165"/>
                  </a:cubicBezTo>
                  <a:cubicBezTo>
                    <a:pt x="261" y="185"/>
                    <a:pt x="257" y="204"/>
                    <a:pt x="249" y="221"/>
                  </a:cubicBezTo>
                  <a:moveTo>
                    <a:pt x="258" y="44"/>
                  </a:moveTo>
                  <a:cubicBezTo>
                    <a:pt x="248" y="33"/>
                    <a:pt x="236" y="23"/>
                    <a:pt x="223" y="16"/>
                  </a:cubicBezTo>
                  <a:cubicBezTo>
                    <a:pt x="204" y="6"/>
                    <a:pt x="181" y="0"/>
                    <a:pt x="154" y="0"/>
                  </a:cubicBezTo>
                  <a:cubicBezTo>
                    <a:pt x="123" y="0"/>
                    <a:pt x="96" y="8"/>
                    <a:pt x="73" y="23"/>
                  </a:cubicBezTo>
                  <a:cubicBezTo>
                    <a:pt x="50" y="37"/>
                    <a:pt x="31" y="57"/>
                    <a:pt x="19" y="82"/>
                  </a:cubicBezTo>
                  <a:cubicBezTo>
                    <a:pt x="6" y="107"/>
                    <a:pt x="0" y="135"/>
                    <a:pt x="0" y="165"/>
                  </a:cubicBezTo>
                  <a:cubicBezTo>
                    <a:pt x="0" y="195"/>
                    <a:pt x="6" y="223"/>
                    <a:pt x="19" y="248"/>
                  </a:cubicBezTo>
                  <a:cubicBezTo>
                    <a:pt x="31" y="273"/>
                    <a:pt x="50" y="293"/>
                    <a:pt x="73" y="307"/>
                  </a:cubicBezTo>
                  <a:cubicBezTo>
                    <a:pt x="96" y="322"/>
                    <a:pt x="123" y="330"/>
                    <a:pt x="154" y="330"/>
                  </a:cubicBezTo>
                  <a:cubicBezTo>
                    <a:pt x="181" y="330"/>
                    <a:pt x="204" y="324"/>
                    <a:pt x="223" y="314"/>
                  </a:cubicBezTo>
                  <a:cubicBezTo>
                    <a:pt x="236" y="307"/>
                    <a:pt x="248" y="297"/>
                    <a:pt x="258" y="286"/>
                  </a:cubicBezTo>
                  <a:cubicBezTo>
                    <a:pt x="258" y="325"/>
                    <a:pt x="258" y="325"/>
                    <a:pt x="258" y="325"/>
                  </a:cubicBezTo>
                  <a:cubicBezTo>
                    <a:pt x="316" y="325"/>
                    <a:pt x="316" y="325"/>
                    <a:pt x="316" y="325"/>
                  </a:cubicBezTo>
                  <a:cubicBezTo>
                    <a:pt x="316" y="5"/>
                    <a:pt x="316" y="5"/>
                    <a:pt x="316" y="5"/>
                  </a:cubicBezTo>
                  <a:cubicBezTo>
                    <a:pt x="258" y="5"/>
                    <a:pt x="258" y="5"/>
                    <a:pt x="258" y="5"/>
                  </a:cubicBezTo>
                  <a:lnTo>
                    <a:pt x="258" y="4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6" name="Freeform 6">
              <a:extLst>
                <a:ext uri="{FF2B5EF4-FFF2-40B4-BE49-F238E27FC236}">
                  <a16:creationId xmlns:a16="http://schemas.microsoft.com/office/drawing/2014/main" id="{88E10009-344B-4037-9D29-8D3959C6CD9B}"/>
                </a:ext>
              </a:extLst>
            </p:cNvPr>
            <p:cNvSpPr>
              <a:spLocks/>
            </p:cNvSpPr>
            <p:nvPr/>
          </p:nvSpPr>
          <p:spPr bwMode="auto">
            <a:xfrm>
              <a:off x="8466138" y="2481263"/>
              <a:ext cx="1066800" cy="1227138"/>
            </a:xfrm>
            <a:custGeom>
              <a:avLst/>
              <a:gdLst>
                <a:gd name="T0" fmla="*/ 128 w 283"/>
                <a:gd name="T1" fmla="*/ 325 h 325"/>
                <a:gd name="T2" fmla="*/ 193 w 283"/>
                <a:gd name="T3" fmla="*/ 308 h 325"/>
                <a:gd name="T4" fmla="*/ 225 w 283"/>
                <a:gd name="T5" fmla="*/ 282 h 325"/>
                <a:gd name="T6" fmla="*/ 225 w 283"/>
                <a:gd name="T7" fmla="*/ 320 h 325"/>
                <a:gd name="T8" fmla="*/ 283 w 283"/>
                <a:gd name="T9" fmla="*/ 320 h 325"/>
                <a:gd name="T10" fmla="*/ 283 w 283"/>
                <a:gd name="T11" fmla="*/ 0 h 325"/>
                <a:gd name="T12" fmla="*/ 225 w 283"/>
                <a:gd name="T13" fmla="*/ 0 h 325"/>
                <a:gd name="T14" fmla="*/ 225 w 283"/>
                <a:gd name="T15" fmla="*/ 183 h 325"/>
                <a:gd name="T16" fmla="*/ 213 w 283"/>
                <a:gd name="T17" fmla="*/ 229 h 325"/>
                <a:gd name="T18" fmla="*/ 181 w 283"/>
                <a:gd name="T19" fmla="*/ 260 h 325"/>
                <a:gd name="T20" fmla="*/ 138 w 283"/>
                <a:gd name="T21" fmla="*/ 271 h 325"/>
                <a:gd name="T22" fmla="*/ 80 w 283"/>
                <a:gd name="T23" fmla="*/ 247 h 325"/>
                <a:gd name="T24" fmla="*/ 57 w 283"/>
                <a:gd name="T25" fmla="*/ 184 h 325"/>
                <a:gd name="T26" fmla="*/ 57 w 283"/>
                <a:gd name="T27" fmla="*/ 0 h 325"/>
                <a:gd name="T28" fmla="*/ 0 w 283"/>
                <a:gd name="T29" fmla="*/ 0 h 325"/>
                <a:gd name="T30" fmla="*/ 0 w 283"/>
                <a:gd name="T31" fmla="*/ 185 h 325"/>
                <a:gd name="T32" fmla="*/ 18 w 283"/>
                <a:gd name="T33" fmla="*/ 262 h 325"/>
                <a:gd name="T34" fmla="*/ 66 w 283"/>
                <a:gd name="T35" fmla="*/ 309 h 325"/>
                <a:gd name="T36" fmla="*/ 128 w 283"/>
                <a:gd name="T37" fmla="*/ 325 h 3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83" h="325">
                  <a:moveTo>
                    <a:pt x="128" y="325"/>
                  </a:moveTo>
                  <a:cubicBezTo>
                    <a:pt x="154" y="325"/>
                    <a:pt x="176" y="319"/>
                    <a:pt x="193" y="308"/>
                  </a:cubicBezTo>
                  <a:cubicBezTo>
                    <a:pt x="205" y="301"/>
                    <a:pt x="215" y="292"/>
                    <a:pt x="225" y="282"/>
                  </a:cubicBezTo>
                  <a:cubicBezTo>
                    <a:pt x="225" y="320"/>
                    <a:pt x="225" y="320"/>
                    <a:pt x="225" y="320"/>
                  </a:cubicBezTo>
                  <a:cubicBezTo>
                    <a:pt x="283" y="320"/>
                    <a:pt x="283" y="320"/>
                    <a:pt x="283" y="320"/>
                  </a:cubicBezTo>
                  <a:cubicBezTo>
                    <a:pt x="283" y="0"/>
                    <a:pt x="283" y="0"/>
                    <a:pt x="283" y="0"/>
                  </a:cubicBezTo>
                  <a:cubicBezTo>
                    <a:pt x="225" y="0"/>
                    <a:pt x="225" y="0"/>
                    <a:pt x="225" y="0"/>
                  </a:cubicBezTo>
                  <a:cubicBezTo>
                    <a:pt x="225" y="183"/>
                    <a:pt x="225" y="183"/>
                    <a:pt x="225" y="183"/>
                  </a:cubicBezTo>
                  <a:cubicBezTo>
                    <a:pt x="225" y="201"/>
                    <a:pt x="221" y="216"/>
                    <a:pt x="213" y="229"/>
                  </a:cubicBezTo>
                  <a:cubicBezTo>
                    <a:pt x="205" y="242"/>
                    <a:pt x="195" y="252"/>
                    <a:pt x="181" y="260"/>
                  </a:cubicBezTo>
                  <a:cubicBezTo>
                    <a:pt x="169" y="267"/>
                    <a:pt x="154" y="271"/>
                    <a:pt x="138" y="271"/>
                  </a:cubicBezTo>
                  <a:cubicBezTo>
                    <a:pt x="114" y="271"/>
                    <a:pt x="95" y="263"/>
                    <a:pt x="80" y="247"/>
                  </a:cubicBezTo>
                  <a:cubicBezTo>
                    <a:pt x="65" y="232"/>
                    <a:pt x="57" y="210"/>
                    <a:pt x="57" y="184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85"/>
                    <a:pt x="0" y="185"/>
                    <a:pt x="0" y="185"/>
                  </a:cubicBezTo>
                  <a:cubicBezTo>
                    <a:pt x="0" y="215"/>
                    <a:pt x="6" y="241"/>
                    <a:pt x="18" y="262"/>
                  </a:cubicBezTo>
                  <a:cubicBezTo>
                    <a:pt x="30" y="282"/>
                    <a:pt x="46" y="298"/>
                    <a:pt x="66" y="309"/>
                  </a:cubicBezTo>
                  <a:cubicBezTo>
                    <a:pt x="86" y="319"/>
                    <a:pt x="107" y="325"/>
                    <a:pt x="128" y="325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51" name="Freeform 7">
              <a:extLst>
                <a:ext uri="{FF2B5EF4-FFF2-40B4-BE49-F238E27FC236}">
                  <a16:creationId xmlns:a16="http://schemas.microsoft.com/office/drawing/2014/main" id="{E80ECEA4-5D50-442F-8A54-6EEFA6972CB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47950" y="4157663"/>
              <a:ext cx="1017588" cy="1436688"/>
            </a:xfrm>
            <a:custGeom>
              <a:avLst/>
              <a:gdLst>
                <a:gd name="T0" fmla="*/ 213 w 270"/>
                <a:gd name="T1" fmla="*/ 288 h 381"/>
                <a:gd name="T2" fmla="*/ 184 w 270"/>
                <a:gd name="T3" fmla="*/ 323 h 381"/>
                <a:gd name="T4" fmla="*/ 137 w 270"/>
                <a:gd name="T5" fmla="*/ 335 h 381"/>
                <a:gd name="T6" fmla="*/ 90 w 270"/>
                <a:gd name="T7" fmla="*/ 323 h 381"/>
                <a:gd name="T8" fmla="*/ 60 w 270"/>
                <a:gd name="T9" fmla="*/ 288 h 381"/>
                <a:gd name="T10" fmla="*/ 49 w 270"/>
                <a:gd name="T11" fmla="*/ 241 h 381"/>
                <a:gd name="T12" fmla="*/ 60 w 270"/>
                <a:gd name="T13" fmla="*/ 193 h 381"/>
                <a:gd name="T14" fmla="*/ 90 w 270"/>
                <a:gd name="T15" fmla="*/ 159 h 381"/>
                <a:gd name="T16" fmla="*/ 137 w 270"/>
                <a:gd name="T17" fmla="*/ 146 h 381"/>
                <a:gd name="T18" fmla="*/ 184 w 270"/>
                <a:gd name="T19" fmla="*/ 159 h 381"/>
                <a:gd name="T20" fmla="*/ 213 w 270"/>
                <a:gd name="T21" fmla="*/ 193 h 381"/>
                <a:gd name="T22" fmla="*/ 223 w 270"/>
                <a:gd name="T23" fmla="*/ 241 h 381"/>
                <a:gd name="T24" fmla="*/ 213 w 270"/>
                <a:gd name="T25" fmla="*/ 288 h 381"/>
                <a:gd name="T26" fmla="*/ 221 w 270"/>
                <a:gd name="T27" fmla="*/ 138 h 381"/>
                <a:gd name="T28" fmla="*/ 190 w 270"/>
                <a:gd name="T29" fmla="*/ 114 h 381"/>
                <a:gd name="T30" fmla="*/ 132 w 270"/>
                <a:gd name="T31" fmla="*/ 101 h 381"/>
                <a:gd name="T32" fmla="*/ 62 w 270"/>
                <a:gd name="T33" fmla="*/ 120 h 381"/>
                <a:gd name="T34" fmla="*/ 16 w 270"/>
                <a:gd name="T35" fmla="*/ 170 h 381"/>
                <a:gd name="T36" fmla="*/ 0 w 270"/>
                <a:gd name="T37" fmla="*/ 241 h 381"/>
                <a:gd name="T38" fmla="*/ 16 w 270"/>
                <a:gd name="T39" fmla="*/ 311 h 381"/>
                <a:gd name="T40" fmla="*/ 62 w 270"/>
                <a:gd name="T41" fmla="*/ 362 h 381"/>
                <a:gd name="T42" fmla="*/ 132 w 270"/>
                <a:gd name="T43" fmla="*/ 381 h 381"/>
                <a:gd name="T44" fmla="*/ 190 w 270"/>
                <a:gd name="T45" fmla="*/ 368 h 381"/>
                <a:gd name="T46" fmla="*/ 221 w 270"/>
                <a:gd name="T47" fmla="*/ 344 h 381"/>
                <a:gd name="T48" fmla="*/ 221 w 270"/>
                <a:gd name="T49" fmla="*/ 377 h 381"/>
                <a:gd name="T50" fmla="*/ 270 w 270"/>
                <a:gd name="T51" fmla="*/ 377 h 381"/>
                <a:gd name="T52" fmla="*/ 270 w 270"/>
                <a:gd name="T53" fmla="*/ 0 h 381"/>
                <a:gd name="T54" fmla="*/ 221 w 270"/>
                <a:gd name="T55" fmla="*/ 0 h 381"/>
                <a:gd name="T56" fmla="*/ 221 w 270"/>
                <a:gd name="T57" fmla="*/ 138 h 3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70" h="381">
                  <a:moveTo>
                    <a:pt x="213" y="288"/>
                  </a:moveTo>
                  <a:cubicBezTo>
                    <a:pt x="206" y="303"/>
                    <a:pt x="196" y="314"/>
                    <a:pt x="184" y="323"/>
                  </a:cubicBezTo>
                  <a:cubicBezTo>
                    <a:pt x="171" y="331"/>
                    <a:pt x="156" y="335"/>
                    <a:pt x="137" y="335"/>
                  </a:cubicBezTo>
                  <a:cubicBezTo>
                    <a:pt x="119" y="335"/>
                    <a:pt x="103" y="331"/>
                    <a:pt x="90" y="323"/>
                  </a:cubicBezTo>
                  <a:cubicBezTo>
                    <a:pt x="77" y="314"/>
                    <a:pt x="67" y="303"/>
                    <a:pt x="60" y="288"/>
                  </a:cubicBezTo>
                  <a:cubicBezTo>
                    <a:pt x="53" y="274"/>
                    <a:pt x="49" y="258"/>
                    <a:pt x="49" y="241"/>
                  </a:cubicBezTo>
                  <a:cubicBezTo>
                    <a:pt x="49" y="224"/>
                    <a:pt x="53" y="208"/>
                    <a:pt x="60" y="193"/>
                  </a:cubicBezTo>
                  <a:cubicBezTo>
                    <a:pt x="67" y="179"/>
                    <a:pt x="77" y="168"/>
                    <a:pt x="90" y="159"/>
                  </a:cubicBezTo>
                  <a:cubicBezTo>
                    <a:pt x="103" y="151"/>
                    <a:pt x="119" y="146"/>
                    <a:pt x="137" y="146"/>
                  </a:cubicBezTo>
                  <a:cubicBezTo>
                    <a:pt x="156" y="146"/>
                    <a:pt x="171" y="151"/>
                    <a:pt x="184" y="159"/>
                  </a:cubicBezTo>
                  <a:cubicBezTo>
                    <a:pt x="196" y="168"/>
                    <a:pt x="206" y="179"/>
                    <a:pt x="213" y="193"/>
                  </a:cubicBezTo>
                  <a:cubicBezTo>
                    <a:pt x="219" y="208"/>
                    <a:pt x="223" y="224"/>
                    <a:pt x="223" y="241"/>
                  </a:cubicBezTo>
                  <a:cubicBezTo>
                    <a:pt x="223" y="258"/>
                    <a:pt x="219" y="274"/>
                    <a:pt x="213" y="288"/>
                  </a:cubicBezTo>
                  <a:moveTo>
                    <a:pt x="221" y="138"/>
                  </a:moveTo>
                  <a:cubicBezTo>
                    <a:pt x="212" y="128"/>
                    <a:pt x="202" y="120"/>
                    <a:pt x="190" y="114"/>
                  </a:cubicBezTo>
                  <a:cubicBezTo>
                    <a:pt x="174" y="105"/>
                    <a:pt x="154" y="101"/>
                    <a:pt x="132" y="101"/>
                  </a:cubicBezTo>
                  <a:cubicBezTo>
                    <a:pt x="106" y="101"/>
                    <a:pt x="82" y="107"/>
                    <a:pt x="62" y="120"/>
                  </a:cubicBezTo>
                  <a:cubicBezTo>
                    <a:pt x="43" y="132"/>
                    <a:pt x="27" y="149"/>
                    <a:pt x="16" y="170"/>
                  </a:cubicBezTo>
                  <a:cubicBezTo>
                    <a:pt x="6" y="191"/>
                    <a:pt x="0" y="215"/>
                    <a:pt x="0" y="241"/>
                  </a:cubicBezTo>
                  <a:cubicBezTo>
                    <a:pt x="0" y="266"/>
                    <a:pt x="6" y="290"/>
                    <a:pt x="16" y="311"/>
                  </a:cubicBezTo>
                  <a:cubicBezTo>
                    <a:pt x="27" y="333"/>
                    <a:pt x="43" y="350"/>
                    <a:pt x="62" y="362"/>
                  </a:cubicBezTo>
                  <a:cubicBezTo>
                    <a:pt x="82" y="375"/>
                    <a:pt x="106" y="381"/>
                    <a:pt x="132" y="381"/>
                  </a:cubicBezTo>
                  <a:cubicBezTo>
                    <a:pt x="154" y="381"/>
                    <a:pt x="174" y="377"/>
                    <a:pt x="190" y="368"/>
                  </a:cubicBezTo>
                  <a:cubicBezTo>
                    <a:pt x="202" y="361"/>
                    <a:pt x="212" y="354"/>
                    <a:pt x="221" y="344"/>
                  </a:cubicBezTo>
                  <a:cubicBezTo>
                    <a:pt x="221" y="377"/>
                    <a:pt x="221" y="377"/>
                    <a:pt x="221" y="377"/>
                  </a:cubicBezTo>
                  <a:cubicBezTo>
                    <a:pt x="270" y="377"/>
                    <a:pt x="270" y="377"/>
                    <a:pt x="270" y="377"/>
                  </a:cubicBezTo>
                  <a:cubicBezTo>
                    <a:pt x="270" y="0"/>
                    <a:pt x="270" y="0"/>
                    <a:pt x="270" y="0"/>
                  </a:cubicBezTo>
                  <a:cubicBezTo>
                    <a:pt x="221" y="0"/>
                    <a:pt x="221" y="0"/>
                    <a:pt x="221" y="0"/>
                  </a:cubicBezTo>
                  <a:lnTo>
                    <a:pt x="221" y="13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52" name="Freeform 8">
              <a:extLst>
                <a:ext uri="{FF2B5EF4-FFF2-40B4-BE49-F238E27FC236}">
                  <a16:creationId xmlns:a16="http://schemas.microsoft.com/office/drawing/2014/main" id="{19FF30EE-B291-4E0F-88AD-8C2651B03F8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81425" y="4538663"/>
              <a:ext cx="1017588" cy="1055688"/>
            </a:xfrm>
            <a:custGeom>
              <a:avLst/>
              <a:gdLst>
                <a:gd name="T0" fmla="*/ 52 w 270"/>
                <a:gd name="T1" fmla="*/ 114 h 280"/>
                <a:gd name="T2" fmla="*/ 78 w 270"/>
                <a:gd name="T3" fmla="*/ 66 h 280"/>
                <a:gd name="T4" fmla="*/ 135 w 270"/>
                <a:gd name="T5" fmla="*/ 45 h 280"/>
                <a:gd name="T6" fmla="*/ 192 w 270"/>
                <a:gd name="T7" fmla="*/ 66 h 280"/>
                <a:gd name="T8" fmla="*/ 218 w 270"/>
                <a:gd name="T9" fmla="*/ 114 h 280"/>
                <a:gd name="T10" fmla="*/ 52 w 270"/>
                <a:gd name="T11" fmla="*/ 114 h 280"/>
                <a:gd name="T12" fmla="*/ 207 w 270"/>
                <a:gd name="T13" fmla="*/ 19 h 280"/>
                <a:gd name="T14" fmla="*/ 135 w 270"/>
                <a:gd name="T15" fmla="*/ 0 h 280"/>
                <a:gd name="T16" fmla="*/ 63 w 270"/>
                <a:gd name="T17" fmla="*/ 19 h 280"/>
                <a:gd name="T18" fmla="*/ 17 w 270"/>
                <a:gd name="T19" fmla="*/ 69 h 280"/>
                <a:gd name="T20" fmla="*/ 0 w 270"/>
                <a:gd name="T21" fmla="*/ 140 h 280"/>
                <a:gd name="T22" fmla="*/ 17 w 270"/>
                <a:gd name="T23" fmla="*/ 210 h 280"/>
                <a:gd name="T24" fmla="*/ 66 w 270"/>
                <a:gd name="T25" fmla="*/ 261 h 280"/>
                <a:gd name="T26" fmla="*/ 138 w 270"/>
                <a:gd name="T27" fmla="*/ 280 h 280"/>
                <a:gd name="T28" fmla="*/ 217 w 270"/>
                <a:gd name="T29" fmla="*/ 257 h 280"/>
                <a:gd name="T30" fmla="*/ 262 w 270"/>
                <a:gd name="T31" fmla="*/ 197 h 280"/>
                <a:gd name="T32" fmla="*/ 265 w 270"/>
                <a:gd name="T33" fmla="*/ 190 h 280"/>
                <a:gd name="T34" fmla="*/ 211 w 270"/>
                <a:gd name="T35" fmla="*/ 190 h 280"/>
                <a:gd name="T36" fmla="*/ 210 w 270"/>
                <a:gd name="T37" fmla="*/ 193 h 280"/>
                <a:gd name="T38" fmla="*/ 182 w 270"/>
                <a:gd name="T39" fmla="*/ 223 h 280"/>
                <a:gd name="T40" fmla="*/ 138 w 270"/>
                <a:gd name="T41" fmla="*/ 234 h 280"/>
                <a:gd name="T42" fmla="*/ 95 w 270"/>
                <a:gd name="T43" fmla="*/ 224 h 280"/>
                <a:gd name="T44" fmla="*/ 65 w 270"/>
                <a:gd name="T45" fmla="*/ 195 h 280"/>
                <a:gd name="T46" fmla="*/ 52 w 270"/>
                <a:gd name="T47" fmla="*/ 161 h 280"/>
                <a:gd name="T48" fmla="*/ 270 w 270"/>
                <a:gd name="T49" fmla="*/ 161 h 280"/>
                <a:gd name="T50" fmla="*/ 270 w 270"/>
                <a:gd name="T51" fmla="*/ 140 h 280"/>
                <a:gd name="T52" fmla="*/ 254 w 270"/>
                <a:gd name="T53" fmla="*/ 69 h 280"/>
                <a:gd name="T54" fmla="*/ 207 w 270"/>
                <a:gd name="T55" fmla="*/ 19 h 2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270" h="280">
                  <a:moveTo>
                    <a:pt x="52" y="114"/>
                  </a:moveTo>
                  <a:cubicBezTo>
                    <a:pt x="56" y="95"/>
                    <a:pt x="65" y="79"/>
                    <a:pt x="78" y="66"/>
                  </a:cubicBezTo>
                  <a:cubicBezTo>
                    <a:pt x="92" y="52"/>
                    <a:pt x="112" y="45"/>
                    <a:pt x="135" y="45"/>
                  </a:cubicBezTo>
                  <a:cubicBezTo>
                    <a:pt x="159" y="45"/>
                    <a:pt x="178" y="52"/>
                    <a:pt x="192" y="66"/>
                  </a:cubicBezTo>
                  <a:cubicBezTo>
                    <a:pt x="206" y="79"/>
                    <a:pt x="214" y="95"/>
                    <a:pt x="218" y="114"/>
                  </a:cubicBezTo>
                  <a:lnTo>
                    <a:pt x="52" y="114"/>
                  </a:lnTo>
                  <a:close/>
                  <a:moveTo>
                    <a:pt x="207" y="19"/>
                  </a:moveTo>
                  <a:cubicBezTo>
                    <a:pt x="187" y="6"/>
                    <a:pt x="163" y="0"/>
                    <a:pt x="135" y="0"/>
                  </a:cubicBezTo>
                  <a:cubicBezTo>
                    <a:pt x="108" y="0"/>
                    <a:pt x="84" y="6"/>
                    <a:pt x="63" y="19"/>
                  </a:cubicBezTo>
                  <a:cubicBezTo>
                    <a:pt x="43" y="31"/>
                    <a:pt x="27" y="48"/>
                    <a:pt x="17" y="69"/>
                  </a:cubicBezTo>
                  <a:cubicBezTo>
                    <a:pt x="6" y="90"/>
                    <a:pt x="0" y="114"/>
                    <a:pt x="0" y="140"/>
                  </a:cubicBezTo>
                  <a:cubicBezTo>
                    <a:pt x="0" y="165"/>
                    <a:pt x="6" y="189"/>
                    <a:pt x="17" y="210"/>
                  </a:cubicBezTo>
                  <a:cubicBezTo>
                    <a:pt x="29" y="232"/>
                    <a:pt x="45" y="249"/>
                    <a:pt x="66" y="261"/>
                  </a:cubicBezTo>
                  <a:cubicBezTo>
                    <a:pt x="86" y="274"/>
                    <a:pt x="110" y="280"/>
                    <a:pt x="138" y="280"/>
                  </a:cubicBezTo>
                  <a:cubicBezTo>
                    <a:pt x="170" y="280"/>
                    <a:pt x="197" y="272"/>
                    <a:pt x="217" y="257"/>
                  </a:cubicBezTo>
                  <a:cubicBezTo>
                    <a:pt x="237" y="241"/>
                    <a:pt x="253" y="221"/>
                    <a:pt x="262" y="197"/>
                  </a:cubicBezTo>
                  <a:cubicBezTo>
                    <a:pt x="265" y="190"/>
                    <a:pt x="265" y="190"/>
                    <a:pt x="265" y="190"/>
                  </a:cubicBezTo>
                  <a:cubicBezTo>
                    <a:pt x="211" y="190"/>
                    <a:pt x="211" y="190"/>
                    <a:pt x="211" y="190"/>
                  </a:cubicBezTo>
                  <a:cubicBezTo>
                    <a:pt x="210" y="193"/>
                    <a:pt x="210" y="193"/>
                    <a:pt x="210" y="193"/>
                  </a:cubicBezTo>
                  <a:cubicBezTo>
                    <a:pt x="203" y="205"/>
                    <a:pt x="194" y="215"/>
                    <a:pt x="182" y="223"/>
                  </a:cubicBezTo>
                  <a:cubicBezTo>
                    <a:pt x="171" y="231"/>
                    <a:pt x="156" y="234"/>
                    <a:pt x="138" y="234"/>
                  </a:cubicBezTo>
                  <a:cubicBezTo>
                    <a:pt x="122" y="234"/>
                    <a:pt x="107" y="231"/>
                    <a:pt x="95" y="224"/>
                  </a:cubicBezTo>
                  <a:cubicBezTo>
                    <a:pt x="82" y="217"/>
                    <a:pt x="72" y="207"/>
                    <a:pt x="65" y="195"/>
                  </a:cubicBezTo>
                  <a:cubicBezTo>
                    <a:pt x="58" y="185"/>
                    <a:pt x="54" y="173"/>
                    <a:pt x="52" y="161"/>
                  </a:cubicBezTo>
                  <a:cubicBezTo>
                    <a:pt x="270" y="161"/>
                    <a:pt x="270" y="161"/>
                    <a:pt x="270" y="161"/>
                  </a:cubicBezTo>
                  <a:cubicBezTo>
                    <a:pt x="270" y="140"/>
                    <a:pt x="270" y="140"/>
                    <a:pt x="270" y="140"/>
                  </a:cubicBezTo>
                  <a:cubicBezTo>
                    <a:pt x="270" y="114"/>
                    <a:pt x="265" y="90"/>
                    <a:pt x="254" y="69"/>
                  </a:cubicBezTo>
                  <a:cubicBezTo>
                    <a:pt x="243" y="48"/>
                    <a:pt x="227" y="31"/>
                    <a:pt x="207" y="1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53" name="Freeform 9">
              <a:extLst>
                <a:ext uri="{FF2B5EF4-FFF2-40B4-BE49-F238E27FC236}">
                  <a16:creationId xmlns:a16="http://schemas.microsoft.com/office/drawing/2014/main" id="{A4B94A0D-996B-47B7-BBFD-F7D3CFA63B4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424613" y="4538663"/>
              <a:ext cx="1016000" cy="1055688"/>
            </a:xfrm>
            <a:custGeom>
              <a:avLst/>
              <a:gdLst>
                <a:gd name="T0" fmla="*/ 213 w 270"/>
                <a:gd name="T1" fmla="*/ 187 h 280"/>
                <a:gd name="T2" fmla="*/ 184 w 270"/>
                <a:gd name="T3" fmla="*/ 222 h 280"/>
                <a:gd name="T4" fmla="*/ 137 w 270"/>
                <a:gd name="T5" fmla="*/ 234 h 280"/>
                <a:gd name="T6" fmla="*/ 90 w 270"/>
                <a:gd name="T7" fmla="*/ 222 h 280"/>
                <a:gd name="T8" fmla="*/ 60 w 270"/>
                <a:gd name="T9" fmla="*/ 187 h 280"/>
                <a:gd name="T10" fmla="*/ 49 w 270"/>
                <a:gd name="T11" fmla="*/ 140 h 280"/>
                <a:gd name="T12" fmla="*/ 60 w 270"/>
                <a:gd name="T13" fmla="*/ 92 h 280"/>
                <a:gd name="T14" fmla="*/ 90 w 270"/>
                <a:gd name="T15" fmla="*/ 58 h 280"/>
                <a:gd name="T16" fmla="*/ 137 w 270"/>
                <a:gd name="T17" fmla="*/ 45 h 280"/>
                <a:gd name="T18" fmla="*/ 184 w 270"/>
                <a:gd name="T19" fmla="*/ 58 h 280"/>
                <a:gd name="T20" fmla="*/ 213 w 270"/>
                <a:gd name="T21" fmla="*/ 92 h 280"/>
                <a:gd name="T22" fmla="*/ 223 w 270"/>
                <a:gd name="T23" fmla="*/ 140 h 280"/>
                <a:gd name="T24" fmla="*/ 213 w 270"/>
                <a:gd name="T25" fmla="*/ 187 h 280"/>
                <a:gd name="T26" fmla="*/ 221 w 270"/>
                <a:gd name="T27" fmla="*/ 37 h 280"/>
                <a:gd name="T28" fmla="*/ 190 w 270"/>
                <a:gd name="T29" fmla="*/ 13 h 280"/>
                <a:gd name="T30" fmla="*/ 132 w 270"/>
                <a:gd name="T31" fmla="*/ 0 h 280"/>
                <a:gd name="T32" fmla="*/ 62 w 270"/>
                <a:gd name="T33" fmla="*/ 19 h 280"/>
                <a:gd name="T34" fmla="*/ 16 w 270"/>
                <a:gd name="T35" fmla="*/ 69 h 280"/>
                <a:gd name="T36" fmla="*/ 0 w 270"/>
                <a:gd name="T37" fmla="*/ 140 h 280"/>
                <a:gd name="T38" fmla="*/ 16 w 270"/>
                <a:gd name="T39" fmla="*/ 210 h 280"/>
                <a:gd name="T40" fmla="*/ 62 w 270"/>
                <a:gd name="T41" fmla="*/ 261 h 280"/>
                <a:gd name="T42" fmla="*/ 132 w 270"/>
                <a:gd name="T43" fmla="*/ 280 h 280"/>
                <a:gd name="T44" fmla="*/ 190 w 270"/>
                <a:gd name="T45" fmla="*/ 267 h 280"/>
                <a:gd name="T46" fmla="*/ 221 w 270"/>
                <a:gd name="T47" fmla="*/ 243 h 280"/>
                <a:gd name="T48" fmla="*/ 221 w 270"/>
                <a:gd name="T49" fmla="*/ 276 h 280"/>
                <a:gd name="T50" fmla="*/ 270 w 270"/>
                <a:gd name="T51" fmla="*/ 276 h 280"/>
                <a:gd name="T52" fmla="*/ 270 w 270"/>
                <a:gd name="T53" fmla="*/ 4 h 280"/>
                <a:gd name="T54" fmla="*/ 221 w 270"/>
                <a:gd name="T55" fmla="*/ 4 h 280"/>
                <a:gd name="T56" fmla="*/ 221 w 270"/>
                <a:gd name="T57" fmla="*/ 37 h 2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70" h="280">
                  <a:moveTo>
                    <a:pt x="213" y="187"/>
                  </a:moveTo>
                  <a:cubicBezTo>
                    <a:pt x="206" y="202"/>
                    <a:pt x="196" y="213"/>
                    <a:pt x="184" y="222"/>
                  </a:cubicBezTo>
                  <a:cubicBezTo>
                    <a:pt x="171" y="230"/>
                    <a:pt x="155" y="234"/>
                    <a:pt x="137" y="234"/>
                  </a:cubicBezTo>
                  <a:cubicBezTo>
                    <a:pt x="119" y="234"/>
                    <a:pt x="103" y="230"/>
                    <a:pt x="90" y="222"/>
                  </a:cubicBezTo>
                  <a:cubicBezTo>
                    <a:pt x="77" y="213"/>
                    <a:pt x="67" y="202"/>
                    <a:pt x="60" y="187"/>
                  </a:cubicBezTo>
                  <a:cubicBezTo>
                    <a:pt x="53" y="173"/>
                    <a:pt x="49" y="157"/>
                    <a:pt x="49" y="140"/>
                  </a:cubicBezTo>
                  <a:cubicBezTo>
                    <a:pt x="49" y="123"/>
                    <a:pt x="53" y="107"/>
                    <a:pt x="60" y="92"/>
                  </a:cubicBezTo>
                  <a:cubicBezTo>
                    <a:pt x="67" y="78"/>
                    <a:pt x="77" y="67"/>
                    <a:pt x="90" y="58"/>
                  </a:cubicBezTo>
                  <a:cubicBezTo>
                    <a:pt x="103" y="50"/>
                    <a:pt x="119" y="45"/>
                    <a:pt x="137" y="45"/>
                  </a:cubicBezTo>
                  <a:cubicBezTo>
                    <a:pt x="155" y="45"/>
                    <a:pt x="171" y="50"/>
                    <a:pt x="184" y="58"/>
                  </a:cubicBezTo>
                  <a:cubicBezTo>
                    <a:pt x="196" y="67"/>
                    <a:pt x="206" y="78"/>
                    <a:pt x="213" y="92"/>
                  </a:cubicBezTo>
                  <a:cubicBezTo>
                    <a:pt x="219" y="107"/>
                    <a:pt x="223" y="123"/>
                    <a:pt x="223" y="140"/>
                  </a:cubicBezTo>
                  <a:cubicBezTo>
                    <a:pt x="223" y="157"/>
                    <a:pt x="219" y="173"/>
                    <a:pt x="213" y="187"/>
                  </a:cubicBezTo>
                  <a:moveTo>
                    <a:pt x="221" y="37"/>
                  </a:moveTo>
                  <a:cubicBezTo>
                    <a:pt x="212" y="27"/>
                    <a:pt x="202" y="19"/>
                    <a:pt x="190" y="13"/>
                  </a:cubicBezTo>
                  <a:cubicBezTo>
                    <a:pt x="174" y="4"/>
                    <a:pt x="154" y="0"/>
                    <a:pt x="132" y="0"/>
                  </a:cubicBezTo>
                  <a:cubicBezTo>
                    <a:pt x="105" y="0"/>
                    <a:pt x="82" y="6"/>
                    <a:pt x="62" y="19"/>
                  </a:cubicBezTo>
                  <a:cubicBezTo>
                    <a:pt x="43" y="31"/>
                    <a:pt x="27" y="48"/>
                    <a:pt x="16" y="69"/>
                  </a:cubicBezTo>
                  <a:cubicBezTo>
                    <a:pt x="6" y="90"/>
                    <a:pt x="0" y="114"/>
                    <a:pt x="0" y="140"/>
                  </a:cubicBezTo>
                  <a:cubicBezTo>
                    <a:pt x="0" y="165"/>
                    <a:pt x="6" y="189"/>
                    <a:pt x="16" y="210"/>
                  </a:cubicBezTo>
                  <a:cubicBezTo>
                    <a:pt x="27" y="232"/>
                    <a:pt x="43" y="249"/>
                    <a:pt x="62" y="261"/>
                  </a:cubicBezTo>
                  <a:cubicBezTo>
                    <a:pt x="82" y="274"/>
                    <a:pt x="105" y="280"/>
                    <a:pt x="132" y="280"/>
                  </a:cubicBezTo>
                  <a:cubicBezTo>
                    <a:pt x="154" y="280"/>
                    <a:pt x="174" y="276"/>
                    <a:pt x="190" y="267"/>
                  </a:cubicBezTo>
                  <a:cubicBezTo>
                    <a:pt x="202" y="260"/>
                    <a:pt x="212" y="253"/>
                    <a:pt x="221" y="243"/>
                  </a:cubicBezTo>
                  <a:cubicBezTo>
                    <a:pt x="221" y="276"/>
                    <a:pt x="221" y="276"/>
                    <a:pt x="221" y="276"/>
                  </a:cubicBezTo>
                  <a:cubicBezTo>
                    <a:pt x="270" y="276"/>
                    <a:pt x="270" y="276"/>
                    <a:pt x="270" y="276"/>
                  </a:cubicBezTo>
                  <a:cubicBezTo>
                    <a:pt x="270" y="4"/>
                    <a:pt x="270" y="4"/>
                    <a:pt x="270" y="4"/>
                  </a:cubicBezTo>
                  <a:cubicBezTo>
                    <a:pt x="221" y="4"/>
                    <a:pt x="221" y="4"/>
                    <a:pt x="221" y="4"/>
                  </a:cubicBezTo>
                  <a:lnTo>
                    <a:pt x="221" y="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54" name="Freeform 10">
              <a:extLst>
                <a:ext uri="{FF2B5EF4-FFF2-40B4-BE49-F238E27FC236}">
                  <a16:creationId xmlns:a16="http://schemas.microsoft.com/office/drawing/2014/main" id="{B1128461-DAFF-4B59-9D68-DDD459A945A0}"/>
                </a:ext>
              </a:extLst>
            </p:cNvPr>
            <p:cNvSpPr>
              <a:spLocks/>
            </p:cNvSpPr>
            <p:nvPr/>
          </p:nvSpPr>
          <p:spPr bwMode="auto">
            <a:xfrm>
              <a:off x="7659688" y="4538663"/>
              <a:ext cx="557213" cy="1041400"/>
            </a:xfrm>
            <a:custGeom>
              <a:avLst/>
              <a:gdLst>
                <a:gd name="T0" fmla="*/ 97 w 148"/>
                <a:gd name="T1" fmla="*/ 8 h 276"/>
                <a:gd name="T2" fmla="*/ 66 w 148"/>
                <a:gd name="T3" fmla="*/ 29 h 276"/>
                <a:gd name="T4" fmla="*/ 49 w 148"/>
                <a:gd name="T5" fmla="*/ 51 h 276"/>
                <a:gd name="T6" fmla="*/ 49 w 148"/>
                <a:gd name="T7" fmla="*/ 4 h 276"/>
                <a:gd name="T8" fmla="*/ 0 w 148"/>
                <a:gd name="T9" fmla="*/ 4 h 276"/>
                <a:gd name="T10" fmla="*/ 0 w 148"/>
                <a:gd name="T11" fmla="*/ 276 h 276"/>
                <a:gd name="T12" fmla="*/ 49 w 148"/>
                <a:gd name="T13" fmla="*/ 276 h 276"/>
                <a:gd name="T14" fmla="*/ 49 w 148"/>
                <a:gd name="T15" fmla="*/ 156 h 276"/>
                <a:gd name="T16" fmla="*/ 60 w 148"/>
                <a:gd name="T17" fmla="*/ 103 h 276"/>
                <a:gd name="T18" fmla="*/ 91 w 148"/>
                <a:gd name="T19" fmla="*/ 64 h 276"/>
                <a:gd name="T20" fmla="*/ 138 w 148"/>
                <a:gd name="T21" fmla="*/ 49 h 276"/>
                <a:gd name="T22" fmla="*/ 148 w 148"/>
                <a:gd name="T23" fmla="*/ 49 h 276"/>
                <a:gd name="T24" fmla="*/ 148 w 148"/>
                <a:gd name="T25" fmla="*/ 0 h 276"/>
                <a:gd name="T26" fmla="*/ 141 w 148"/>
                <a:gd name="T27" fmla="*/ 0 h 276"/>
                <a:gd name="T28" fmla="*/ 97 w 148"/>
                <a:gd name="T29" fmla="*/ 8 h 2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48" h="276">
                  <a:moveTo>
                    <a:pt x="97" y="8"/>
                  </a:moveTo>
                  <a:cubicBezTo>
                    <a:pt x="85" y="14"/>
                    <a:pt x="74" y="21"/>
                    <a:pt x="66" y="29"/>
                  </a:cubicBezTo>
                  <a:cubicBezTo>
                    <a:pt x="59" y="36"/>
                    <a:pt x="53" y="44"/>
                    <a:pt x="49" y="51"/>
                  </a:cubicBezTo>
                  <a:cubicBezTo>
                    <a:pt x="49" y="4"/>
                    <a:pt x="49" y="4"/>
                    <a:pt x="49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276"/>
                    <a:pt x="0" y="276"/>
                    <a:pt x="0" y="276"/>
                  </a:cubicBezTo>
                  <a:cubicBezTo>
                    <a:pt x="49" y="276"/>
                    <a:pt x="49" y="276"/>
                    <a:pt x="49" y="276"/>
                  </a:cubicBezTo>
                  <a:cubicBezTo>
                    <a:pt x="49" y="156"/>
                    <a:pt x="49" y="156"/>
                    <a:pt x="49" y="156"/>
                  </a:cubicBezTo>
                  <a:cubicBezTo>
                    <a:pt x="49" y="137"/>
                    <a:pt x="53" y="120"/>
                    <a:pt x="60" y="103"/>
                  </a:cubicBezTo>
                  <a:cubicBezTo>
                    <a:pt x="67" y="87"/>
                    <a:pt x="78" y="74"/>
                    <a:pt x="91" y="64"/>
                  </a:cubicBezTo>
                  <a:cubicBezTo>
                    <a:pt x="104" y="54"/>
                    <a:pt x="120" y="49"/>
                    <a:pt x="138" y="49"/>
                  </a:cubicBezTo>
                  <a:cubicBezTo>
                    <a:pt x="148" y="49"/>
                    <a:pt x="148" y="49"/>
                    <a:pt x="148" y="49"/>
                  </a:cubicBezTo>
                  <a:cubicBezTo>
                    <a:pt x="148" y="0"/>
                    <a:pt x="148" y="0"/>
                    <a:pt x="148" y="0"/>
                  </a:cubicBezTo>
                  <a:cubicBezTo>
                    <a:pt x="141" y="0"/>
                    <a:pt x="141" y="0"/>
                    <a:pt x="141" y="0"/>
                  </a:cubicBezTo>
                  <a:cubicBezTo>
                    <a:pt x="124" y="0"/>
                    <a:pt x="109" y="3"/>
                    <a:pt x="97" y="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55" name="Rectangle 11">
              <a:extLst>
                <a:ext uri="{FF2B5EF4-FFF2-40B4-BE49-F238E27FC236}">
                  <a16:creationId xmlns:a16="http://schemas.microsoft.com/office/drawing/2014/main" id="{2F9E1309-9C26-48AC-A71E-6D952C5258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42313" y="4552950"/>
              <a:ext cx="184150" cy="10271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56" name="Rectangle 12">
              <a:extLst>
                <a:ext uri="{FF2B5EF4-FFF2-40B4-BE49-F238E27FC236}">
                  <a16:creationId xmlns:a16="http://schemas.microsoft.com/office/drawing/2014/main" id="{5BE53A00-C987-4EA0-9D81-E2868ABBC6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34375" y="4195763"/>
              <a:ext cx="196850" cy="2301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57" name="Freeform 13">
              <a:extLst>
                <a:ext uri="{FF2B5EF4-FFF2-40B4-BE49-F238E27FC236}">
                  <a16:creationId xmlns:a16="http://schemas.microsoft.com/office/drawing/2014/main" id="{1BBAF013-6E21-42D1-BA9B-A080074E7F51}"/>
                </a:ext>
              </a:extLst>
            </p:cNvPr>
            <p:cNvSpPr>
              <a:spLocks/>
            </p:cNvSpPr>
            <p:nvPr/>
          </p:nvSpPr>
          <p:spPr bwMode="auto">
            <a:xfrm>
              <a:off x="8674100" y="4538663"/>
              <a:ext cx="869950" cy="1055688"/>
            </a:xfrm>
            <a:custGeom>
              <a:avLst/>
              <a:gdLst>
                <a:gd name="T0" fmla="*/ 217 w 231"/>
                <a:gd name="T1" fmla="*/ 154 h 280"/>
                <a:gd name="T2" fmla="*/ 183 w 231"/>
                <a:gd name="T3" fmla="*/ 131 h 280"/>
                <a:gd name="T4" fmla="*/ 140 w 231"/>
                <a:gd name="T5" fmla="*/ 118 h 280"/>
                <a:gd name="T6" fmla="*/ 98 w 231"/>
                <a:gd name="T7" fmla="*/ 109 h 280"/>
                <a:gd name="T8" fmla="*/ 67 w 231"/>
                <a:gd name="T9" fmla="*/ 96 h 280"/>
                <a:gd name="T10" fmla="*/ 57 w 231"/>
                <a:gd name="T11" fmla="*/ 76 h 280"/>
                <a:gd name="T12" fmla="*/ 114 w 231"/>
                <a:gd name="T13" fmla="*/ 43 h 280"/>
                <a:gd name="T14" fmla="*/ 158 w 231"/>
                <a:gd name="T15" fmla="*/ 54 h 280"/>
                <a:gd name="T16" fmla="*/ 173 w 231"/>
                <a:gd name="T17" fmla="*/ 80 h 280"/>
                <a:gd name="T18" fmla="*/ 174 w 231"/>
                <a:gd name="T19" fmla="*/ 84 h 280"/>
                <a:gd name="T20" fmla="*/ 223 w 231"/>
                <a:gd name="T21" fmla="*/ 84 h 280"/>
                <a:gd name="T22" fmla="*/ 223 w 231"/>
                <a:gd name="T23" fmla="*/ 79 h 280"/>
                <a:gd name="T24" fmla="*/ 208 w 231"/>
                <a:gd name="T25" fmla="*/ 40 h 280"/>
                <a:gd name="T26" fmla="*/ 174 w 231"/>
                <a:gd name="T27" fmla="*/ 11 h 280"/>
                <a:gd name="T28" fmla="*/ 115 w 231"/>
                <a:gd name="T29" fmla="*/ 0 h 280"/>
                <a:gd name="T30" fmla="*/ 35 w 231"/>
                <a:gd name="T31" fmla="*/ 20 h 280"/>
                <a:gd name="T32" fmla="*/ 7 w 231"/>
                <a:gd name="T33" fmla="*/ 80 h 280"/>
                <a:gd name="T34" fmla="*/ 21 w 231"/>
                <a:gd name="T35" fmla="*/ 121 h 280"/>
                <a:gd name="T36" fmla="*/ 56 w 231"/>
                <a:gd name="T37" fmla="*/ 144 h 280"/>
                <a:gd name="T38" fmla="*/ 99 w 231"/>
                <a:gd name="T39" fmla="*/ 156 h 280"/>
                <a:gd name="T40" fmla="*/ 141 w 231"/>
                <a:gd name="T41" fmla="*/ 166 h 280"/>
                <a:gd name="T42" fmla="*/ 171 w 231"/>
                <a:gd name="T43" fmla="*/ 179 h 280"/>
                <a:gd name="T44" fmla="*/ 182 w 231"/>
                <a:gd name="T45" fmla="*/ 200 h 280"/>
                <a:gd name="T46" fmla="*/ 176 w 231"/>
                <a:gd name="T47" fmla="*/ 218 h 280"/>
                <a:gd name="T48" fmla="*/ 160 w 231"/>
                <a:gd name="T49" fmla="*/ 230 h 280"/>
                <a:gd name="T50" fmla="*/ 138 w 231"/>
                <a:gd name="T51" fmla="*/ 235 h 280"/>
                <a:gd name="T52" fmla="*/ 120 w 231"/>
                <a:gd name="T53" fmla="*/ 237 h 280"/>
                <a:gd name="T54" fmla="*/ 81 w 231"/>
                <a:gd name="T55" fmla="*/ 229 h 280"/>
                <a:gd name="T56" fmla="*/ 60 w 231"/>
                <a:gd name="T57" fmla="*/ 211 h 280"/>
                <a:gd name="T58" fmla="*/ 51 w 231"/>
                <a:gd name="T59" fmla="*/ 188 h 280"/>
                <a:gd name="T60" fmla="*/ 51 w 231"/>
                <a:gd name="T61" fmla="*/ 184 h 280"/>
                <a:gd name="T62" fmla="*/ 0 w 231"/>
                <a:gd name="T63" fmla="*/ 184 h 280"/>
                <a:gd name="T64" fmla="*/ 1 w 231"/>
                <a:gd name="T65" fmla="*/ 189 h 280"/>
                <a:gd name="T66" fmla="*/ 16 w 231"/>
                <a:gd name="T67" fmla="*/ 234 h 280"/>
                <a:gd name="T68" fmla="*/ 56 w 231"/>
                <a:gd name="T69" fmla="*/ 267 h 280"/>
                <a:gd name="T70" fmla="*/ 119 w 231"/>
                <a:gd name="T71" fmla="*/ 280 h 280"/>
                <a:gd name="T72" fmla="*/ 200 w 231"/>
                <a:gd name="T73" fmla="*/ 259 h 280"/>
                <a:gd name="T74" fmla="*/ 231 w 231"/>
                <a:gd name="T75" fmla="*/ 196 h 280"/>
                <a:gd name="T76" fmla="*/ 217 w 231"/>
                <a:gd name="T77" fmla="*/ 154 h 2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1" h="280">
                  <a:moveTo>
                    <a:pt x="217" y="154"/>
                  </a:moveTo>
                  <a:cubicBezTo>
                    <a:pt x="208" y="144"/>
                    <a:pt x="197" y="136"/>
                    <a:pt x="183" y="131"/>
                  </a:cubicBezTo>
                  <a:cubicBezTo>
                    <a:pt x="169" y="125"/>
                    <a:pt x="155" y="121"/>
                    <a:pt x="140" y="118"/>
                  </a:cubicBezTo>
                  <a:cubicBezTo>
                    <a:pt x="125" y="115"/>
                    <a:pt x="111" y="112"/>
                    <a:pt x="98" y="109"/>
                  </a:cubicBezTo>
                  <a:cubicBezTo>
                    <a:pt x="85" y="105"/>
                    <a:pt x="75" y="101"/>
                    <a:pt x="67" y="96"/>
                  </a:cubicBezTo>
                  <a:cubicBezTo>
                    <a:pt x="60" y="91"/>
                    <a:pt x="57" y="85"/>
                    <a:pt x="57" y="76"/>
                  </a:cubicBezTo>
                  <a:cubicBezTo>
                    <a:pt x="57" y="68"/>
                    <a:pt x="57" y="43"/>
                    <a:pt x="114" y="43"/>
                  </a:cubicBezTo>
                  <a:cubicBezTo>
                    <a:pt x="135" y="43"/>
                    <a:pt x="150" y="47"/>
                    <a:pt x="158" y="54"/>
                  </a:cubicBezTo>
                  <a:cubicBezTo>
                    <a:pt x="167" y="61"/>
                    <a:pt x="172" y="70"/>
                    <a:pt x="173" y="80"/>
                  </a:cubicBezTo>
                  <a:cubicBezTo>
                    <a:pt x="174" y="84"/>
                    <a:pt x="174" y="84"/>
                    <a:pt x="174" y="84"/>
                  </a:cubicBezTo>
                  <a:cubicBezTo>
                    <a:pt x="223" y="84"/>
                    <a:pt x="223" y="84"/>
                    <a:pt x="223" y="84"/>
                  </a:cubicBezTo>
                  <a:cubicBezTo>
                    <a:pt x="223" y="79"/>
                    <a:pt x="223" y="79"/>
                    <a:pt x="223" y="79"/>
                  </a:cubicBezTo>
                  <a:cubicBezTo>
                    <a:pt x="221" y="65"/>
                    <a:pt x="216" y="52"/>
                    <a:pt x="208" y="40"/>
                  </a:cubicBezTo>
                  <a:cubicBezTo>
                    <a:pt x="201" y="28"/>
                    <a:pt x="189" y="19"/>
                    <a:pt x="174" y="11"/>
                  </a:cubicBezTo>
                  <a:cubicBezTo>
                    <a:pt x="158" y="4"/>
                    <a:pt x="139" y="0"/>
                    <a:pt x="115" y="0"/>
                  </a:cubicBezTo>
                  <a:cubicBezTo>
                    <a:pt x="80" y="0"/>
                    <a:pt x="53" y="7"/>
                    <a:pt x="35" y="20"/>
                  </a:cubicBezTo>
                  <a:cubicBezTo>
                    <a:pt x="17" y="34"/>
                    <a:pt x="7" y="54"/>
                    <a:pt x="7" y="80"/>
                  </a:cubicBezTo>
                  <a:cubicBezTo>
                    <a:pt x="7" y="97"/>
                    <a:pt x="12" y="111"/>
                    <a:pt x="21" y="121"/>
                  </a:cubicBezTo>
                  <a:cubicBezTo>
                    <a:pt x="30" y="131"/>
                    <a:pt x="42" y="138"/>
                    <a:pt x="56" y="144"/>
                  </a:cubicBezTo>
                  <a:cubicBezTo>
                    <a:pt x="69" y="149"/>
                    <a:pt x="84" y="153"/>
                    <a:pt x="99" y="156"/>
                  </a:cubicBezTo>
                  <a:cubicBezTo>
                    <a:pt x="113" y="159"/>
                    <a:pt x="127" y="163"/>
                    <a:pt x="141" y="166"/>
                  </a:cubicBezTo>
                  <a:cubicBezTo>
                    <a:pt x="153" y="169"/>
                    <a:pt x="164" y="174"/>
                    <a:pt x="171" y="179"/>
                  </a:cubicBezTo>
                  <a:cubicBezTo>
                    <a:pt x="178" y="184"/>
                    <a:pt x="182" y="191"/>
                    <a:pt x="182" y="200"/>
                  </a:cubicBezTo>
                  <a:cubicBezTo>
                    <a:pt x="182" y="208"/>
                    <a:pt x="180" y="214"/>
                    <a:pt x="176" y="218"/>
                  </a:cubicBezTo>
                  <a:cubicBezTo>
                    <a:pt x="171" y="223"/>
                    <a:pt x="166" y="227"/>
                    <a:pt x="160" y="230"/>
                  </a:cubicBezTo>
                  <a:cubicBezTo>
                    <a:pt x="153" y="232"/>
                    <a:pt x="146" y="234"/>
                    <a:pt x="138" y="235"/>
                  </a:cubicBezTo>
                  <a:cubicBezTo>
                    <a:pt x="131" y="236"/>
                    <a:pt x="125" y="237"/>
                    <a:pt x="120" y="237"/>
                  </a:cubicBezTo>
                  <a:cubicBezTo>
                    <a:pt x="104" y="237"/>
                    <a:pt x="91" y="234"/>
                    <a:pt x="81" y="229"/>
                  </a:cubicBezTo>
                  <a:cubicBezTo>
                    <a:pt x="72" y="225"/>
                    <a:pt x="64" y="219"/>
                    <a:pt x="60" y="211"/>
                  </a:cubicBezTo>
                  <a:cubicBezTo>
                    <a:pt x="55" y="204"/>
                    <a:pt x="52" y="196"/>
                    <a:pt x="51" y="188"/>
                  </a:cubicBezTo>
                  <a:cubicBezTo>
                    <a:pt x="51" y="184"/>
                    <a:pt x="51" y="184"/>
                    <a:pt x="51" y="184"/>
                  </a:cubicBezTo>
                  <a:cubicBezTo>
                    <a:pt x="0" y="184"/>
                    <a:pt x="0" y="184"/>
                    <a:pt x="0" y="184"/>
                  </a:cubicBezTo>
                  <a:cubicBezTo>
                    <a:pt x="1" y="189"/>
                    <a:pt x="1" y="189"/>
                    <a:pt x="1" y="189"/>
                  </a:cubicBezTo>
                  <a:cubicBezTo>
                    <a:pt x="2" y="205"/>
                    <a:pt x="7" y="220"/>
                    <a:pt x="16" y="234"/>
                  </a:cubicBezTo>
                  <a:cubicBezTo>
                    <a:pt x="25" y="248"/>
                    <a:pt x="39" y="259"/>
                    <a:pt x="56" y="267"/>
                  </a:cubicBezTo>
                  <a:cubicBezTo>
                    <a:pt x="73" y="276"/>
                    <a:pt x="95" y="280"/>
                    <a:pt x="119" y="280"/>
                  </a:cubicBezTo>
                  <a:cubicBezTo>
                    <a:pt x="153" y="280"/>
                    <a:pt x="180" y="273"/>
                    <a:pt x="200" y="259"/>
                  </a:cubicBezTo>
                  <a:cubicBezTo>
                    <a:pt x="221" y="245"/>
                    <a:pt x="231" y="224"/>
                    <a:pt x="231" y="196"/>
                  </a:cubicBezTo>
                  <a:cubicBezTo>
                    <a:pt x="231" y="179"/>
                    <a:pt x="226" y="165"/>
                    <a:pt x="217" y="15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58" name="Freeform 14">
              <a:extLst>
                <a:ext uri="{FF2B5EF4-FFF2-40B4-BE49-F238E27FC236}">
                  <a16:creationId xmlns:a16="http://schemas.microsoft.com/office/drawing/2014/main" id="{E5C05E1C-445B-4FAE-9513-A649360D346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83213" y="1749425"/>
              <a:ext cx="663575" cy="638175"/>
            </a:xfrm>
            <a:custGeom>
              <a:avLst/>
              <a:gdLst>
                <a:gd name="T0" fmla="*/ 36 w 176"/>
                <a:gd name="T1" fmla="*/ 168 h 169"/>
                <a:gd name="T2" fmla="*/ 151 w 176"/>
                <a:gd name="T3" fmla="*/ 118 h 169"/>
                <a:gd name="T4" fmla="*/ 142 w 176"/>
                <a:gd name="T5" fmla="*/ 17 h 169"/>
                <a:gd name="T6" fmla="*/ 96 w 176"/>
                <a:gd name="T7" fmla="*/ 0 h 169"/>
                <a:gd name="T8" fmla="*/ 41 w 176"/>
                <a:gd name="T9" fmla="*/ 26 h 169"/>
                <a:gd name="T10" fmla="*/ 20 w 176"/>
                <a:gd name="T11" fmla="*/ 164 h 169"/>
                <a:gd name="T12" fmla="*/ 36 w 176"/>
                <a:gd name="T13" fmla="*/ 168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6" h="169">
                  <a:moveTo>
                    <a:pt x="36" y="168"/>
                  </a:moveTo>
                  <a:cubicBezTo>
                    <a:pt x="67" y="168"/>
                    <a:pt x="130" y="143"/>
                    <a:pt x="151" y="118"/>
                  </a:cubicBezTo>
                  <a:cubicBezTo>
                    <a:pt x="176" y="88"/>
                    <a:pt x="172" y="42"/>
                    <a:pt x="142" y="17"/>
                  </a:cubicBezTo>
                  <a:cubicBezTo>
                    <a:pt x="129" y="6"/>
                    <a:pt x="113" y="0"/>
                    <a:pt x="96" y="0"/>
                  </a:cubicBezTo>
                  <a:cubicBezTo>
                    <a:pt x="74" y="0"/>
                    <a:pt x="54" y="10"/>
                    <a:pt x="41" y="26"/>
                  </a:cubicBezTo>
                  <a:cubicBezTo>
                    <a:pt x="17" y="55"/>
                    <a:pt x="0" y="145"/>
                    <a:pt x="20" y="164"/>
                  </a:cubicBezTo>
                  <a:cubicBezTo>
                    <a:pt x="24" y="167"/>
                    <a:pt x="29" y="169"/>
                    <a:pt x="36" y="16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59" name="Freeform 15">
              <a:extLst>
                <a:ext uri="{FF2B5EF4-FFF2-40B4-BE49-F238E27FC236}">
                  <a16:creationId xmlns:a16="http://schemas.microsoft.com/office/drawing/2014/main" id="{50BC6D1F-4218-4FCD-933D-D10DD9E4B3DD}"/>
                </a:ext>
              </a:extLst>
            </p:cNvPr>
            <p:cNvSpPr>
              <a:spLocks/>
            </p:cNvSpPr>
            <p:nvPr/>
          </p:nvSpPr>
          <p:spPr bwMode="auto">
            <a:xfrm>
              <a:off x="2662238" y="1270000"/>
              <a:ext cx="765175" cy="728663"/>
            </a:xfrm>
            <a:custGeom>
              <a:avLst/>
              <a:gdLst>
                <a:gd name="T0" fmla="*/ 30 w 203"/>
                <a:gd name="T1" fmla="*/ 152 h 193"/>
                <a:gd name="T2" fmla="*/ 160 w 203"/>
                <a:gd name="T3" fmla="*/ 193 h 193"/>
                <a:gd name="T4" fmla="*/ 197 w 203"/>
                <a:gd name="T5" fmla="*/ 183 h 193"/>
                <a:gd name="T6" fmla="*/ 203 w 203"/>
                <a:gd name="T7" fmla="*/ 160 h 193"/>
                <a:gd name="T8" fmla="*/ 147 w 203"/>
                <a:gd name="T9" fmla="*/ 23 h 193"/>
                <a:gd name="T10" fmla="*/ 88 w 203"/>
                <a:gd name="T11" fmla="*/ 0 h 193"/>
                <a:gd name="T12" fmla="*/ 24 w 203"/>
                <a:gd name="T13" fmla="*/ 29 h 193"/>
                <a:gd name="T14" fmla="*/ 1 w 203"/>
                <a:gd name="T15" fmla="*/ 92 h 193"/>
                <a:gd name="T16" fmla="*/ 30 w 203"/>
                <a:gd name="T17" fmla="*/ 152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03" h="193">
                  <a:moveTo>
                    <a:pt x="30" y="152"/>
                  </a:moveTo>
                  <a:cubicBezTo>
                    <a:pt x="56" y="176"/>
                    <a:pt x="120" y="193"/>
                    <a:pt x="160" y="193"/>
                  </a:cubicBezTo>
                  <a:cubicBezTo>
                    <a:pt x="178" y="193"/>
                    <a:pt x="190" y="190"/>
                    <a:pt x="197" y="183"/>
                  </a:cubicBezTo>
                  <a:cubicBezTo>
                    <a:pt x="201" y="179"/>
                    <a:pt x="203" y="171"/>
                    <a:pt x="203" y="160"/>
                  </a:cubicBezTo>
                  <a:cubicBezTo>
                    <a:pt x="202" y="121"/>
                    <a:pt x="175" y="48"/>
                    <a:pt x="147" y="23"/>
                  </a:cubicBezTo>
                  <a:cubicBezTo>
                    <a:pt x="131" y="8"/>
                    <a:pt x="110" y="0"/>
                    <a:pt x="88" y="0"/>
                  </a:cubicBezTo>
                  <a:cubicBezTo>
                    <a:pt x="64" y="0"/>
                    <a:pt x="40" y="11"/>
                    <a:pt x="24" y="29"/>
                  </a:cubicBezTo>
                  <a:cubicBezTo>
                    <a:pt x="8" y="47"/>
                    <a:pt x="0" y="69"/>
                    <a:pt x="1" y="92"/>
                  </a:cubicBezTo>
                  <a:cubicBezTo>
                    <a:pt x="3" y="115"/>
                    <a:pt x="13" y="137"/>
                    <a:pt x="30" y="15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60" name="Freeform 16">
              <a:extLst>
                <a:ext uri="{FF2B5EF4-FFF2-40B4-BE49-F238E27FC236}">
                  <a16:creationId xmlns:a16="http://schemas.microsoft.com/office/drawing/2014/main" id="{06AE46DD-E966-4AF7-9CE3-B6F620E004FB}"/>
                </a:ext>
              </a:extLst>
            </p:cNvPr>
            <p:cNvSpPr>
              <a:spLocks/>
            </p:cNvSpPr>
            <p:nvPr/>
          </p:nvSpPr>
          <p:spPr bwMode="auto">
            <a:xfrm>
              <a:off x="2659063" y="3406775"/>
              <a:ext cx="633413" cy="471488"/>
            </a:xfrm>
            <a:custGeom>
              <a:avLst/>
              <a:gdLst>
                <a:gd name="T0" fmla="*/ 10 w 168"/>
                <a:gd name="T1" fmla="*/ 31 h 125"/>
                <a:gd name="T2" fmla="*/ 5 w 168"/>
                <a:gd name="T3" fmla="*/ 79 h 125"/>
                <a:gd name="T4" fmla="*/ 65 w 168"/>
                <a:gd name="T5" fmla="*/ 125 h 125"/>
                <a:gd name="T6" fmla="*/ 81 w 168"/>
                <a:gd name="T7" fmla="*/ 122 h 125"/>
                <a:gd name="T8" fmla="*/ 163 w 168"/>
                <a:gd name="T9" fmla="*/ 34 h 125"/>
                <a:gd name="T10" fmla="*/ 67 w 168"/>
                <a:gd name="T11" fmla="*/ 0 h 125"/>
                <a:gd name="T12" fmla="*/ 48 w 168"/>
                <a:gd name="T13" fmla="*/ 2 h 125"/>
                <a:gd name="T14" fmla="*/ 10 w 168"/>
                <a:gd name="T15" fmla="*/ 31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68" h="125">
                  <a:moveTo>
                    <a:pt x="10" y="31"/>
                  </a:moveTo>
                  <a:cubicBezTo>
                    <a:pt x="2" y="46"/>
                    <a:pt x="0" y="63"/>
                    <a:pt x="5" y="79"/>
                  </a:cubicBezTo>
                  <a:cubicBezTo>
                    <a:pt x="12" y="106"/>
                    <a:pt x="37" y="125"/>
                    <a:pt x="65" y="125"/>
                  </a:cubicBezTo>
                  <a:cubicBezTo>
                    <a:pt x="70" y="125"/>
                    <a:pt x="76" y="124"/>
                    <a:pt x="81" y="122"/>
                  </a:cubicBezTo>
                  <a:cubicBezTo>
                    <a:pt x="112" y="114"/>
                    <a:pt x="168" y="58"/>
                    <a:pt x="163" y="34"/>
                  </a:cubicBezTo>
                  <a:cubicBezTo>
                    <a:pt x="160" y="16"/>
                    <a:pt x="101" y="0"/>
                    <a:pt x="67" y="0"/>
                  </a:cubicBezTo>
                  <a:cubicBezTo>
                    <a:pt x="60" y="0"/>
                    <a:pt x="53" y="1"/>
                    <a:pt x="48" y="2"/>
                  </a:cubicBezTo>
                  <a:cubicBezTo>
                    <a:pt x="32" y="6"/>
                    <a:pt x="19" y="17"/>
                    <a:pt x="10" y="31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61" name="Freeform 17">
              <a:extLst>
                <a:ext uri="{FF2B5EF4-FFF2-40B4-BE49-F238E27FC236}">
                  <a16:creationId xmlns:a16="http://schemas.microsoft.com/office/drawing/2014/main" id="{251D7A32-DD01-4D86-8661-D55D081DBF5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100388" y="1614488"/>
              <a:ext cx="3775075" cy="3965575"/>
            </a:xfrm>
            <a:custGeom>
              <a:avLst/>
              <a:gdLst>
                <a:gd name="T0" fmla="*/ 747 w 1002"/>
                <a:gd name="T1" fmla="*/ 881 h 1051"/>
                <a:gd name="T2" fmla="*/ 638 w 1002"/>
                <a:gd name="T3" fmla="*/ 741 h 1051"/>
                <a:gd name="T4" fmla="*/ 805 w 1002"/>
                <a:gd name="T5" fmla="*/ 760 h 1051"/>
                <a:gd name="T6" fmla="*/ 805 w 1002"/>
                <a:gd name="T7" fmla="*/ 862 h 1051"/>
                <a:gd name="T8" fmla="*/ 844 w 1002"/>
                <a:gd name="T9" fmla="*/ 279 h 1051"/>
                <a:gd name="T10" fmla="*/ 942 w 1002"/>
                <a:gd name="T11" fmla="*/ 360 h 1051"/>
                <a:gd name="T12" fmla="*/ 777 w 1002"/>
                <a:gd name="T13" fmla="*/ 304 h 1051"/>
                <a:gd name="T14" fmla="*/ 629 w 1002"/>
                <a:gd name="T15" fmla="*/ 546 h 1051"/>
                <a:gd name="T16" fmla="*/ 592 w 1002"/>
                <a:gd name="T17" fmla="*/ 386 h 1051"/>
                <a:gd name="T18" fmla="*/ 703 w 1002"/>
                <a:gd name="T19" fmla="*/ 467 h 1051"/>
                <a:gd name="T20" fmla="*/ 762 w 1002"/>
                <a:gd name="T21" fmla="*/ 532 h 1051"/>
                <a:gd name="T22" fmla="*/ 940 w 1002"/>
                <a:gd name="T23" fmla="*/ 527 h 1051"/>
                <a:gd name="T24" fmla="*/ 996 w 1002"/>
                <a:gd name="T25" fmla="*/ 449 h 1051"/>
                <a:gd name="T26" fmla="*/ 932 w 1002"/>
                <a:gd name="T27" fmla="*/ 452 h 1051"/>
                <a:gd name="T28" fmla="*/ 848 w 1002"/>
                <a:gd name="T29" fmla="*/ 501 h 1051"/>
                <a:gd name="T30" fmla="*/ 761 w 1002"/>
                <a:gd name="T31" fmla="*/ 455 h 1051"/>
                <a:gd name="T32" fmla="*/ 1002 w 1002"/>
                <a:gd name="T33" fmla="*/ 414 h 1051"/>
                <a:gd name="T34" fmla="*/ 983 w 1002"/>
                <a:gd name="T35" fmla="*/ 307 h 1051"/>
                <a:gd name="T36" fmla="*/ 844 w 1002"/>
                <a:gd name="T37" fmla="*/ 225 h 1051"/>
                <a:gd name="T38" fmla="*/ 715 w 1002"/>
                <a:gd name="T39" fmla="*/ 289 h 1051"/>
                <a:gd name="T40" fmla="*/ 709 w 1002"/>
                <a:gd name="T41" fmla="*/ 299 h 1051"/>
                <a:gd name="T42" fmla="*/ 450 w 1002"/>
                <a:gd name="T43" fmla="*/ 284 h 1051"/>
                <a:gd name="T44" fmla="*/ 480 w 1002"/>
                <a:gd name="T45" fmla="*/ 211 h 1051"/>
                <a:gd name="T46" fmla="*/ 303 w 1002"/>
                <a:gd name="T47" fmla="*/ 217 h 1051"/>
                <a:gd name="T48" fmla="*/ 111 w 1002"/>
                <a:gd name="T49" fmla="*/ 254 h 1051"/>
                <a:gd name="T50" fmla="*/ 219 w 1002"/>
                <a:gd name="T51" fmla="*/ 388 h 1051"/>
                <a:gd name="T52" fmla="*/ 285 w 1002"/>
                <a:gd name="T53" fmla="*/ 551 h 1051"/>
                <a:gd name="T54" fmla="*/ 202 w 1002"/>
                <a:gd name="T55" fmla="*/ 664 h 1051"/>
                <a:gd name="T56" fmla="*/ 303 w 1002"/>
                <a:gd name="T57" fmla="*/ 652 h 1051"/>
                <a:gd name="T58" fmla="*/ 364 w 1002"/>
                <a:gd name="T59" fmla="*/ 565 h 1051"/>
                <a:gd name="T60" fmla="*/ 674 w 1002"/>
                <a:gd name="T61" fmla="*/ 694 h 1051"/>
                <a:gd name="T62" fmla="*/ 588 w 1002"/>
                <a:gd name="T63" fmla="*/ 694 h 1051"/>
                <a:gd name="T64" fmla="*/ 638 w 1002"/>
                <a:gd name="T65" fmla="*/ 1051 h 1051"/>
                <a:gd name="T66" fmla="*/ 749 w 1002"/>
                <a:gd name="T67" fmla="*/ 927 h 1051"/>
                <a:gd name="T68" fmla="*/ 874 w 1002"/>
                <a:gd name="T69" fmla="*/ 811 h 10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002" h="1051">
                  <a:moveTo>
                    <a:pt x="805" y="862"/>
                  </a:moveTo>
                  <a:cubicBezTo>
                    <a:pt x="792" y="874"/>
                    <a:pt x="772" y="881"/>
                    <a:pt x="747" y="881"/>
                  </a:cubicBezTo>
                  <a:cubicBezTo>
                    <a:pt x="638" y="881"/>
                    <a:pt x="638" y="881"/>
                    <a:pt x="638" y="881"/>
                  </a:cubicBezTo>
                  <a:cubicBezTo>
                    <a:pt x="638" y="741"/>
                    <a:pt x="638" y="741"/>
                    <a:pt x="638" y="741"/>
                  </a:cubicBezTo>
                  <a:cubicBezTo>
                    <a:pt x="747" y="741"/>
                    <a:pt x="747" y="741"/>
                    <a:pt x="747" y="741"/>
                  </a:cubicBezTo>
                  <a:cubicBezTo>
                    <a:pt x="772" y="741"/>
                    <a:pt x="792" y="748"/>
                    <a:pt x="805" y="760"/>
                  </a:cubicBezTo>
                  <a:cubicBezTo>
                    <a:pt x="818" y="772"/>
                    <a:pt x="824" y="789"/>
                    <a:pt x="824" y="811"/>
                  </a:cubicBezTo>
                  <a:cubicBezTo>
                    <a:pt x="824" y="833"/>
                    <a:pt x="818" y="850"/>
                    <a:pt x="805" y="862"/>
                  </a:cubicBezTo>
                  <a:moveTo>
                    <a:pt x="777" y="304"/>
                  </a:moveTo>
                  <a:cubicBezTo>
                    <a:pt x="794" y="287"/>
                    <a:pt x="816" y="279"/>
                    <a:pt x="844" y="279"/>
                  </a:cubicBezTo>
                  <a:cubicBezTo>
                    <a:pt x="872" y="279"/>
                    <a:pt x="894" y="287"/>
                    <a:pt x="911" y="304"/>
                  </a:cubicBezTo>
                  <a:cubicBezTo>
                    <a:pt x="927" y="319"/>
                    <a:pt x="937" y="338"/>
                    <a:pt x="942" y="360"/>
                  </a:cubicBezTo>
                  <a:cubicBezTo>
                    <a:pt x="747" y="360"/>
                    <a:pt x="747" y="360"/>
                    <a:pt x="747" y="360"/>
                  </a:cubicBezTo>
                  <a:cubicBezTo>
                    <a:pt x="752" y="338"/>
                    <a:pt x="762" y="319"/>
                    <a:pt x="777" y="304"/>
                  </a:cubicBezTo>
                  <a:moveTo>
                    <a:pt x="854" y="741"/>
                  </a:moveTo>
                  <a:cubicBezTo>
                    <a:pt x="854" y="741"/>
                    <a:pt x="796" y="648"/>
                    <a:pt x="629" y="546"/>
                  </a:cubicBezTo>
                  <a:cubicBezTo>
                    <a:pt x="598" y="527"/>
                    <a:pt x="578" y="509"/>
                    <a:pt x="565" y="492"/>
                  </a:cubicBezTo>
                  <a:cubicBezTo>
                    <a:pt x="540" y="455"/>
                    <a:pt x="541" y="386"/>
                    <a:pt x="592" y="386"/>
                  </a:cubicBezTo>
                  <a:cubicBezTo>
                    <a:pt x="651" y="386"/>
                    <a:pt x="703" y="467"/>
                    <a:pt x="703" y="467"/>
                  </a:cubicBezTo>
                  <a:cubicBezTo>
                    <a:pt x="703" y="467"/>
                    <a:pt x="703" y="467"/>
                    <a:pt x="703" y="467"/>
                  </a:cubicBezTo>
                  <a:cubicBezTo>
                    <a:pt x="704" y="469"/>
                    <a:pt x="705" y="471"/>
                    <a:pt x="706" y="473"/>
                  </a:cubicBezTo>
                  <a:cubicBezTo>
                    <a:pt x="719" y="498"/>
                    <a:pt x="738" y="518"/>
                    <a:pt x="762" y="532"/>
                  </a:cubicBezTo>
                  <a:cubicBezTo>
                    <a:pt x="786" y="547"/>
                    <a:pt x="815" y="555"/>
                    <a:pt x="847" y="555"/>
                  </a:cubicBezTo>
                  <a:cubicBezTo>
                    <a:pt x="885" y="555"/>
                    <a:pt x="916" y="545"/>
                    <a:pt x="940" y="527"/>
                  </a:cubicBezTo>
                  <a:cubicBezTo>
                    <a:pt x="964" y="509"/>
                    <a:pt x="982" y="486"/>
                    <a:pt x="993" y="457"/>
                  </a:cubicBezTo>
                  <a:cubicBezTo>
                    <a:pt x="996" y="449"/>
                    <a:pt x="996" y="449"/>
                    <a:pt x="996" y="449"/>
                  </a:cubicBezTo>
                  <a:cubicBezTo>
                    <a:pt x="933" y="449"/>
                    <a:pt x="933" y="449"/>
                    <a:pt x="933" y="449"/>
                  </a:cubicBezTo>
                  <a:cubicBezTo>
                    <a:pt x="932" y="452"/>
                    <a:pt x="932" y="452"/>
                    <a:pt x="932" y="452"/>
                  </a:cubicBezTo>
                  <a:cubicBezTo>
                    <a:pt x="924" y="467"/>
                    <a:pt x="913" y="478"/>
                    <a:pt x="899" y="488"/>
                  </a:cubicBezTo>
                  <a:cubicBezTo>
                    <a:pt x="886" y="496"/>
                    <a:pt x="868" y="501"/>
                    <a:pt x="848" y="501"/>
                  </a:cubicBezTo>
                  <a:cubicBezTo>
                    <a:pt x="828" y="501"/>
                    <a:pt x="811" y="497"/>
                    <a:pt x="796" y="489"/>
                  </a:cubicBezTo>
                  <a:cubicBezTo>
                    <a:pt x="782" y="480"/>
                    <a:pt x="770" y="469"/>
                    <a:pt x="761" y="455"/>
                  </a:cubicBezTo>
                  <a:cubicBezTo>
                    <a:pt x="754" y="443"/>
                    <a:pt x="748" y="429"/>
                    <a:pt x="746" y="414"/>
                  </a:cubicBezTo>
                  <a:cubicBezTo>
                    <a:pt x="1002" y="414"/>
                    <a:pt x="1002" y="414"/>
                    <a:pt x="1002" y="414"/>
                  </a:cubicBezTo>
                  <a:cubicBezTo>
                    <a:pt x="1002" y="390"/>
                    <a:pt x="1002" y="390"/>
                    <a:pt x="1002" y="390"/>
                  </a:cubicBezTo>
                  <a:cubicBezTo>
                    <a:pt x="1002" y="360"/>
                    <a:pt x="996" y="332"/>
                    <a:pt x="983" y="307"/>
                  </a:cubicBezTo>
                  <a:cubicBezTo>
                    <a:pt x="971" y="282"/>
                    <a:pt x="952" y="262"/>
                    <a:pt x="929" y="248"/>
                  </a:cubicBezTo>
                  <a:cubicBezTo>
                    <a:pt x="905" y="233"/>
                    <a:pt x="877" y="225"/>
                    <a:pt x="844" y="225"/>
                  </a:cubicBezTo>
                  <a:cubicBezTo>
                    <a:pt x="812" y="225"/>
                    <a:pt x="783" y="233"/>
                    <a:pt x="760" y="248"/>
                  </a:cubicBezTo>
                  <a:cubicBezTo>
                    <a:pt x="742" y="259"/>
                    <a:pt x="727" y="273"/>
                    <a:pt x="715" y="289"/>
                  </a:cubicBezTo>
                  <a:cubicBezTo>
                    <a:pt x="713" y="292"/>
                    <a:pt x="712" y="294"/>
                    <a:pt x="710" y="298"/>
                  </a:cubicBezTo>
                  <a:cubicBezTo>
                    <a:pt x="710" y="298"/>
                    <a:pt x="709" y="298"/>
                    <a:pt x="709" y="299"/>
                  </a:cubicBezTo>
                  <a:cubicBezTo>
                    <a:pt x="690" y="334"/>
                    <a:pt x="632" y="345"/>
                    <a:pt x="620" y="347"/>
                  </a:cubicBezTo>
                  <a:cubicBezTo>
                    <a:pt x="573" y="358"/>
                    <a:pt x="467" y="329"/>
                    <a:pt x="450" y="284"/>
                  </a:cubicBezTo>
                  <a:cubicBezTo>
                    <a:pt x="446" y="267"/>
                    <a:pt x="454" y="246"/>
                    <a:pt x="480" y="211"/>
                  </a:cubicBezTo>
                  <a:cubicBezTo>
                    <a:pt x="480" y="211"/>
                    <a:pt x="480" y="211"/>
                    <a:pt x="480" y="211"/>
                  </a:cubicBezTo>
                  <a:cubicBezTo>
                    <a:pt x="554" y="135"/>
                    <a:pt x="495" y="0"/>
                    <a:pt x="389" y="3"/>
                  </a:cubicBezTo>
                  <a:cubicBezTo>
                    <a:pt x="279" y="1"/>
                    <a:pt x="222" y="142"/>
                    <a:pt x="303" y="217"/>
                  </a:cubicBezTo>
                  <a:cubicBezTo>
                    <a:pt x="338" y="243"/>
                    <a:pt x="392" y="276"/>
                    <a:pt x="373" y="319"/>
                  </a:cubicBezTo>
                  <a:cubicBezTo>
                    <a:pt x="341" y="399"/>
                    <a:pt x="135" y="369"/>
                    <a:pt x="111" y="254"/>
                  </a:cubicBezTo>
                  <a:cubicBezTo>
                    <a:pt x="91" y="185"/>
                    <a:pt x="0" y="227"/>
                    <a:pt x="35" y="292"/>
                  </a:cubicBezTo>
                  <a:cubicBezTo>
                    <a:pt x="63" y="345"/>
                    <a:pt x="158" y="370"/>
                    <a:pt x="219" y="388"/>
                  </a:cubicBezTo>
                  <a:cubicBezTo>
                    <a:pt x="345" y="425"/>
                    <a:pt x="367" y="441"/>
                    <a:pt x="360" y="492"/>
                  </a:cubicBezTo>
                  <a:cubicBezTo>
                    <a:pt x="358" y="510"/>
                    <a:pt x="336" y="551"/>
                    <a:pt x="285" y="551"/>
                  </a:cubicBezTo>
                  <a:cubicBezTo>
                    <a:pt x="253" y="548"/>
                    <a:pt x="222" y="546"/>
                    <a:pt x="199" y="570"/>
                  </a:cubicBezTo>
                  <a:cubicBezTo>
                    <a:pt x="174" y="595"/>
                    <a:pt x="175" y="640"/>
                    <a:pt x="202" y="664"/>
                  </a:cubicBezTo>
                  <a:cubicBezTo>
                    <a:pt x="230" y="692"/>
                    <a:pt x="281" y="686"/>
                    <a:pt x="302" y="653"/>
                  </a:cubicBezTo>
                  <a:cubicBezTo>
                    <a:pt x="302" y="653"/>
                    <a:pt x="303" y="652"/>
                    <a:pt x="303" y="652"/>
                  </a:cubicBezTo>
                  <a:cubicBezTo>
                    <a:pt x="303" y="652"/>
                    <a:pt x="303" y="651"/>
                    <a:pt x="304" y="651"/>
                  </a:cubicBezTo>
                  <a:cubicBezTo>
                    <a:pt x="324" y="618"/>
                    <a:pt x="319" y="601"/>
                    <a:pt x="364" y="565"/>
                  </a:cubicBezTo>
                  <a:cubicBezTo>
                    <a:pt x="399" y="537"/>
                    <a:pt x="521" y="519"/>
                    <a:pt x="622" y="567"/>
                  </a:cubicBezTo>
                  <a:cubicBezTo>
                    <a:pt x="724" y="616"/>
                    <a:pt x="746" y="694"/>
                    <a:pt x="674" y="694"/>
                  </a:cubicBezTo>
                  <a:cubicBezTo>
                    <a:pt x="674" y="694"/>
                    <a:pt x="674" y="694"/>
                    <a:pt x="674" y="694"/>
                  </a:cubicBezTo>
                  <a:cubicBezTo>
                    <a:pt x="588" y="694"/>
                    <a:pt x="588" y="694"/>
                    <a:pt x="588" y="694"/>
                  </a:cubicBezTo>
                  <a:cubicBezTo>
                    <a:pt x="588" y="1051"/>
                    <a:pt x="588" y="1051"/>
                    <a:pt x="588" y="1051"/>
                  </a:cubicBezTo>
                  <a:cubicBezTo>
                    <a:pt x="638" y="1051"/>
                    <a:pt x="638" y="1051"/>
                    <a:pt x="638" y="1051"/>
                  </a:cubicBezTo>
                  <a:cubicBezTo>
                    <a:pt x="638" y="927"/>
                    <a:pt x="638" y="927"/>
                    <a:pt x="638" y="927"/>
                  </a:cubicBezTo>
                  <a:cubicBezTo>
                    <a:pt x="749" y="927"/>
                    <a:pt x="749" y="927"/>
                    <a:pt x="749" y="927"/>
                  </a:cubicBezTo>
                  <a:cubicBezTo>
                    <a:pt x="787" y="927"/>
                    <a:pt x="818" y="917"/>
                    <a:pt x="840" y="896"/>
                  </a:cubicBezTo>
                  <a:cubicBezTo>
                    <a:pt x="862" y="875"/>
                    <a:pt x="874" y="846"/>
                    <a:pt x="874" y="811"/>
                  </a:cubicBezTo>
                  <a:cubicBezTo>
                    <a:pt x="874" y="783"/>
                    <a:pt x="867" y="760"/>
                    <a:pt x="854" y="74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</p:grpSp>
    </p:spTree>
    <p:extLst>
      <p:ext uri="{BB962C8B-B14F-4D97-AF65-F5344CB8AC3E}">
        <p14:creationId xmlns:p14="http://schemas.microsoft.com/office/powerpoint/2010/main" val="26517491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uverture – 3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AF69D4DB-6BCB-4DFB-86C5-887E725D6764}"/>
              </a:ext>
            </a:extLst>
          </p:cNvPr>
          <p:cNvSpPr/>
          <p:nvPr userDrawn="1"/>
        </p:nvSpPr>
        <p:spPr>
          <a:xfrm>
            <a:off x="308467" y="308465"/>
            <a:ext cx="11575068" cy="62410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sz="1200" dirty="0"/>
          </a:p>
        </p:txBody>
      </p:sp>
      <p:sp>
        <p:nvSpPr>
          <p:cNvPr id="5" name="Titre 4">
            <a:extLst>
              <a:ext uri="{FF2B5EF4-FFF2-40B4-BE49-F238E27FC236}">
                <a16:creationId xmlns:a16="http://schemas.microsoft.com/office/drawing/2014/main" id="{3F6F4528-A9EF-49D0-93B4-D497012A78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2500" y="384174"/>
            <a:ext cx="5775326" cy="2613026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4800" cap="all" baseline="0">
                <a:solidFill>
                  <a:schemeClr val="accent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854BCC31-F60A-4A5D-8D9E-CEE82B8D288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32499" y="3381374"/>
            <a:ext cx="5391151" cy="984885"/>
          </a:xfrm>
        </p:spPr>
        <p:txBody>
          <a:bodyPr/>
          <a:lstStyle>
            <a:lvl1pPr>
              <a:defRPr sz="3100" b="0" u="none">
                <a:solidFill>
                  <a:schemeClr val="accent1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2" name="Espace réservé pour une image  10">
            <a:extLst>
              <a:ext uri="{FF2B5EF4-FFF2-40B4-BE49-F238E27FC236}">
                <a16:creationId xmlns:a16="http://schemas.microsoft.com/office/drawing/2014/main" id="{E41904BE-3ABF-4C86-AAA7-9B3159B62C6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08465" y="308466"/>
            <a:ext cx="5393835" cy="6241070"/>
          </a:xfrm>
          <a:solidFill>
            <a:schemeClr val="bg1"/>
          </a:solidFill>
          <a:ln w="152400" cap="sq">
            <a:noFill/>
            <a:miter lim="800000"/>
          </a:ln>
        </p:spPr>
        <p:txBody>
          <a:bodyPr lIns="360000" rIns="360000" bIns="1368000" anchor="ctr">
            <a:noAutofit/>
          </a:bodyPr>
          <a:lstStyle>
            <a:lvl1pPr algn="ctr">
              <a:defRPr sz="1000" b="0" u="none" cap="all" spc="100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fr-FR"/>
              <a:t>Cliquez sur l'icône pour ajouter une image</a:t>
            </a:r>
            <a:endParaRPr lang="fr-FR" dirty="0"/>
          </a:p>
        </p:txBody>
      </p:sp>
      <p:grpSp>
        <p:nvGrpSpPr>
          <p:cNvPr id="23" name="Groupe 22">
            <a:extLst>
              <a:ext uri="{FF2B5EF4-FFF2-40B4-BE49-F238E27FC236}">
                <a16:creationId xmlns:a16="http://schemas.microsoft.com/office/drawing/2014/main" id="{E55049CB-757A-4E8D-91B4-9D3EDE7CBD81}"/>
              </a:ext>
            </a:extLst>
          </p:cNvPr>
          <p:cNvGrpSpPr/>
          <p:nvPr userDrawn="1"/>
        </p:nvGrpSpPr>
        <p:grpSpPr>
          <a:xfrm>
            <a:off x="10128265" y="5377837"/>
            <a:ext cx="1482703" cy="929761"/>
            <a:chOff x="2647950" y="1270000"/>
            <a:chExt cx="6896100" cy="4324351"/>
          </a:xfrm>
          <a:solidFill>
            <a:schemeClr val="accent1"/>
          </a:solidFill>
        </p:grpSpPr>
        <p:sp>
          <p:nvSpPr>
            <p:cNvPr id="24" name="Freeform 5">
              <a:extLst>
                <a:ext uri="{FF2B5EF4-FFF2-40B4-BE49-F238E27FC236}">
                  <a16:creationId xmlns:a16="http://schemas.microsoft.com/office/drawing/2014/main" id="{7FB77966-515A-4B87-861B-3C68FBB45EF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026275" y="2463800"/>
              <a:ext cx="1190625" cy="1244600"/>
            </a:xfrm>
            <a:custGeom>
              <a:avLst/>
              <a:gdLst>
                <a:gd name="T0" fmla="*/ 249 w 316"/>
                <a:gd name="T1" fmla="*/ 221 h 330"/>
                <a:gd name="T2" fmla="*/ 215 w 316"/>
                <a:gd name="T3" fmla="*/ 261 h 330"/>
                <a:gd name="T4" fmla="*/ 160 w 316"/>
                <a:gd name="T5" fmla="*/ 276 h 330"/>
                <a:gd name="T6" fmla="*/ 105 w 316"/>
                <a:gd name="T7" fmla="*/ 261 h 330"/>
                <a:gd name="T8" fmla="*/ 70 w 316"/>
                <a:gd name="T9" fmla="*/ 221 h 330"/>
                <a:gd name="T10" fmla="*/ 57 w 316"/>
                <a:gd name="T11" fmla="*/ 165 h 330"/>
                <a:gd name="T12" fmla="*/ 70 w 316"/>
                <a:gd name="T13" fmla="*/ 109 h 330"/>
                <a:gd name="T14" fmla="*/ 105 w 316"/>
                <a:gd name="T15" fmla="*/ 69 h 330"/>
                <a:gd name="T16" fmla="*/ 160 w 316"/>
                <a:gd name="T17" fmla="*/ 54 h 330"/>
                <a:gd name="T18" fmla="*/ 215 w 316"/>
                <a:gd name="T19" fmla="*/ 69 h 330"/>
                <a:gd name="T20" fmla="*/ 249 w 316"/>
                <a:gd name="T21" fmla="*/ 109 h 330"/>
                <a:gd name="T22" fmla="*/ 261 w 316"/>
                <a:gd name="T23" fmla="*/ 165 h 330"/>
                <a:gd name="T24" fmla="*/ 249 w 316"/>
                <a:gd name="T25" fmla="*/ 221 h 330"/>
                <a:gd name="T26" fmla="*/ 258 w 316"/>
                <a:gd name="T27" fmla="*/ 44 h 330"/>
                <a:gd name="T28" fmla="*/ 223 w 316"/>
                <a:gd name="T29" fmla="*/ 16 h 330"/>
                <a:gd name="T30" fmla="*/ 154 w 316"/>
                <a:gd name="T31" fmla="*/ 0 h 330"/>
                <a:gd name="T32" fmla="*/ 73 w 316"/>
                <a:gd name="T33" fmla="*/ 23 h 330"/>
                <a:gd name="T34" fmla="*/ 19 w 316"/>
                <a:gd name="T35" fmla="*/ 82 h 330"/>
                <a:gd name="T36" fmla="*/ 0 w 316"/>
                <a:gd name="T37" fmla="*/ 165 h 330"/>
                <a:gd name="T38" fmla="*/ 19 w 316"/>
                <a:gd name="T39" fmla="*/ 248 h 330"/>
                <a:gd name="T40" fmla="*/ 73 w 316"/>
                <a:gd name="T41" fmla="*/ 307 h 330"/>
                <a:gd name="T42" fmla="*/ 154 w 316"/>
                <a:gd name="T43" fmla="*/ 330 h 330"/>
                <a:gd name="T44" fmla="*/ 223 w 316"/>
                <a:gd name="T45" fmla="*/ 314 h 330"/>
                <a:gd name="T46" fmla="*/ 258 w 316"/>
                <a:gd name="T47" fmla="*/ 286 h 330"/>
                <a:gd name="T48" fmla="*/ 258 w 316"/>
                <a:gd name="T49" fmla="*/ 325 h 330"/>
                <a:gd name="T50" fmla="*/ 316 w 316"/>
                <a:gd name="T51" fmla="*/ 325 h 330"/>
                <a:gd name="T52" fmla="*/ 316 w 316"/>
                <a:gd name="T53" fmla="*/ 5 h 330"/>
                <a:gd name="T54" fmla="*/ 258 w 316"/>
                <a:gd name="T55" fmla="*/ 5 h 330"/>
                <a:gd name="T56" fmla="*/ 258 w 316"/>
                <a:gd name="T57" fmla="*/ 44 h 3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316" h="330">
                  <a:moveTo>
                    <a:pt x="249" y="221"/>
                  </a:moveTo>
                  <a:cubicBezTo>
                    <a:pt x="241" y="237"/>
                    <a:pt x="230" y="251"/>
                    <a:pt x="215" y="261"/>
                  </a:cubicBezTo>
                  <a:cubicBezTo>
                    <a:pt x="201" y="271"/>
                    <a:pt x="182" y="276"/>
                    <a:pt x="160" y="276"/>
                  </a:cubicBezTo>
                  <a:cubicBezTo>
                    <a:pt x="139" y="276"/>
                    <a:pt x="120" y="271"/>
                    <a:pt x="105" y="261"/>
                  </a:cubicBezTo>
                  <a:cubicBezTo>
                    <a:pt x="90" y="251"/>
                    <a:pt x="78" y="237"/>
                    <a:pt x="70" y="221"/>
                  </a:cubicBezTo>
                  <a:cubicBezTo>
                    <a:pt x="62" y="204"/>
                    <a:pt x="57" y="185"/>
                    <a:pt x="57" y="165"/>
                  </a:cubicBezTo>
                  <a:cubicBezTo>
                    <a:pt x="57" y="145"/>
                    <a:pt x="61" y="126"/>
                    <a:pt x="70" y="109"/>
                  </a:cubicBezTo>
                  <a:cubicBezTo>
                    <a:pt x="78" y="93"/>
                    <a:pt x="90" y="79"/>
                    <a:pt x="105" y="69"/>
                  </a:cubicBezTo>
                  <a:cubicBezTo>
                    <a:pt x="121" y="59"/>
                    <a:pt x="139" y="54"/>
                    <a:pt x="160" y="54"/>
                  </a:cubicBezTo>
                  <a:cubicBezTo>
                    <a:pt x="182" y="54"/>
                    <a:pt x="201" y="59"/>
                    <a:pt x="215" y="69"/>
                  </a:cubicBezTo>
                  <a:cubicBezTo>
                    <a:pt x="230" y="79"/>
                    <a:pt x="241" y="92"/>
                    <a:pt x="249" y="109"/>
                  </a:cubicBezTo>
                  <a:cubicBezTo>
                    <a:pt x="257" y="126"/>
                    <a:pt x="261" y="145"/>
                    <a:pt x="261" y="165"/>
                  </a:cubicBezTo>
                  <a:cubicBezTo>
                    <a:pt x="261" y="185"/>
                    <a:pt x="257" y="204"/>
                    <a:pt x="249" y="221"/>
                  </a:cubicBezTo>
                  <a:moveTo>
                    <a:pt x="258" y="44"/>
                  </a:moveTo>
                  <a:cubicBezTo>
                    <a:pt x="248" y="33"/>
                    <a:pt x="236" y="23"/>
                    <a:pt x="223" y="16"/>
                  </a:cubicBezTo>
                  <a:cubicBezTo>
                    <a:pt x="204" y="6"/>
                    <a:pt x="181" y="0"/>
                    <a:pt x="154" y="0"/>
                  </a:cubicBezTo>
                  <a:cubicBezTo>
                    <a:pt x="123" y="0"/>
                    <a:pt x="96" y="8"/>
                    <a:pt x="73" y="23"/>
                  </a:cubicBezTo>
                  <a:cubicBezTo>
                    <a:pt x="50" y="37"/>
                    <a:pt x="31" y="57"/>
                    <a:pt x="19" y="82"/>
                  </a:cubicBezTo>
                  <a:cubicBezTo>
                    <a:pt x="6" y="107"/>
                    <a:pt x="0" y="135"/>
                    <a:pt x="0" y="165"/>
                  </a:cubicBezTo>
                  <a:cubicBezTo>
                    <a:pt x="0" y="195"/>
                    <a:pt x="6" y="223"/>
                    <a:pt x="19" y="248"/>
                  </a:cubicBezTo>
                  <a:cubicBezTo>
                    <a:pt x="31" y="273"/>
                    <a:pt x="50" y="293"/>
                    <a:pt x="73" y="307"/>
                  </a:cubicBezTo>
                  <a:cubicBezTo>
                    <a:pt x="96" y="322"/>
                    <a:pt x="123" y="330"/>
                    <a:pt x="154" y="330"/>
                  </a:cubicBezTo>
                  <a:cubicBezTo>
                    <a:pt x="181" y="330"/>
                    <a:pt x="204" y="324"/>
                    <a:pt x="223" y="314"/>
                  </a:cubicBezTo>
                  <a:cubicBezTo>
                    <a:pt x="236" y="307"/>
                    <a:pt x="248" y="297"/>
                    <a:pt x="258" y="286"/>
                  </a:cubicBezTo>
                  <a:cubicBezTo>
                    <a:pt x="258" y="325"/>
                    <a:pt x="258" y="325"/>
                    <a:pt x="258" y="325"/>
                  </a:cubicBezTo>
                  <a:cubicBezTo>
                    <a:pt x="316" y="325"/>
                    <a:pt x="316" y="325"/>
                    <a:pt x="316" y="325"/>
                  </a:cubicBezTo>
                  <a:cubicBezTo>
                    <a:pt x="316" y="5"/>
                    <a:pt x="316" y="5"/>
                    <a:pt x="316" y="5"/>
                  </a:cubicBezTo>
                  <a:cubicBezTo>
                    <a:pt x="258" y="5"/>
                    <a:pt x="258" y="5"/>
                    <a:pt x="258" y="5"/>
                  </a:cubicBezTo>
                  <a:lnTo>
                    <a:pt x="258" y="4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5" name="Freeform 6">
              <a:extLst>
                <a:ext uri="{FF2B5EF4-FFF2-40B4-BE49-F238E27FC236}">
                  <a16:creationId xmlns:a16="http://schemas.microsoft.com/office/drawing/2014/main" id="{B58EBAC0-58D1-4CA5-84A7-F5269416F6C4}"/>
                </a:ext>
              </a:extLst>
            </p:cNvPr>
            <p:cNvSpPr>
              <a:spLocks/>
            </p:cNvSpPr>
            <p:nvPr/>
          </p:nvSpPr>
          <p:spPr bwMode="auto">
            <a:xfrm>
              <a:off x="8466138" y="2481263"/>
              <a:ext cx="1066800" cy="1227138"/>
            </a:xfrm>
            <a:custGeom>
              <a:avLst/>
              <a:gdLst>
                <a:gd name="T0" fmla="*/ 128 w 283"/>
                <a:gd name="T1" fmla="*/ 325 h 325"/>
                <a:gd name="T2" fmla="*/ 193 w 283"/>
                <a:gd name="T3" fmla="*/ 308 h 325"/>
                <a:gd name="T4" fmla="*/ 225 w 283"/>
                <a:gd name="T5" fmla="*/ 282 h 325"/>
                <a:gd name="T6" fmla="*/ 225 w 283"/>
                <a:gd name="T7" fmla="*/ 320 h 325"/>
                <a:gd name="T8" fmla="*/ 283 w 283"/>
                <a:gd name="T9" fmla="*/ 320 h 325"/>
                <a:gd name="T10" fmla="*/ 283 w 283"/>
                <a:gd name="T11" fmla="*/ 0 h 325"/>
                <a:gd name="T12" fmla="*/ 225 w 283"/>
                <a:gd name="T13" fmla="*/ 0 h 325"/>
                <a:gd name="T14" fmla="*/ 225 w 283"/>
                <a:gd name="T15" fmla="*/ 183 h 325"/>
                <a:gd name="T16" fmla="*/ 213 w 283"/>
                <a:gd name="T17" fmla="*/ 229 h 325"/>
                <a:gd name="T18" fmla="*/ 181 w 283"/>
                <a:gd name="T19" fmla="*/ 260 h 325"/>
                <a:gd name="T20" fmla="*/ 138 w 283"/>
                <a:gd name="T21" fmla="*/ 271 h 325"/>
                <a:gd name="T22" fmla="*/ 80 w 283"/>
                <a:gd name="T23" fmla="*/ 247 h 325"/>
                <a:gd name="T24" fmla="*/ 57 w 283"/>
                <a:gd name="T25" fmla="*/ 184 h 325"/>
                <a:gd name="T26" fmla="*/ 57 w 283"/>
                <a:gd name="T27" fmla="*/ 0 h 325"/>
                <a:gd name="T28" fmla="*/ 0 w 283"/>
                <a:gd name="T29" fmla="*/ 0 h 325"/>
                <a:gd name="T30" fmla="*/ 0 w 283"/>
                <a:gd name="T31" fmla="*/ 185 h 325"/>
                <a:gd name="T32" fmla="*/ 18 w 283"/>
                <a:gd name="T33" fmla="*/ 262 h 325"/>
                <a:gd name="T34" fmla="*/ 66 w 283"/>
                <a:gd name="T35" fmla="*/ 309 h 325"/>
                <a:gd name="T36" fmla="*/ 128 w 283"/>
                <a:gd name="T37" fmla="*/ 325 h 3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83" h="325">
                  <a:moveTo>
                    <a:pt x="128" y="325"/>
                  </a:moveTo>
                  <a:cubicBezTo>
                    <a:pt x="154" y="325"/>
                    <a:pt x="176" y="319"/>
                    <a:pt x="193" y="308"/>
                  </a:cubicBezTo>
                  <a:cubicBezTo>
                    <a:pt x="205" y="301"/>
                    <a:pt x="215" y="292"/>
                    <a:pt x="225" y="282"/>
                  </a:cubicBezTo>
                  <a:cubicBezTo>
                    <a:pt x="225" y="320"/>
                    <a:pt x="225" y="320"/>
                    <a:pt x="225" y="320"/>
                  </a:cubicBezTo>
                  <a:cubicBezTo>
                    <a:pt x="283" y="320"/>
                    <a:pt x="283" y="320"/>
                    <a:pt x="283" y="320"/>
                  </a:cubicBezTo>
                  <a:cubicBezTo>
                    <a:pt x="283" y="0"/>
                    <a:pt x="283" y="0"/>
                    <a:pt x="283" y="0"/>
                  </a:cubicBezTo>
                  <a:cubicBezTo>
                    <a:pt x="225" y="0"/>
                    <a:pt x="225" y="0"/>
                    <a:pt x="225" y="0"/>
                  </a:cubicBezTo>
                  <a:cubicBezTo>
                    <a:pt x="225" y="183"/>
                    <a:pt x="225" y="183"/>
                    <a:pt x="225" y="183"/>
                  </a:cubicBezTo>
                  <a:cubicBezTo>
                    <a:pt x="225" y="201"/>
                    <a:pt x="221" y="216"/>
                    <a:pt x="213" y="229"/>
                  </a:cubicBezTo>
                  <a:cubicBezTo>
                    <a:pt x="205" y="242"/>
                    <a:pt x="195" y="252"/>
                    <a:pt x="181" y="260"/>
                  </a:cubicBezTo>
                  <a:cubicBezTo>
                    <a:pt x="169" y="267"/>
                    <a:pt x="154" y="271"/>
                    <a:pt x="138" y="271"/>
                  </a:cubicBezTo>
                  <a:cubicBezTo>
                    <a:pt x="114" y="271"/>
                    <a:pt x="95" y="263"/>
                    <a:pt x="80" y="247"/>
                  </a:cubicBezTo>
                  <a:cubicBezTo>
                    <a:pt x="65" y="232"/>
                    <a:pt x="57" y="210"/>
                    <a:pt x="57" y="184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85"/>
                    <a:pt x="0" y="185"/>
                    <a:pt x="0" y="185"/>
                  </a:cubicBezTo>
                  <a:cubicBezTo>
                    <a:pt x="0" y="215"/>
                    <a:pt x="6" y="241"/>
                    <a:pt x="18" y="262"/>
                  </a:cubicBezTo>
                  <a:cubicBezTo>
                    <a:pt x="30" y="282"/>
                    <a:pt x="46" y="298"/>
                    <a:pt x="66" y="309"/>
                  </a:cubicBezTo>
                  <a:cubicBezTo>
                    <a:pt x="86" y="319"/>
                    <a:pt x="107" y="325"/>
                    <a:pt x="128" y="325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6" name="Freeform 7">
              <a:extLst>
                <a:ext uri="{FF2B5EF4-FFF2-40B4-BE49-F238E27FC236}">
                  <a16:creationId xmlns:a16="http://schemas.microsoft.com/office/drawing/2014/main" id="{5357B7EA-AE0E-4518-BABD-F48BD05273F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47950" y="4157663"/>
              <a:ext cx="1017588" cy="1436688"/>
            </a:xfrm>
            <a:custGeom>
              <a:avLst/>
              <a:gdLst>
                <a:gd name="T0" fmla="*/ 213 w 270"/>
                <a:gd name="T1" fmla="*/ 288 h 381"/>
                <a:gd name="T2" fmla="*/ 184 w 270"/>
                <a:gd name="T3" fmla="*/ 323 h 381"/>
                <a:gd name="T4" fmla="*/ 137 w 270"/>
                <a:gd name="T5" fmla="*/ 335 h 381"/>
                <a:gd name="T6" fmla="*/ 90 w 270"/>
                <a:gd name="T7" fmla="*/ 323 h 381"/>
                <a:gd name="T8" fmla="*/ 60 w 270"/>
                <a:gd name="T9" fmla="*/ 288 h 381"/>
                <a:gd name="T10" fmla="*/ 49 w 270"/>
                <a:gd name="T11" fmla="*/ 241 h 381"/>
                <a:gd name="T12" fmla="*/ 60 w 270"/>
                <a:gd name="T13" fmla="*/ 193 h 381"/>
                <a:gd name="T14" fmla="*/ 90 w 270"/>
                <a:gd name="T15" fmla="*/ 159 h 381"/>
                <a:gd name="T16" fmla="*/ 137 w 270"/>
                <a:gd name="T17" fmla="*/ 146 h 381"/>
                <a:gd name="T18" fmla="*/ 184 w 270"/>
                <a:gd name="T19" fmla="*/ 159 h 381"/>
                <a:gd name="T20" fmla="*/ 213 w 270"/>
                <a:gd name="T21" fmla="*/ 193 h 381"/>
                <a:gd name="T22" fmla="*/ 223 w 270"/>
                <a:gd name="T23" fmla="*/ 241 h 381"/>
                <a:gd name="T24" fmla="*/ 213 w 270"/>
                <a:gd name="T25" fmla="*/ 288 h 381"/>
                <a:gd name="T26" fmla="*/ 221 w 270"/>
                <a:gd name="T27" fmla="*/ 138 h 381"/>
                <a:gd name="T28" fmla="*/ 190 w 270"/>
                <a:gd name="T29" fmla="*/ 114 h 381"/>
                <a:gd name="T30" fmla="*/ 132 w 270"/>
                <a:gd name="T31" fmla="*/ 101 h 381"/>
                <a:gd name="T32" fmla="*/ 62 w 270"/>
                <a:gd name="T33" fmla="*/ 120 h 381"/>
                <a:gd name="T34" fmla="*/ 16 w 270"/>
                <a:gd name="T35" fmla="*/ 170 h 381"/>
                <a:gd name="T36" fmla="*/ 0 w 270"/>
                <a:gd name="T37" fmla="*/ 241 h 381"/>
                <a:gd name="T38" fmla="*/ 16 w 270"/>
                <a:gd name="T39" fmla="*/ 311 h 381"/>
                <a:gd name="T40" fmla="*/ 62 w 270"/>
                <a:gd name="T41" fmla="*/ 362 h 381"/>
                <a:gd name="T42" fmla="*/ 132 w 270"/>
                <a:gd name="T43" fmla="*/ 381 h 381"/>
                <a:gd name="T44" fmla="*/ 190 w 270"/>
                <a:gd name="T45" fmla="*/ 368 h 381"/>
                <a:gd name="T46" fmla="*/ 221 w 270"/>
                <a:gd name="T47" fmla="*/ 344 h 381"/>
                <a:gd name="T48" fmla="*/ 221 w 270"/>
                <a:gd name="T49" fmla="*/ 377 h 381"/>
                <a:gd name="T50" fmla="*/ 270 w 270"/>
                <a:gd name="T51" fmla="*/ 377 h 381"/>
                <a:gd name="T52" fmla="*/ 270 w 270"/>
                <a:gd name="T53" fmla="*/ 0 h 381"/>
                <a:gd name="T54" fmla="*/ 221 w 270"/>
                <a:gd name="T55" fmla="*/ 0 h 381"/>
                <a:gd name="T56" fmla="*/ 221 w 270"/>
                <a:gd name="T57" fmla="*/ 138 h 3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70" h="381">
                  <a:moveTo>
                    <a:pt x="213" y="288"/>
                  </a:moveTo>
                  <a:cubicBezTo>
                    <a:pt x="206" y="303"/>
                    <a:pt x="196" y="314"/>
                    <a:pt x="184" y="323"/>
                  </a:cubicBezTo>
                  <a:cubicBezTo>
                    <a:pt x="171" y="331"/>
                    <a:pt x="156" y="335"/>
                    <a:pt x="137" y="335"/>
                  </a:cubicBezTo>
                  <a:cubicBezTo>
                    <a:pt x="119" y="335"/>
                    <a:pt x="103" y="331"/>
                    <a:pt x="90" y="323"/>
                  </a:cubicBezTo>
                  <a:cubicBezTo>
                    <a:pt x="77" y="314"/>
                    <a:pt x="67" y="303"/>
                    <a:pt x="60" y="288"/>
                  </a:cubicBezTo>
                  <a:cubicBezTo>
                    <a:pt x="53" y="274"/>
                    <a:pt x="49" y="258"/>
                    <a:pt x="49" y="241"/>
                  </a:cubicBezTo>
                  <a:cubicBezTo>
                    <a:pt x="49" y="224"/>
                    <a:pt x="53" y="208"/>
                    <a:pt x="60" y="193"/>
                  </a:cubicBezTo>
                  <a:cubicBezTo>
                    <a:pt x="67" y="179"/>
                    <a:pt x="77" y="168"/>
                    <a:pt x="90" y="159"/>
                  </a:cubicBezTo>
                  <a:cubicBezTo>
                    <a:pt x="103" y="151"/>
                    <a:pt x="119" y="146"/>
                    <a:pt x="137" y="146"/>
                  </a:cubicBezTo>
                  <a:cubicBezTo>
                    <a:pt x="156" y="146"/>
                    <a:pt x="171" y="151"/>
                    <a:pt x="184" y="159"/>
                  </a:cubicBezTo>
                  <a:cubicBezTo>
                    <a:pt x="196" y="168"/>
                    <a:pt x="206" y="179"/>
                    <a:pt x="213" y="193"/>
                  </a:cubicBezTo>
                  <a:cubicBezTo>
                    <a:pt x="219" y="208"/>
                    <a:pt x="223" y="224"/>
                    <a:pt x="223" y="241"/>
                  </a:cubicBezTo>
                  <a:cubicBezTo>
                    <a:pt x="223" y="258"/>
                    <a:pt x="219" y="274"/>
                    <a:pt x="213" y="288"/>
                  </a:cubicBezTo>
                  <a:moveTo>
                    <a:pt x="221" y="138"/>
                  </a:moveTo>
                  <a:cubicBezTo>
                    <a:pt x="212" y="128"/>
                    <a:pt x="202" y="120"/>
                    <a:pt x="190" y="114"/>
                  </a:cubicBezTo>
                  <a:cubicBezTo>
                    <a:pt x="174" y="105"/>
                    <a:pt x="154" y="101"/>
                    <a:pt x="132" y="101"/>
                  </a:cubicBezTo>
                  <a:cubicBezTo>
                    <a:pt x="106" y="101"/>
                    <a:pt x="82" y="107"/>
                    <a:pt x="62" y="120"/>
                  </a:cubicBezTo>
                  <a:cubicBezTo>
                    <a:pt x="43" y="132"/>
                    <a:pt x="27" y="149"/>
                    <a:pt x="16" y="170"/>
                  </a:cubicBezTo>
                  <a:cubicBezTo>
                    <a:pt x="6" y="191"/>
                    <a:pt x="0" y="215"/>
                    <a:pt x="0" y="241"/>
                  </a:cubicBezTo>
                  <a:cubicBezTo>
                    <a:pt x="0" y="266"/>
                    <a:pt x="6" y="290"/>
                    <a:pt x="16" y="311"/>
                  </a:cubicBezTo>
                  <a:cubicBezTo>
                    <a:pt x="27" y="333"/>
                    <a:pt x="43" y="350"/>
                    <a:pt x="62" y="362"/>
                  </a:cubicBezTo>
                  <a:cubicBezTo>
                    <a:pt x="82" y="375"/>
                    <a:pt x="106" y="381"/>
                    <a:pt x="132" y="381"/>
                  </a:cubicBezTo>
                  <a:cubicBezTo>
                    <a:pt x="154" y="381"/>
                    <a:pt x="174" y="377"/>
                    <a:pt x="190" y="368"/>
                  </a:cubicBezTo>
                  <a:cubicBezTo>
                    <a:pt x="202" y="361"/>
                    <a:pt x="212" y="354"/>
                    <a:pt x="221" y="344"/>
                  </a:cubicBezTo>
                  <a:cubicBezTo>
                    <a:pt x="221" y="377"/>
                    <a:pt x="221" y="377"/>
                    <a:pt x="221" y="377"/>
                  </a:cubicBezTo>
                  <a:cubicBezTo>
                    <a:pt x="270" y="377"/>
                    <a:pt x="270" y="377"/>
                    <a:pt x="270" y="377"/>
                  </a:cubicBezTo>
                  <a:cubicBezTo>
                    <a:pt x="270" y="0"/>
                    <a:pt x="270" y="0"/>
                    <a:pt x="270" y="0"/>
                  </a:cubicBezTo>
                  <a:cubicBezTo>
                    <a:pt x="221" y="0"/>
                    <a:pt x="221" y="0"/>
                    <a:pt x="221" y="0"/>
                  </a:cubicBezTo>
                  <a:lnTo>
                    <a:pt x="221" y="13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7" name="Freeform 8">
              <a:extLst>
                <a:ext uri="{FF2B5EF4-FFF2-40B4-BE49-F238E27FC236}">
                  <a16:creationId xmlns:a16="http://schemas.microsoft.com/office/drawing/2014/main" id="{0081FF31-D280-4D39-93F4-D8F5D51115E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81425" y="4538663"/>
              <a:ext cx="1017588" cy="1055688"/>
            </a:xfrm>
            <a:custGeom>
              <a:avLst/>
              <a:gdLst>
                <a:gd name="T0" fmla="*/ 52 w 270"/>
                <a:gd name="T1" fmla="*/ 114 h 280"/>
                <a:gd name="T2" fmla="*/ 78 w 270"/>
                <a:gd name="T3" fmla="*/ 66 h 280"/>
                <a:gd name="T4" fmla="*/ 135 w 270"/>
                <a:gd name="T5" fmla="*/ 45 h 280"/>
                <a:gd name="T6" fmla="*/ 192 w 270"/>
                <a:gd name="T7" fmla="*/ 66 h 280"/>
                <a:gd name="T8" fmla="*/ 218 w 270"/>
                <a:gd name="T9" fmla="*/ 114 h 280"/>
                <a:gd name="T10" fmla="*/ 52 w 270"/>
                <a:gd name="T11" fmla="*/ 114 h 280"/>
                <a:gd name="T12" fmla="*/ 207 w 270"/>
                <a:gd name="T13" fmla="*/ 19 h 280"/>
                <a:gd name="T14" fmla="*/ 135 w 270"/>
                <a:gd name="T15" fmla="*/ 0 h 280"/>
                <a:gd name="T16" fmla="*/ 63 w 270"/>
                <a:gd name="T17" fmla="*/ 19 h 280"/>
                <a:gd name="T18" fmla="*/ 17 w 270"/>
                <a:gd name="T19" fmla="*/ 69 h 280"/>
                <a:gd name="T20" fmla="*/ 0 w 270"/>
                <a:gd name="T21" fmla="*/ 140 h 280"/>
                <a:gd name="T22" fmla="*/ 17 w 270"/>
                <a:gd name="T23" fmla="*/ 210 h 280"/>
                <a:gd name="T24" fmla="*/ 66 w 270"/>
                <a:gd name="T25" fmla="*/ 261 h 280"/>
                <a:gd name="T26" fmla="*/ 138 w 270"/>
                <a:gd name="T27" fmla="*/ 280 h 280"/>
                <a:gd name="T28" fmla="*/ 217 w 270"/>
                <a:gd name="T29" fmla="*/ 257 h 280"/>
                <a:gd name="T30" fmla="*/ 262 w 270"/>
                <a:gd name="T31" fmla="*/ 197 h 280"/>
                <a:gd name="T32" fmla="*/ 265 w 270"/>
                <a:gd name="T33" fmla="*/ 190 h 280"/>
                <a:gd name="T34" fmla="*/ 211 w 270"/>
                <a:gd name="T35" fmla="*/ 190 h 280"/>
                <a:gd name="T36" fmla="*/ 210 w 270"/>
                <a:gd name="T37" fmla="*/ 193 h 280"/>
                <a:gd name="T38" fmla="*/ 182 w 270"/>
                <a:gd name="T39" fmla="*/ 223 h 280"/>
                <a:gd name="T40" fmla="*/ 138 w 270"/>
                <a:gd name="T41" fmla="*/ 234 h 280"/>
                <a:gd name="T42" fmla="*/ 95 w 270"/>
                <a:gd name="T43" fmla="*/ 224 h 280"/>
                <a:gd name="T44" fmla="*/ 65 w 270"/>
                <a:gd name="T45" fmla="*/ 195 h 280"/>
                <a:gd name="T46" fmla="*/ 52 w 270"/>
                <a:gd name="T47" fmla="*/ 161 h 280"/>
                <a:gd name="T48" fmla="*/ 270 w 270"/>
                <a:gd name="T49" fmla="*/ 161 h 280"/>
                <a:gd name="T50" fmla="*/ 270 w 270"/>
                <a:gd name="T51" fmla="*/ 140 h 280"/>
                <a:gd name="T52" fmla="*/ 254 w 270"/>
                <a:gd name="T53" fmla="*/ 69 h 280"/>
                <a:gd name="T54" fmla="*/ 207 w 270"/>
                <a:gd name="T55" fmla="*/ 19 h 2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270" h="280">
                  <a:moveTo>
                    <a:pt x="52" y="114"/>
                  </a:moveTo>
                  <a:cubicBezTo>
                    <a:pt x="56" y="95"/>
                    <a:pt x="65" y="79"/>
                    <a:pt x="78" y="66"/>
                  </a:cubicBezTo>
                  <a:cubicBezTo>
                    <a:pt x="92" y="52"/>
                    <a:pt x="112" y="45"/>
                    <a:pt x="135" y="45"/>
                  </a:cubicBezTo>
                  <a:cubicBezTo>
                    <a:pt x="159" y="45"/>
                    <a:pt x="178" y="52"/>
                    <a:pt x="192" y="66"/>
                  </a:cubicBezTo>
                  <a:cubicBezTo>
                    <a:pt x="206" y="79"/>
                    <a:pt x="214" y="95"/>
                    <a:pt x="218" y="114"/>
                  </a:cubicBezTo>
                  <a:lnTo>
                    <a:pt x="52" y="114"/>
                  </a:lnTo>
                  <a:close/>
                  <a:moveTo>
                    <a:pt x="207" y="19"/>
                  </a:moveTo>
                  <a:cubicBezTo>
                    <a:pt x="187" y="6"/>
                    <a:pt x="163" y="0"/>
                    <a:pt x="135" y="0"/>
                  </a:cubicBezTo>
                  <a:cubicBezTo>
                    <a:pt x="108" y="0"/>
                    <a:pt x="84" y="6"/>
                    <a:pt x="63" y="19"/>
                  </a:cubicBezTo>
                  <a:cubicBezTo>
                    <a:pt x="43" y="31"/>
                    <a:pt x="27" y="48"/>
                    <a:pt x="17" y="69"/>
                  </a:cubicBezTo>
                  <a:cubicBezTo>
                    <a:pt x="6" y="90"/>
                    <a:pt x="0" y="114"/>
                    <a:pt x="0" y="140"/>
                  </a:cubicBezTo>
                  <a:cubicBezTo>
                    <a:pt x="0" y="165"/>
                    <a:pt x="6" y="189"/>
                    <a:pt x="17" y="210"/>
                  </a:cubicBezTo>
                  <a:cubicBezTo>
                    <a:pt x="29" y="232"/>
                    <a:pt x="45" y="249"/>
                    <a:pt x="66" y="261"/>
                  </a:cubicBezTo>
                  <a:cubicBezTo>
                    <a:pt x="86" y="274"/>
                    <a:pt x="110" y="280"/>
                    <a:pt x="138" y="280"/>
                  </a:cubicBezTo>
                  <a:cubicBezTo>
                    <a:pt x="170" y="280"/>
                    <a:pt x="197" y="272"/>
                    <a:pt x="217" y="257"/>
                  </a:cubicBezTo>
                  <a:cubicBezTo>
                    <a:pt x="237" y="241"/>
                    <a:pt x="253" y="221"/>
                    <a:pt x="262" y="197"/>
                  </a:cubicBezTo>
                  <a:cubicBezTo>
                    <a:pt x="265" y="190"/>
                    <a:pt x="265" y="190"/>
                    <a:pt x="265" y="190"/>
                  </a:cubicBezTo>
                  <a:cubicBezTo>
                    <a:pt x="211" y="190"/>
                    <a:pt x="211" y="190"/>
                    <a:pt x="211" y="190"/>
                  </a:cubicBezTo>
                  <a:cubicBezTo>
                    <a:pt x="210" y="193"/>
                    <a:pt x="210" y="193"/>
                    <a:pt x="210" y="193"/>
                  </a:cubicBezTo>
                  <a:cubicBezTo>
                    <a:pt x="203" y="205"/>
                    <a:pt x="194" y="215"/>
                    <a:pt x="182" y="223"/>
                  </a:cubicBezTo>
                  <a:cubicBezTo>
                    <a:pt x="171" y="231"/>
                    <a:pt x="156" y="234"/>
                    <a:pt x="138" y="234"/>
                  </a:cubicBezTo>
                  <a:cubicBezTo>
                    <a:pt x="122" y="234"/>
                    <a:pt x="107" y="231"/>
                    <a:pt x="95" y="224"/>
                  </a:cubicBezTo>
                  <a:cubicBezTo>
                    <a:pt x="82" y="217"/>
                    <a:pt x="72" y="207"/>
                    <a:pt x="65" y="195"/>
                  </a:cubicBezTo>
                  <a:cubicBezTo>
                    <a:pt x="58" y="185"/>
                    <a:pt x="54" y="173"/>
                    <a:pt x="52" y="161"/>
                  </a:cubicBezTo>
                  <a:cubicBezTo>
                    <a:pt x="270" y="161"/>
                    <a:pt x="270" y="161"/>
                    <a:pt x="270" y="161"/>
                  </a:cubicBezTo>
                  <a:cubicBezTo>
                    <a:pt x="270" y="140"/>
                    <a:pt x="270" y="140"/>
                    <a:pt x="270" y="140"/>
                  </a:cubicBezTo>
                  <a:cubicBezTo>
                    <a:pt x="270" y="114"/>
                    <a:pt x="265" y="90"/>
                    <a:pt x="254" y="69"/>
                  </a:cubicBezTo>
                  <a:cubicBezTo>
                    <a:pt x="243" y="48"/>
                    <a:pt x="227" y="31"/>
                    <a:pt x="207" y="1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8" name="Freeform 9">
              <a:extLst>
                <a:ext uri="{FF2B5EF4-FFF2-40B4-BE49-F238E27FC236}">
                  <a16:creationId xmlns:a16="http://schemas.microsoft.com/office/drawing/2014/main" id="{15ADFD9A-74FD-4B39-AB40-A257DC96035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424613" y="4538663"/>
              <a:ext cx="1016000" cy="1055688"/>
            </a:xfrm>
            <a:custGeom>
              <a:avLst/>
              <a:gdLst>
                <a:gd name="T0" fmla="*/ 213 w 270"/>
                <a:gd name="T1" fmla="*/ 187 h 280"/>
                <a:gd name="T2" fmla="*/ 184 w 270"/>
                <a:gd name="T3" fmla="*/ 222 h 280"/>
                <a:gd name="T4" fmla="*/ 137 w 270"/>
                <a:gd name="T5" fmla="*/ 234 h 280"/>
                <a:gd name="T6" fmla="*/ 90 w 270"/>
                <a:gd name="T7" fmla="*/ 222 h 280"/>
                <a:gd name="T8" fmla="*/ 60 w 270"/>
                <a:gd name="T9" fmla="*/ 187 h 280"/>
                <a:gd name="T10" fmla="*/ 49 w 270"/>
                <a:gd name="T11" fmla="*/ 140 h 280"/>
                <a:gd name="T12" fmla="*/ 60 w 270"/>
                <a:gd name="T13" fmla="*/ 92 h 280"/>
                <a:gd name="T14" fmla="*/ 90 w 270"/>
                <a:gd name="T15" fmla="*/ 58 h 280"/>
                <a:gd name="T16" fmla="*/ 137 w 270"/>
                <a:gd name="T17" fmla="*/ 45 h 280"/>
                <a:gd name="T18" fmla="*/ 184 w 270"/>
                <a:gd name="T19" fmla="*/ 58 h 280"/>
                <a:gd name="T20" fmla="*/ 213 w 270"/>
                <a:gd name="T21" fmla="*/ 92 h 280"/>
                <a:gd name="T22" fmla="*/ 223 w 270"/>
                <a:gd name="T23" fmla="*/ 140 h 280"/>
                <a:gd name="T24" fmla="*/ 213 w 270"/>
                <a:gd name="T25" fmla="*/ 187 h 280"/>
                <a:gd name="T26" fmla="*/ 221 w 270"/>
                <a:gd name="T27" fmla="*/ 37 h 280"/>
                <a:gd name="T28" fmla="*/ 190 w 270"/>
                <a:gd name="T29" fmla="*/ 13 h 280"/>
                <a:gd name="T30" fmla="*/ 132 w 270"/>
                <a:gd name="T31" fmla="*/ 0 h 280"/>
                <a:gd name="T32" fmla="*/ 62 w 270"/>
                <a:gd name="T33" fmla="*/ 19 h 280"/>
                <a:gd name="T34" fmla="*/ 16 w 270"/>
                <a:gd name="T35" fmla="*/ 69 h 280"/>
                <a:gd name="T36" fmla="*/ 0 w 270"/>
                <a:gd name="T37" fmla="*/ 140 h 280"/>
                <a:gd name="T38" fmla="*/ 16 w 270"/>
                <a:gd name="T39" fmla="*/ 210 h 280"/>
                <a:gd name="T40" fmla="*/ 62 w 270"/>
                <a:gd name="T41" fmla="*/ 261 h 280"/>
                <a:gd name="T42" fmla="*/ 132 w 270"/>
                <a:gd name="T43" fmla="*/ 280 h 280"/>
                <a:gd name="T44" fmla="*/ 190 w 270"/>
                <a:gd name="T45" fmla="*/ 267 h 280"/>
                <a:gd name="T46" fmla="*/ 221 w 270"/>
                <a:gd name="T47" fmla="*/ 243 h 280"/>
                <a:gd name="T48" fmla="*/ 221 w 270"/>
                <a:gd name="T49" fmla="*/ 276 h 280"/>
                <a:gd name="T50" fmla="*/ 270 w 270"/>
                <a:gd name="T51" fmla="*/ 276 h 280"/>
                <a:gd name="T52" fmla="*/ 270 w 270"/>
                <a:gd name="T53" fmla="*/ 4 h 280"/>
                <a:gd name="T54" fmla="*/ 221 w 270"/>
                <a:gd name="T55" fmla="*/ 4 h 280"/>
                <a:gd name="T56" fmla="*/ 221 w 270"/>
                <a:gd name="T57" fmla="*/ 37 h 2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70" h="280">
                  <a:moveTo>
                    <a:pt x="213" y="187"/>
                  </a:moveTo>
                  <a:cubicBezTo>
                    <a:pt x="206" y="202"/>
                    <a:pt x="196" y="213"/>
                    <a:pt x="184" y="222"/>
                  </a:cubicBezTo>
                  <a:cubicBezTo>
                    <a:pt x="171" y="230"/>
                    <a:pt x="155" y="234"/>
                    <a:pt x="137" y="234"/>
                  </a:cubicBezTo>
                  <a:cubicBezTo>
                    <a:pt x="119" y="234"/>
                    <a:pt x="103" y="230"/>
                    <a:pt x="90" y="222"/>
                  </a:cubicBezTo>
                  <a:cubicBezTo>
                    <a:pt x="77" y="213"/>
                    <a:pt x="67" y="202"/>
                    <a:pt x="60" y="187"/>
                  </a:cubicBezTo>
                  <a:cubicBezTo>
                    <a:pt x="53" y="173"/>
                    <a:pt x="49" y="157"/>
                    <a:pt x="49" y="140"/>
                  </a:cubicBezTo>
                  <a:cubicBezTo>
                    <a:pt x="49" y="123"/>
                    <a:pt x="53" y="107"/>
                    <a:pt x="60" y="92"/>
                  </a:cubicBezTo>
                  <a:cubicBezTo>
                    <a:pt x="67" y="78"/>
                    <a:pt x="77" y="67"/>
                    <a:pt x="90" y="58"/>
                  </a:cubicBezTo>
                  <a:cubicBezTo>
                    <a:pt x="103" y="50"/>
                    <a:pt x="119" y="45"/>
                    <a:pt x="137" y="45"/>
                  </a:cubicBezTo>
                  <a:cubicBezTo>
                    <a:pt x="155" y="45"/>
                    <a:pt x="171" y="50"/>
                    <a:pt x="184" y="58"/>
                  </a:cubicBezTo>
                  <a:cubicBezTo>
                    <a:pt x="196" y="67"/>
                    <a:pt x="206" y="78"/>
                    <a:pt x="213" y="92"/>
                  </a:cubicBezTo>
                  <a:cubicBezTo>
                    <a:pt x="219" y="107"/>
                    <a:pt x="223" y="123"/>
                    <a:pt x="223" y="140"/>
                  </a:cubicBezTo>
                  <a:cubicBezTo>
                    <a:pt x="223" y="157"/>
                    <a:pt x="219" y="173"/>
                    <a:pt x="213" y="187"/>
                  </a:cubicBezTo>
                  <a:moveTo>
                    <a:pt x="221" y="37"/>
                  </a:moveTo>
                  <a:cubicBezTo>
                    <a:pt x="212" y="27"/>
                    <a:pt x="202" y="19"/>
                    <a:pt x="190" y="13"/>
                  </a:cubicBezTo>
                  <a:cubicBezTo>
                    <a:pt x="174" y="4"/>
                    <a:pt x="154" y="0"/>
                    <a:pt x="132" y="0"/>
                  </a:cubicBezTo>
                  <a:cubicBezTo>
                    <a:pt x="105" y="0"/>
                    <a:pt x="82" y="6"/>
                    <a:pt x="62" y="19"/>
                  </a:cubicBezTo>
                  <a:cubicBezTo>
                    <a:pt x="43" y="31"/>
                    <a:pt x="27" y="48"/>
                    <a:pt x="16" y="69"/>
                  </a:cubicBezTo>
                  <a:cubicBezTo>
                    <a:pt x="6" y="90"/>
                    <a:pt x="0" y="114"/>
                    <a:pt x="0" y="140"/>
                  </a:cubicBezTo>
                  <a:cubicBezTo>
                    <a:pt x="0" y="165"/>
                    <a:pt x="6" y="189"/>
                    <a:pt x="16" y="210"/>
                  </a:cubicBezTo>
                  <a:cubicBezTo>
                    <a:pt x="27" y="232"/>
                    <a:pt x="43" y="249"/>
                    <a:pt x="62" y="261"/>
                  </a:cubicBezTo>
                  <a:cubicBezTo>
                    <a:pt x="82" y="274"/>
                    <a:pt x="105" y="280"/>
                    <a:pt x="132" y="280"/>
                  </a:cubicBezTo>
                  <a:cubicBezTo>
                    <a:pt x="154" y="280"/>
                    <a:pt x="174" y="276"/>
                    <a:pt x="190" y="267"/>
                  </a:cubicBezTo>
                  <a:cubicBezTo>
                    <a:pt x="202" y="260"/>
                    <a:pt x="212" y="253"/>
                    <a:pt x="221" y="243"/>
                  </a:cubicBezTo>
                  <a:cubicBezTo>
                    <a:pt x="221" y="276"/>
                    <a:pt x="221" y="276"/>
                    <a:pt x="221" y="276"/>
                  </a:cubicBezTo>
                  <a:cubicBezTo>
                    <a:pt x="270" y="276"/>
                    <a:pt x="270" y="276"/>
                    <a:pt x="270" y="276"/>
                  </a:cubicBezTo>
                  <a:cubicBezTo>
                    <a:pt x="270" y="4"/>
                    <a:pt x="270" y="4"/>
                    <a:pt x="270" y="4"/>
                  </a:cubicBezTo>
                  <a:cubicBezTo>
                    <a:pt x="221" y="4"/>
                    <a:pt x="221" y="4"/>
                    <a:pt x="221" y="4"/>
                  </a:cubicBezTo>
                  <a:lnTo>
                    <a:pt x="221" y="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9" name="Freeform 10">
              <a:extLst>
                <a:ext uri="{FF2B5EF4-FFF2-40B4-BE49-F238E27FC236}">
                  <a16:creationId xmlns:a16="http://schemas.microsoft.com/office/drawing/2014/main" id="{B4F81A77-8F05-4B13-96DC-F13EAA4A535F}"/>
                </a:ext>
              </a:extLst>
            </p:cNvPr>
            <p:cNvSpPr>
              <a:spLocks/>
            </p:cNvSpPr>
            <p:nvPr/>
          </p:nvSpPr>
          <p:spPr bwMode="auto">
            <a:xfrm>
              <a:off x="7659688" y="4538663"/>
              <a:ext cx="557213" cy="1041400"/>
            </a:xfrm>
            <a:custGeom>
              <a:avLst/>
              <a:gdLst>
                <a:gd name="T0" fmla="*/ 97 w 148"/>
                <a:gd name="T1" fmla="*/ 8 h 276"/>
                <a:gd name="T2" fmla="*/ 66 w 148"/>
                <a:gd name="T3" fmla="*/ 29 h 276"/>
                <a:gd name="T4" fmla="*/ 49 w 148"/>
                <a:gd name="T5" fmla="*/ 51 h 276"/>
                <a:gd name="T6" fmla="*/ 49 w 148"/>
                <a:gd name="T7" fmla="*/ 4 h 276"/>
                <a:gd name="T8" fmla="*/ 0 w 148"/>
                <a:gd name="T9" fmla="*/ 4 h 276"/>
                <a:gd name="T10" fmla="*/ 0 w 148"/>
                <a:gd name="T11" fmla="*/ 276 h 276"/>
                <a:gd name="T12" fmla="*/ 49 w 148"/>
                <a:gd name="T13" fmla="*/ 276 h 276"/>
                <a:gd name="T14" fmla="*/ 49 w 148"/>
                <a:gd name="T15" fmla="*/ 156 h 276"/>
                <a:gd name="T16" fmla="*/ 60 w 148"/>
                <a:gd name="T17" fmla="*/ 103 h 276"/>
                <a:gd name="T18" fmla="*/ 91 w 148"/>
                <a:gd name="T19" fmla="*/ 64 h 276"/>
                <a:gd name="T20" fmla="*/ 138 w 148"/>
                <a:gd name="T21" fmla="*/ 49 h 276"/>
                <a:gd name="T22" fmla="*/ 148 w 148"/>
                <a:gd name="T23" fmla="*/ 49 h 276"/>
                <a:gd name="T24" fmla="*/ 148 w 148"/>
                <a:gd name="T25" fmla="*/ 0 h 276"/>
                <a:gd name="T26" fmla="*/ 141 w 148"/>
                <a:gd name="T27" fmla="*/ 0 h 276"/>
                <a:gd name="T28" fmla="*/ 97 w 148"/>
                <a:gd name="T29" fmla="*/ 8 h 2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48" h="276">
                  <a:moveTo>
                    <a:pt x="97" y="8"/>
                  </a:moveTo>
                  <a:cubicBezTo>
                    <a:pt x="85" y="14"/>
                    <a:pt x="74" y="21"/>
                    <a:pt x="66" y="29"/>
                  </a:cubicBezTo>
                  <a:cubicBezTo>
                    <a:pt x="59" y="36"/>
                    <a:pt x="53" y="44"/>
                    <a:pt x="49" y="51"/>
                  </a:cubicBezTo>
                  <a:cubicBezTo>
                    <a:pt x="49" y="4"/>
                    <a:pt x="49" y="4"/>
                    <a:pt x="49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276"/>
                    <a:pt x="0" y="276"/>
                    <a:pt x="0" y="276"/>
                  </a:cubicBezTo>
                  <a:cubicBezTo>
                    <a:pt x="49" y="276"/>
                    <a:pt x="49" y="276"/>
                    <a:pt x="49" y="276"/>
                  </a:cubicBezTo>
                  <a:cubicBezTo>
                    <a:pt x="49" y="156"/>
                    <a:pt x="49" y="156"/>
                    <a:pt x="49" y="156"/>
                  </a:cubicBezTo>
                  <a:cubicBezTo>
                    <a:pt x="49" y="137"/>
                    <a:pt x="53" y="120"/>
                    <a:pt x="60" y="103"/>
                  </a:cubicBezTo>
                  <a:cubicBezTo>
                    <a:pt x="67" y="87"/>
                    <a:pt x="78" y="74"/>
                    <a:pt x="91" y="64"/>
                  </a:cubicBezTo>
                  <a:cubicBezTo>
                    <a:pt x="104" y="54"/>
                    <a:pt x="120" y="49"/>
                    <a:pt x="138" y="49"/>
                  </a:cubicBezTo>
                  <a:cubicBezTo>
                    <a:pt x="148" y="49"/>
                    <a:pt x="148" y="49"/>
                    <a:pt x="148" y="49"/>
                  </a:cubicBezTo>
                  <a:cubicBezTo>
                    <a:pt x="148" y="0"/>
                    <a:pt x="148" y="0"/>
                    <a:pt x="148" y="0"/>
                  </a:cubicBezTo>
                  <a:cubicBezTo>
                    <a:pt x="141" y="0"/>
                    <a:pt x="141" y="0"/>
                    <a:pt x="141" y="0"/>
                  </a:cubicBezTo>
                  <a:cubicBezTo>
                    <a:pt x="124" y="0"/>
                    <a:pt x="109" y="3"/>
                    <a:pt x="97" y="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DAFA1624-DC2B-4355-AC81-CD6813F7B7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42313" y="4552950"/>
              <a:ext cx="184150" cy="10271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ED516D68-35D2-46D1-8223-F62D3440E4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34375" y="4195763"/>
              <a:ext cx="196850" cy="2301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2" name="Freeform 13">
              <a:extLst>
                <a:ext uri="{FF2B5EF4-FFF2-40B4-BE49-F238E27FC236}">
                  <a16:creationId xmlns:a16="http://schemas.microsoft.com/office/drawing/2014/main" id="{C7C402E9-91A8-4E72-8DC3-6008D5DD94AD}"/>
                </a:ext>
              </a:extLst>
            </p:cNvPr>
            <p:cNvSpPr>
              <a:spLocks/>
            </p:cNvSpPr>
            <p:nvPr/>
          </p:nvSpPr>
          <p:spPr bwMode="auto">
            <a:xfrm>
              <a:off x="8674100" y="4538663"/>
              <a:ext cx="869950" cy="1055688"/>
            </a:xfrm>
            <a:custGeom>
              <a:avLst/>
              <a:gdLst>
                <a:gd name="T0" fmla="*/ 217 w 231"/>
                <a:gd name="T1" fmla="*/ 154 h 280"/>
                <a:gd name="T2" fmla="*/ 183 w 231"/>
                <a:gd name="T3" fmla="*/ 131 h 280"/>
                <a:gd name="T4" fmla="*/ 140 w 231"/>
                <a:gd name="T5" fmla="*/ 118 h 280"/>
                <a:gd name="T6" fmla="*/ 98 w 231"/>
                <a:gd name="T7" fmla="*/ 109 h 280"/>
                <a:gd name="T8" fmla="*/ 67 w 231"/>
                <a:gd name="T9" fmla="*/ 96 h 280"/>
                <a:gd name="T10" fmla="*/ 57 w 231"/>
                <a:gd name="T11" fmla="*/ 76 h 280"/>
                <a:gd name="T12" fmla="*/ 114 w 231"/>
                <a:gd name="T13" fmla="*/ 43 h 280"/>
                <a:gd name="T14" fmla="*/ 158 w 231"/>
                <a:gd name="T15" fmla="*/ 54 h 280"/>
                <a:gd name="T16" fmla="*/ 173 w 231"/>
                <a:gd name="T17" fmla="*/ 80 h 280"/>
                <a:gd name="T18" fmla="*/ 174 w 231"/>
                <a:gd name="T19" fmla="*/ 84 h 280"/>
                <a:gd name="T20" fmla="*/ 223 w 231"/>
                <a:gd name="T21" fmla="*/ 84 h 280"/>
                <a:gd name="T22" fmla="*/ 223 w 231"/>
                <a:gd name="T23" fmla="*/ 79 h 280"/>
                <a:gd name="T24" fmla="*/ 208 w 231"/>
                <a:gd name="T25" fmla="*/ 40 h 280"/>
                <a:gd name="T26" fmla="*/ 174 w 231"/>
                <a:gd name="T27" fmla="*/ 11 h 280"/>
                <a:gd name="T28" fmla="*/ 115 w 231"/>
                <a:gd name="T29" fmla="*/ 0 h 280"/>
                <a:gd name="T30" fmla="*/ 35 w 231"/>
                <a:gd name="T31" fmla="*/ 20 h 280"/>
                <a:gd name="T32" fmla="*/ 7 w 231"/>
                <a:gd name="T33" fmla="*/ 80 h 280"/>
                <a:gd name="T34" fmla="*/ 21 w 231"/>
                <a:gd name="T35" fmla="*/ 121 h 280"/>
                <a:gd name="T36" fmla="*/ 56 w 231"/>
                <a:gd name="T37" fmla="*/ 144 h 280"/>
                <a:gd name="T38" fmla="*/ 99 w 231"/>
                <a:gd name="T39" fmla="*/ 156 h 280"/>
                <a:gd name="T40" fmla="*/ 141 w 231"/>
                <a:gd name="T41" fmla="*/ 166 h 280"/>
                <a:gd name="T42" fmla="*/ 171 w 231"/>
                <a:gd name="T43" fmla="*/ 179 h 280"/>
                <a:gd name="T44" fmla="*/ 182 w 231"/>
                <a:gd name="T45" fmla="*/ 200 h 280"/>
                <a:gd name="T46" fmla="*/ 176 w 231"/>
                <a:gd name="T47" fmla="*/ 218 h 280"/>
                <a:gd name="T48" fmla="*/ 160 w 231"/>
                <a:gd name="T49" fmla="*/ 230 h 280"/>
                <a:gd name="T50" fmla="*/ 138 w 231"/>
                <a:gd name="T51" fmla="*/ 235 h 280"/>
                <a:gd name="T52" fmla="*/ 120 w 231"/>
                <a:gd name="T53" fmla="*/ 237 h 280"/>
                <a:gd name="T54" fmla="*/ 81 w 231"/>
                <a:gd name="T55" fmla="*/ 229 h 280"/>
                <a:gd name="T56" fmla="*/ 60 w 231"/>
                <a:gd name="T57" fmla="*/ 211 h 280"/>
                <a:gd name="T58" fmla="*/ 51 w 231"/>
                <a:gd name="T59" fmla="*/ 188 h 280"/>
                <a:gd name="T60" fmla="*/ 51 w 231"/>
                <a:gd name="T61" fmla="*/ 184 h 280"/>
                <a:gd name="T62" fmla="*/ 0 w 231"/>
                <a:gd name="T63" fmla="*/ 184 h 280"/>
                <a:gd name="T64" fmla="*/ 1 w 231"/>
                <a:gd name="T65" fmla="*/ 189 h 280"/>
                <a:gd name="T66" fmla="*/ 16 w 231"/>
                <a:gd name="T67" fmla="*/ 234 h 280"/>
                <a:gd name="T68" fmla="*/ 56 w 231"/>
                <a:gd name="T69" fmla="*/ 267 h 280"/>
                <a:gd name="T70" fmla="*/ 119 w 231"/>
                <a:gd name="T71" fmla="*/ 280 h 280"/>
                <a:gd name="T72" fmla="*/ 200 w 231"/>
                <a:gd name="T73" fmla="*/ 259 h 280"/>
                <a:gd name="T74" fmla="*/ 231 w 231"/>
                <a:gd name="T75" fmla="*/ 196 h 280"/>
                <a:gd name="T76" fmla="*/ 217 w 231"/>
                <a:gd name="T77" fmla="*/ 154 h 2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1" h="280">
                  <a:moveTo>
                    <a:pt x="217" y="154"/>
                  </a:moveTo>
                  <a:cubicBezTo>
                    <a:pt x="208" y="144"/>
                    <a:pt x="197" y="136"/>
                    <a:pt x="183" y="131"/>
                  </a:cubicBezTo>
                  <a:cubicBezTo>
                    <a:pt x="169" y="125"/>
                    <a:pt x="155" y="121"/>
                    <a:pt x="140" y="118"/>
                  </a:cubicBezTo>
                  <a:cubicBezTo>
                    <a:pt x="125" y="115"/>
                    <a:pt x="111" y="112"/>
                    <a:pt x="98" y="109"/>
                  </a:cubicBezTo>
                  <a:cubicBezTo>
                    <a:pt x="85" y="105"/>
                    <a:pt x="75" y="101"/>
                    <a:pt x="67" y="96"/>
                  </a:cubicBezTo>
                  <a:cubicBezTo>
                    <a:pt x="60" y="91"/>
                    <a:pt x="57" y="85"/>
                    <a:pt x="57" y="76"/>
                  </a:cubicBezTo>
                  <a:cubicBezTo>
                    <a:pt x="57" y="68"/>
                    <a:pt x="57" y="43"/>
                    <a:pt x="114" y="43"/>
                  </a:cubicBezTo>
                  <a:cubicBezTo>
                    <a:pt x="135" y="43"/>
                    <a:pt x="150" y="47"/>
                    <a:pt x="158" y="54"/>
                  </a:cubicBezTo>
                  <a:cubicBezTo>
                    <a:pt x="167" y="61"/>
                    <a:pt x="172" y="70"/>
                    <a:pt x="173" y="80"/>
                  </a:cubicBezTo>
                  <a:cubicBezTo>
                    <a:pt x="174" y="84"/>
                    <a:pt x="174" y="84"/>
                    <a:pt x="174" y="84"/>
                  </a:cubicBezTo>
                  <a:cubicBezTo>
                    <a:pt x="223" y="84"/>
                    <a:pt x="223" y="84"/>
                    <a:pt x="223" y="84"/>
                  </a:cubicBezTo>
                  <a:cubicBezTo>
                    <a:pt x="223" y="79"/>
                    <a:pt x="223" y="79"/>
                    <a:pt x="223" y="79"/>
                  </a:cubicBezTo>
                  <a:cubicBezTo>
                    <a:pt x="221" y="65"/>
                    <a:pt x="216" y="52"/>
                    <a:pt x="208" y="40"/>
                  </a:cubicBezTo>
                  <a:cubicBezTo>
                    <a:pt x="201" y="28"/>
                    <a:pt x="189" y="19"/>
                    <a:pt x="174" y="11"/>
                  </a:cubicBezTo>
                  <a:cubicBezTo>
                    <a:pt x="158" y="4"/>
                    <a:pt x="139" y="0"/>
                    <a:pt x="115" y="0"/>
                  </a:cubicBezTo>
                  <a:cubicBezTo>
                    <a:pt x="80" y="0"/>
                    <a:pt x="53" y="7"/>
                    <a:pt x="35" y="20"/>
                  </a:cubicBezTo>
                  <a:cubicBezTo>
                    <a:pt x="17" y="34"/>
                    <a:pt x="7" y="54"/>
                    <a:pt x="7" y="80"/>
                  </a:cubicBezTo>
                  <a:cubicBezTo>
                    <a:pt x="7" y="97"/>
                    <a:pt x="12" y="111"/>
                    <a:pt x="21" y="121"/>
                  </a:cubicBezTo>
                  <a:cubicBezTo>
                    <a:pt x="30" y="131"/>
                    <a:pt x="42" y="138"/>
                    <a:pt x="56" y="144"/>
                  </a:cubicBezTo>
                  <a:cubicBezTo>
                    <a:pt x="69" y="149"/>
                    <a:pt x="84" y="153"/>
                    <a:pt x="99" y="156"/>
                  </a:cubicBezTo>
                  <a:cubicBezTo>
                    <a:pt x="113" y="159"/>
                    <a:pt x="127" y="163"/>
                    <a:pt x="141" y="166"/>
                  </a:cubicBezTo>
                  <a:cubicBezTo>
                    <a:pt x="153" y="169"/>
                    <a:pt x="164" y="174"/>
                    <a:pt x="171" y="179"/>
                  </a:cubicBezTo>
                  <a:cubicBezTo>
                    <a:pt x="178" y="184"/>
                    <a:pt x="182" y="191"/>
                    <a:pt x="182" y="200"/>
                  </a:cubicBezTo>
                  <a:cubicBezTo>
                    <a:pt x="182" y="208"/>
                    <a:pt x="180" y="214"/>
                    <a:pt x="176" y="218"/>
                  </a:cubicBezTo>
                  <a:cubicBezTo>
                    <a:pt x="171" y="223"/>
                    <a:pt x="166" y="227"/>
                    <a:pt x="160" y="230"/>
                  </a:cubicBezTo>
                  <a:cubicBezTo>
                    <a:pt x="153" y="232"/>
                    <a:pt x="146" y="234"/>
                    <a:pt x="138" y="235"/>
                  </a:cubicBezTo>
                  <a:cubicBezTo>
                    <a:pt x="131" y="236"/>
                    <a:pt x="125" y="237"/>
                    <a:pt x="120" y="237"/>
                  </a:cubicBezTo>
                  <a:cubicBezTo>
                    <a:pt x="104" y="237"/>
                    <a:pt x="91" y="234"/>
                    <a:pt x="81" y="229"/>
                  </a:cubicBezTo>
                  <a:cubicBezTo>
                    <a:pt x="72" y="225"/>
                    <a:pt x="64" y="219"/>
                    <a:pt x="60" y="211"/>
                  </a:cubicBezTo>
                  <a:cubicBezTo>
                    <a:pt x="55" y="204"/>
                    <a:pt x="52" y="196"/>
                    <a:pt x="51" y="188"/>
                  </a:cubicBezTo>
                  <a:cubicBezTo>
                    <a:pt x="51" y="184"/>
                    <a:pt x="51" y="184"/>
                    <a:pt x="51" y="184"/>
                  </a:cubicBezTo>
                  <a:cubicBezTo>
                    <a:pt x="0" y="184"/>
                    <a:pt x="0" y="184"/>
                    <a:pt x="0" y="184"/>
                  </a:cubicBezTo>
                  <a:cubicBezTo>
                    <a:pt x="1" y="189"/>
                    <a:pt x="1" y="189"/>
                    <a:pt x="1" y="189"/>
                  </a:cubicBezTo>
                  <a:cubicBezTo>
                    <a:pt x="2" y="205"/>
                    <a:pt x="7" y="220"/>
                    <a:pt x="16" y="234"/>
                  </a:cubicBezTo>
                  <a:cubicBezTo>
                    <a:pt x="25" y="248"/>
                    <a:pt x="39" y="259"/>
                    <a:pt x="56" y="267"/>
                  </a:cubicBezTo>
                  <a:cubicBezTo>
                    <a:pt x="73" y="276"/>
                    <a:pt x="95" y="280"/>
                    <a:pt x="119" y="280"/>
                  </a:cubicBezTo>
                  <a:cubicBezTo>
                    <a:pt x="153" y="280"/>
                    <a:pt x="180" y="273"/>
                    <a:pt x="200" y="259"/>
                  </a:cubicBezTo>
                  <a:cubicBezTo>
                    <a:pt x="221" y="245"/>
                    <a:pt x="231" y="224"/>
                    <a:pt x="231" y="196"/>
                  </a:cubicBezTo>
                  <a:cubicBezTo>
                    <a:pt x="231" y="179"/>
                    <a:pt x="226" y="165"/>
                    <a:pt x="217" y="15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3" name="Freeform 14">
              <a:extLst>
                <a:ext uri="{FF2B5EF4-FFF2-40B4-BE49-F238E27FC236}">
                  <a16:creationId xmlns:a16="http://schemas.microsoft.com/office/drawing/2014/main" id="{EEDA2887-0DB5-4BAA-81D6-223BD4F2845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83213" y="1749425"/>
              <a:ext cx="663575" cy="638175"/>
            </a:xfrm>
            <a:custGeom>
              <a:avLst/>
              <a:gdLst>
                <a:gd name="T0" fmla="*/ 36 w 176"/>
                <a:gd name="T1" fmla="*/ 168 h 169"/>
                <a:gd name="T2" fmla="*/ 151 w 176"/>
                <a:gd name="T3" fmla="*/ 118 h 169"/>
                <a:gd name="T4" fmla="*/ 142 w 176"/>
                <a:gd name="T5" fmla="*/ 17 h 169"/>
                <a:gd name="T6" fmla="*/ 96 w 176"/>
                <a:gd name="T7" fmla="*/ 0 h 169"/>
                <a:gd name="T8" fmla="*/ 41 w 176"/>
                <a:gd name="T9" fmla="*/ 26 h 169"/>
                <a:gd name="T10" fmla="*/ 20 w 176"/>
                <a:gd name="T11" fmla="*/ 164 h 169"/>
                <a:gd name="T12" fmla="*/ 36 w 176"/>
                <a:gd name="T13" fmla="*/ 168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6" h="169">
                  <a:moveTo>
                    <a:pt x="36" y="168"/>
                  </a:moveTo>
                  <a:cubicBezTo>
                    <a:pt x="67" y="168"/>
                    <a:pt x="130" y="143"/>
                    <a:pt x="151" y="118"/>
                  </a:cubicBezTo>
                  <a:cubicBezTo>
                    <a:pt x="176" y="88"/>
                    <a:pt x="172" y="42"/>
                    <a:pt x="142" y="17"/>
                  </a:cubicBezTo>
                  <a:cubicBezTo>
                    <a:pt x="129" y="6"/>
                    <a:pt x="113" y="0"/>
                    <a:pt x="96" y="0"/>
                  </a:cubicBezTo>
                  <a:cubicBezTo>
                    <a:pt x="74" y="0"/>
                    <a:pt x="54" y="10"/>
                    <a:pt x="41" y="26"/>
                  </a:cubicBezTo>
                  <a:cubicBezTo>
                    <a:pt x="17" y="55"/>
                    <a:pt x="0" y="145"/>
                    <a:pt x="20" y="164"/>
                  </a:cubicBezTo>
                  <a:cubicBezTo>
                    <a:pt x="24" y="167"/>
                    <a:pt x="29" y="169"/>
                    <a:pt x="36" y="16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4" name="Freeform 15">
              <a:extLst>
                <a:ext uri="{FF2B5EF4-FFF2-40B4-BE49-F238E27FC236}">
                  <a16:creationId xmlns:a16="http://schemas.microsoft.com/office/drawing/2014/main" id="{58589525-1EDD-437C-A5EE-88FFBFF7D483}"/>
                </a:ext>
              </a:extLst>
            </p:cNvPr>
            <p:cNvSpPr>
              <a:spLocks/>
            </p:cNvSpPr>
            <p:nvPr/>
          </p:nvSpPr>
          <p:spPr bwMode="auto">
            <a:xfrm>
              <a:off x="2662238" y="1270000"/>
              <a:ext cx="765175" cy="728663"/>
            </a:xfrm>
            <a:custGeom>
              <a:avLst/>
              <a:gdLst>
                <a:gd name="T0" fmla="*/ 30 w 203"/>
                <a:gd name="T1" fmla="*/ 152 h 193"/>
                <a:gd name="T2" fmla="*/ 160 w 203"/>
                <a:gd name="T3" fmla="*/ 193 h 193"/>
                <a:gd name="T4" fmla="*/ 197 w 203"/>
                <a:gd name="T5" fmla="*/ 183 h 193"/>
                <a:gd name="T6" fmla="*/ 203 w 203"/>
                <a:gd name="T7" fmla="*/ 160 h 193"/>
                <a:gd name="T8" fmla="*/ 147 w 203"/>
                <a:gd name="T9" fmla="*/ 23 h 193"/>
                <a:gd name="T10" fmla="*/ 88 w 203"/>
                <a:gd name="T11" fmla="*/ 0 h 193"/>
                <a:gd name="T12" fmla="*/ 24 w 203"/>
                <a:gd name="T13" fmla="*/ 29 h 193"/>
                <a:gd name="T14" fmla="*/ 1 w 203"/>
                <a:gd name="T15" fmla="*/ 92 h 193"/>
                <a:gd name="T16" fmla="*/ 30 w 203"/>
                <a:gd name="T17" fmla="*/ 152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03" h="193">
                  <a:moveTo>
                    <a:pt x="30" y="152"/>
                  </a:moveTo>
                  <a:cubicBezTo>
                    <a:pt x="56" y="176"/>
                    <a:pt x="120" y="193"/>
                    <a:pt x="160" y="193"/>
                  </a:cubicBezTo>
                  <a:cubicBezTo>
                    <a:pt x="178" y="193"/>
                    <a:pt x="190" y="190"/>
                    <a:pt x="197" y="183"/>
                  </a:cubicBezTo>
                  <a:cubicBezTo>
                    <a:pt x="201" y="179"/>
                    <a:pt x="203" y="171"/>
                    <a:pt x="203" y="160"/>
                  </a:cubicBezTo>
                  <a:cubicBezTo>
                    <a:pt x="202" y="121"/>
                    <a:pt x="175" y="48"/>
                    <a:pt x="147" y="23"/>
                  </a:cubicBezTo>
                  <a:cubicBezTo>
                    <a:pt x="131" y="8"/>
                    <a:pt x="110" y="0"/>
                    <a:pt x="88" y="0"/>
                  </a:cubicBezTo>
                  <a:cubicBezTo>
                    <a:pt x="64" y="0"/>
                    <a:pt x="40" y="11"/>
                    <a:pt x="24" y="29"/>
                  </a:cubicBezTo>
                  <a:cubicBezTo>
                    <a:pt x="8" y="47"/>
                    <a:pt x="0" y="69"/>
                    <a:pt x="1" y="92"/>
                  </a:cubicBezTo>
                  <a:cubicBezTo>
                    <a:pt x="3" y="115"/>
                    <a:pt x="13" y="137"/>
                    <a:pt x="30" y="15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5" name="Freeform 16">
              <a:extLst>
                <a:ext uri="{FF2B5EF4-FFF2-40B4-BE49-F238E27FC236}">
                  <a16:creationId xmlns:a16="http://schemas.microsoft.com/office/drawing/2014/main" id="{0560AFD7-62B0-42FF-997B-AE95A7736F5E}"/>
                </a:ext>
              </a:extLst>
            </p:cNvPr>
            <p:cNvSpPr>
              <a:spLocks/>
            </p:cNvSpPr>
            <p:nvPr/>
          </p:nvSpPr>
          <p:spPr bwMode="auto">
            <a:xfrm>
              <a:off x="2659063" y="3406775"/>
              <a:ext cx="633413" cy="471488"/>
            </a:xfrm>
            <a:custGeom>
              <a:avLst/>
              <a:gdLst>
                <a:gd name="T0" fmla="*/ 10 w 168"/>
                <a:gd name="T1" fmla="*/ 31 h 125"/>
                <a:gd name="T2" fmla="*/ 5 w 168"/>
                <a:gd name="T3" fmla="*/ 79 h 125"/>
                <a:gd name="T4" fmla="*/ 65 w 168"/>
                <a:gd name="T5" fmla="*/ 125 h 125"/>
                <a:gd name="T6" fmla="*/ 81 w 168"/>
                <a:gd name="T7" fmla="*/ 122 h 125"/>
                <a:gd name="T8" fmla="*/ 163 w 168"/>
                <a:gd name="T9" fmla="*/ 34 h 125"/>
                <a:gd name="T10" fmla="*/ 67 w 168"/>
                <a:gd name="T11" fmla="*/ 0 h 125"/>
                <a:gd name="T12" fmla="*/ 48 w 168"/>
                <a:gd name="T13" fmla="*/ 2 h 125"/>
                <a:gd name="T14" fmla="*/ 10 w 168"/>
                <a:gd name="T15" fmla="*/ 31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68" h="125">
                  <a:moveTo>
                    <a:pt x="10" y="31"/>
                  </a:moveTo>
                  <a:cubicBezTo>
                    <a:pt x="2" y="46"/>
                    <a:pt x="0" y="63"/>
                    <a:pt x="5" y="79"/>
                  </a:cubicBezTo>
                  <a:cubicBezTo>
                    <a:pt x="12" y="106"/>
                    <a:pt x="37" y="125"/>
                    <a:pt x="65" y="125"/>
                  </a:cubicBezTo>
                  <a:cubicBezTo>
                    <a:pt x="70" y="125"/>
                    <a:pt x="76" y="124"/>
                    <a:pt x="81" y="122"/>
                  </a:cubicBezTo>
                  <a:cubicBezTo>
                    <a:pt x="112" y="114"/>
                    <a:pt x="168" y="58"/>
                    <a:pt x="163" y="34"/>
                  </a:cubicBezTo>
                  <a:cubicBezTo>
                    <a:pt x="160" y="16"/>
                    <a:pt x="101" y="0"/>
                    <a:pt x="67" y="0"/>
                  </a:cubicBezTo>
                  <a:cubicBezTo>
                    <a:pt x="60" y="0"/>
                    <a:pt x="53" y="1"/>
                    <a:pt x="48" y="2"/>
                  </a:cubicBezTo>
                  <a:cubicBezTo>
                    <a:pt x="32" y="6"/>
                    <a:pt x="19" y="17"/>
                    <a:pt x="10" y="31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6" name="Freeform 17">
              <a:extLst>
                <a:ext uri="{FF2B5EF4-FFF2-40B4-BE49-F238E27FC236}">
                  <a16:creationId xmlns:a16="http://schemas.microsoft.com/office/drawing/2014/main" id="{D5550639-C3B4-48CE-96AD-BFE828D6DD0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100388" y="1614488"/>
              <a:ext cx="3775075" cy="3965575"/>
            </a:xfrm>
            <a:custGeom>
              <a:avLst/>
              <a:gdLst>
                <a:gd name="T0" fmla="*/ 747 w 1002"/>
                <a:gd name="T1" fmla="*/ 881 h 1051"/>
                <a:gd name="T2" fmla="*/ 638 w 1002"/>
                <a:gd name="T3" fmla="*/ 741 h 1051"/>
                <a:gd name="T4" fmla="*/ 805 w 1002"/>
                <a:gd name="T5" fmla="*/ 760 h 1051"/>
                <a:gd name="T6" fmla="*/ 805 w 1002"/>
                <a:gd name="T7" fmla="*/ 862 h 1051"/>
                <a:gd name="T8" fmla="*/ 844 w 1002"/>
                <a:gd name="T9" fmla="*/ 279 h 1051"/>
                <a:gd name="T10" fmla="*/ 942 w 1002"/>
                <a:gd name="T11" fmla="*/ 360 h 1051"/>
                <a:gd name="T12" fmla="*/ 777 w 1002"/>
                <a:gd name="T13" fmla="*/ 304 h 1051"/>
                <a:gd name="T14" fmla="*/ 629 w 1002"/>
                <a:gd name="T15" fmla="*/ 546 h 1051"/>
                <a:gd name="T16" fmla="*/ 592 w 1002"/>
                <a:gd name="T17" fmla="*/ 386 h 1051"/>
                <a:gd name="T18" fmla="*/ 703 w 1002"/>
                <a:gd name="T19" fmla="*/ 467 h 1051"/>
                <a:gd name="T20" fmla="*/ 762 w 1002"/>
                <a:gd name="T21" fmla="*/ 532 h 1051"/>
                <a:gd name="T22" fmla="*/ 940 w 1002"/>
                <a:gd name="T23" fmla="*/ 527 h 1051"/>
                <a:gd name="T24" fmla="*/ 996 w 1002"/>
                <a:gd name="T25" fmla="*/ 449 h 1051"/>
                <a:gd name="T26" fmla="*/ 932 w 1002"/>
                <a:gd name="T27" fmla="*/ 452 h 1051"/>
                <a:gd name="T28" fmla="*/ 848 w 1002"/>
                <a:gd name="T29" fmla="*/ 501 h 1051"/>
                <a:gd name="T30" fmla="*/ 761 w 1002"/>
                <a:gd name="T31" fmla="*/ 455 h 1051"/>
                <a:gd name="T32" fmla="*/ 1002 w 1002"/>
                <a:gd name="T33" fmla="*/ 414 h 1051"/>
                <a:gd name="T34" fmla="*/ 983 w 1002"/>
                <a:gd name="T35" fmla="*/ 307 h 1051"/>
                <a:gd name="T36" fmla="*/ 844 w 1002"/>
                <a:gd name="T37" fmla="*/ 225 h 1051"/>
                <a:gd name="T38" fmla="*/ 715 w 1002"/>
                <a:gd name="T39" fmla="*/ 289 h 1051"/>
                <a:gd name="T40" fmla="*/ 709 w 1002"/>
                <a:gd name="T41" fmla="*/ 299 h 1051"/>
                <a:gd name="T42" fmla="*/ 450 w 1002"/>
                <a:gd name="T43" fmla="*/ 284 h 1051"/>
                <a:gd name="T44" fmla="*/ 480 w 1002"/>
                <a:gd name="T45" fmla="*/ 211 h 1051"/>
                <a:gd name="T46" fmla="*/ 303 w 1002"/>
                <a:gd name="T47" fmla="*/ 217 h 1051"/>
                <a:gd name="T48" fmla="*/ 111 w 1002"/>
                <a:gd name="T49" fmla="*/ 254 h 1051"/>
                <a:gd name="T50" fmla="*/ 219 w 1002"/>
                <a:gd name="T51" fmla="*/ 388 h 1051"/>
                <a:gd name="T52" fmla="*/ 285 w 1002"/>
                <a:gd name="T53" fmla="*/ 551 h 1051"/>
                <a:gd name="T54" fmla="*/ 202 w 1002"/>
                <a:gd name="T55" fmla="*/ 664 h 1051"/>
                <a:gd name="T56" fmla="*/ 303 w 1002"/>
                <a:gd name="T57" fmla="*/ 652 h 1051"/>
                <a:gd name="T58" fmla="*/ 364 w 1002"/>
                <a:gd name="T59" fmla="*/ 565 h 1051"/>
                <a:gd name="T60" fmla="*/ 674 w 1002"/>
                <a:gd name="T61" fmla="*/ 694 h 1051"/>
                <a:gd name="T62" fmla="*/ 588 w 1002"/>
                <a:gd name="T63" fmla="*/ 694 h 1051"/>
                <a:gd name="T64" fmla="*/ 638 w 1002"/>
                <a:gd name="T65" fmla="*/ 1051 h 1051"/>
                <a:gd name="T66" fmla="*/ 749 w 1002"/>
                <a:gd name="T67" fmla="*/ 927 h 1051"/>
                <a:gd name="T68" fmla="*/ 874 w 1002"/>
                <a:gd name="T69" fmla="*/ 811 h 10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002" h="1051">
                  <a:moveTo>
                    <a:pt x="805" y="862"/>
                  </a:moveTo>
                  <a:cubicBezTo>
                    <a:pt x="792" y="874"/>
                    <a:pt x="772" y="881"/>
                    <a:pt x="747" y="881"/>
                  </a:cubicBezTo>
                  <a:cubicBezTo>
                    <a:pt x="638" y="881"/>
                    <a:pt x="638" y="881"/>
                    <a:pt x="638" y="881"/>
                  </a:cubicBezTo>
                  <a:cubicBezTo>
                    <a:pt x="638" y="741"/>
                    <a:pt x="638" y="741"/>
                    <a:pt x="638" y="741"/>
                  </a:cubicBezTo>
                  <a:cubicBezTo>
                    <a:pt x="747" y="741"/>
                    <a:pt x="747" y="741"/>
                    <a:pt x="747" y="741"/>
                  </a:cubicBezTo>
                  <a:cubicBezTo>
                    <a:pt x="772" y="741"/>
                    <a:pt x="792" y="748"/>
                    <a:pt x="805" y="760"/>
                  </a:cubicBezTo>
                  <a:cubicBezTo>
                    <a:pt x="818" y="772"/>
                    <a:pt x="824" y="789"/>
                    <a:pt x="824" y="811"/>
                  </a:cubicBezTo>
                  <a:cubicBezTo>
                    <a:pt x="824" y="833"/>
                    <a:pt x="818" y="850"/>
                    <a:pt x="805" y="862"/>
                  </a:cubicBezTo>
                  <a:moveTo>
                    <a:pt x="777" y="304"/>
                  </a:moveTo>
                  <a:cubicBezTo>
                    <a:pt x="794" y="287"/>
                    <a:pt x="816" y="279"/>
                    <a:pt x="844" y="279"/>
                  </a:cubicBezTo>
                  <a:cubicBezTo>
                    <a:pt x="872" y="279"/>
                    <a:pt x="894" y="287"/>
                    <a:pt x="911" y="304"/>
                  </a:cubicBezTo>
                  <a:cubicBezTo>
                    <a:pt x="927" y="319"/>
                    <a:pt x="937" y="338"/>
                    <a:pt x="942" y="360"/>
                  </a:cubicBezTo>
                  <a:cubicBezTo>
                    <a:pt x="747" y="360"/>
                    <a:pt x="747" y="360"/>
                    <a:pt x="747" y="360"/>
                  </a:cubicBezTo>
                  <a:cubicBezTo>
                    <a:pt x="752" y="338"/>
                    <a:pt x="762" y="319"/>
                    <a:pt x="777" y="304"/>
                  </a:cubicBezTo>
                  <a:moveTo>
                    <a:pt x="854" y="741"/>
                  </a:moveTo>
                  <a:cubicBezTo>
                    <a:pt x="854" y="741"/>
                    <a:pt x="796" y="648"/>
                    <a:pt x="629" y="546"/>
                  </a:cubicBezTo>
                  <a:cubicBezTo>
                    <a:pt x="598" y="527"/>
                    <a:pt x="578" y="509"/>
                    <a:pt x="565" y="492"/>
                  </a:cubicBezTo>
                  <a:cubicBezTo>
                    <a:pt x="540" y="455"/>
                    <a:pt x="541" y="386"/>
                    <a:pt x="592" y="386"/>
                  </a:cubicBezTo>
                  <a:cubicBezTo>
                    <a:pt x="651" y="386"/>
                    <a:pt x="703" y="467"/>
                    <a:pt x="703" y="467"/>
                  </a:cubicBezTo>
                  <a:cubicBezTo>
                    <a:pt x="703" y="467"/>
                    <a:pt x="703" y="467"/>
                    <a:pt x="703" y="467"/>
                  </a:cubicBezTo>
                  <a:cubicBezTo>
                    <a:pt x="704" y="469"/>
                    <a:pt x="705" y="471"/>
                    <a:pt x="706" y="473"/>
                  </a:cubicBezTo>
                  <a:cubicBezTo>
                    <a:pt x="719" y="498"/>
                    <a:pt x="738" y="518"/>
                    <a:pt x="762" y="532"/>
                  </a:cubicBezTo>
                  <a:cubicBezTo>
                    <a:pt x="786" y="547"/>
                    <a:pt x="815" y="555"/>
                    <a:pt x="847" y="555"/>
                  </a:cubicBezTo>
                  <a:cubicBezTo>
                    <a:pt x="885" y="555"/>
                    <a:pt x="916" y="545"/>
                    <a:pt x="940" y="527"/>
                  </a:cubicBezTo>
                  <a:cubicBezTo>
                    <a:pt x="964" y="509"/>
                    <a:pt x="982" y="486"/>
                    <a:pt x="993" y="457"/>
                  </a:cubicBezTo>
                  <a:cubicBezTo>
                    <a:pt x="996" y="449"/>
                    <a:pt x="996" y="449"/>
                    <a:pt x="996" y="449"/>
                  </a:cubicBezTo>
                  <a:cubicBezTo>
                    <a:pt x="933" y="449"/>
                    <a:pt x="933" y="449"/>
                    <a:pt x="933" y="449"/>
                  </a:cubicBezTo>
                  <a:cubicBezTo>
                    <a:pt x="932" y="452"/>
                    <a:pt x="932" y="452"/>
                    <a:pt x="932" y="452"/>
                  </a:cubicBezTo>
                  <a:cubicBezTo>
                    <a:pt x="924" y="467"/>
                    <a:pt x="913" y="478"/>
                    <a:pt x="899" y="488"/>
                  </a:cubicBezTo>
                  <a:cubicBezTo>
                    <a:pt x="886" y="496"/>
                    <a:pt x="868" y="501"/>
                    <a:pt x="848" y="501"/>
                  </a:cubicBezTo>
                  <a:cubicBezTo>
                    <a:pt x="828" y="501"/>
                    <a:pt x="811" y="497"/>
                    <a:pt x="796" y="489"/>
                  </a:cubicBezTo>
                  <a:cubicBezTo>
                    <a:pt x="782" y="480"/>
                    <a:pt x="770" y="469"/>
                    <a:pt x="761" y="455"/>
                  </a:cubicBezTo>
                  <a:cubicBezTo>
                    <a:pt x="754" y="443"/>
                    <a:pt x="748" y="429"/>
                    <a:pt x="746" y="414"/>
                  </a:cubicBezTo>
                  <a:cubicBezTo>
                    <a:pt x="1002" y="414"/>
                    <a:pt x="1002" y="414"/>
                    <a:pt x="1002" y="414"/>
                  </a:cubicBezTo>
                  <a:cubicBezTo>
                    <a:pt x="1002" y="390"/>
                    <a:pt x="1002" y="390"/>
                    <a:pt x="1002" y="390"/>
                  </a:cubicBezTo>
                  <a:cubicBezTo>
                    <a:pt x="1002" y="360"/>
                    <a:pt x="996" y="332"/>
                    <a:pt x="983" y="307"/>
                  </a:cubicBezTo>
                  <a:cubicBezTo>
                    <a:pt x="971" y="282"/>
                    <a:pt x="952" y="262"/>
                    <a:pt x="929" y="248"/>
                  </a:cubicBezTo>
                  <a:cubicBezTo>
                    <a:pt x="905" y="233"/>
                    <a:pt x="877" y="225"/>
                    <a:pt x="844" y="225"/>
                  </a:cubicBezTo>
                  <a:cubicBezTo>
                    <a:pt x="812" y="225"/>
                    <a:pt x="783" y="233"/>
                    <a:pt x="760" y="248"/>
                  </a:cubicBezTo>
                  <a:cubicBezTo>
                    <a:pt x="742" y="259"/>
                    <a:pt x="727" y="273"/>
                    <a:pt x="715" y="289"/>
                  </a:cubicBezTo>
                  <a:cubicBezTo>
                    <a:pt x="713" y="292"/>
                    <a:pt x="712" y="294"/>
                    <a:pt x="710" y="298"/>
                  </a:cubicBezTo>
                  <a:cubicBezTo>
                    <a:pt x="710" y="298"/>
                    <a:pt x="709" y="298"/>
                    <a:pt x="709" y="299"/>
                  </a:cubicBezTo>
                  <a:cubicBezTo>
                    <a:pt x="690" y="334"/>
                    <a:pt x="632" y="345"/>
                    <a:pt x="620" y="347"/>
                  </a:cubicBezTo>
                  <a:cubicBezTo>
                    <a:pt x="573" y="358"/>
                    <a:pt x="467" y="329"/>
                    <a:pt x="450" y="284"/>
                  </a:cubicBezTo>
                  <a:cubicBezTo>
                    <a:pt x="446" y="267"/>
                    <a:pt x="454" y="246"/>
                    <a:pt x="480" y="211"/>
                  </a:cubicBezTo>
                  <a:cubicBezTo>
                    <a:pt x="480" y="211"/>
                    <a:pt x="480" y="211"/>
                    <a:pt x="480" y="211"/>
                  </a:cubicBezTo>
                  <a:cubicBezTo>
                    <a:pt x="554" y="135"/>
                    <a:pt x="495" y="0"/>
                    <a:pt x="389" y="3"/>
                  </a:cubicBezTo>
                  <a:cubicBezTo>
                    <a:pt x="279" y="1"/>
                    <a:pt x="222" y="142"/>
                    <a:pt x="303" y="217"/>
                  </a:cubicBezTo>
                  <a:cubicBezTo>
                    <a:pt x="338" y="243"/>
                    <a:pt x="392" y="276"/>
                    <a:pt x="373" y="319"/>
                  </a:cubicBezTo>
                  <a:cubicBezTo>
                    <a:pt x="341" y="399"/>
                    <a:pt x="135" y="369"/>
                    <a:pt x="111" y="254"/>
                  </a:cubicBezTo>
                  <a:cubicBezTo>
                    <a:pt x="91" y="185"/>
                    <a:pt x="0" y="227"/>
                    <a:pt x="35" y="292"/>
                  </a:cubicBezTo>
                  <a:cubicBezTo>
                    <a:pt x="63" y="345"/>
                    <a:pt x="158" y="370"/>
                    <a:pt x="219" y="388"/>
                  </a:cubicBezTo>
                  <a:cubicBezTo>
                    <a:pt x="345" y="425"/>
                    <a:pt x="367" y="441"/>
                    <a:pt x="360" y="492"/>
                  </a:cubicBezTo>
                  <a:cubicBezTo>
                    <a:pt x="358" y="510"/>
                    <a:pt x="336" y="551"/>
                    <a:pt x="285" y="551"/>
                  </a:cubicBezTo>
                  <a:cubicBezTo>
                    <a:pt x="253" y="548"/>
                    <a:pt x="222" y="546"/>
                    <a:pt x="199" y="570"/>
                  </a:cubicBezTo>
                  <a:cubicBezTo>
                    <a:pt x="174" y="595"/>
                    <a:pt x="175" y="640"/>
                    <a:pt x="202" y="664"/>
                  </a:cubicBezTo>
                  <a:cubicBezTo>
                    <a:pt x="230" y="692"/>
                    <a:pt x="281" y="686"/>
                    <a:pt x="302" y="653"/>
                  </a:cubicBezTo>
                  <a:cubicBezTo>
                    <a:pt x="302" y="653"/>
                    <a:pt x="303" y="652"/>
                    <a:pt x="303" y="652"/>
                  </a:cubicBezTo>
                  <a:cubicBezTo>
                    <a:pt x="303" y="652"/>
                    <a:pt x="303" y="651"/>
                    <a:pt x="304" y="651"/>
                  </a:cubicBezTo>
                  <a:cubicBezTo>
                    <a:pt x="324" y="618"/>
                    <a:pt x="319" y="601"/>
                    <a:pt x="364" y="565"/>
                  </a:cubicBezTo>
                  <a:cubicBezTo>
                    <a:pt x="399" y="537"/>
                    <a:pt x="521" y="519"/>
                    <a:pt x="622" y="567"/>
                  </a:cubicBezTo>
                  <a:cubicBezTo>
                    <a:pt x="724" y="616"/>
                    <a:pt x="746" y="694"/>
                    <a:pt x="674" y="694"/>
                  </a:cubicBezTo>
                  <a:cubicBezTo>
                    <a:pt x="674" y="694"/>
                    <a:pt x="674" y="694"/>
                    <a:pt x="674" y="694"/>
                  </a:cubicBezTo>
                  <a:cubicBezTo>
                    <a:pt x="588" y="694"/>
                    <a:pt x="588" y="694"/>
                    <a:pt x="588" y="694"/>
                  </a:cubicBezTo>
                  <a:cubicBezTo>
                    <a:pt x="588" y="1051"/>
                    <a:pt x="588" y="1051"/>
                    <a:pt x="588" y="1051"/>
                  </a:cubicBezTo>
                  <a:cubicBezTo>
                    <a:pt x="638" y="1051"/>
                    <a:pt x="638" y="1051"/>
                    <a:pt x="638" y="1051"/>
                  </a:cubicBezTo>
                  <a:cubicBezTo>
                    <a:pt x="638" y="927"/>
                    <a:pt x="638" y="927"/>
                    <a:pt x="638" y="927"/>
                  </a:cubicBezTo>
                  <a:cubicBezTo>
                    <a:pt x="749" y="927"/>
                    <a:pt x="749" y="927"/>
                    <a:pt x="749" y="927"/>
                  </a:cubicBezTo>
                  <a:cubicBezTo>
                    <a:pt x="787" y="927"/>
                    <a:pt x="818" y="917"/>
                    <a:pt x="840" y="896"/>
                  </a:cubicBezTo>
                  <a:cubicBezTo>
                    <a:pt x="862" y="875"/>
                    <a:pt x="874" y="846"/>
                    <a:pt x="874" y="811"/>
                  </a:cubicBezTo>
                  <a:cubicBezTo>
                    <a:pt x="874" y="783"/>
                    <a:pt x="867" y="760"/>
                    <a:pt x="854" y="74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dirty="0"/>
            </a:p>
          </p:txBody>
        </p:sp>
      </p:grpSp>
    </p:spTree>
    <p:extLst>
      <p:ext uri="{BB962C8B-B14F-4D97-AF65-F5344CB8AC3E}">
        <p14:creationId xmlns:p14="http://schemas.microsoft.com/office/powerpoint/2010/main" val="4161821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Couverture – 3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3F6F4528-A9EF-49D0-93B4-D497012A78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2500" y="384174"/>
            <a:ext cx="5775326" cy="2613026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4800" cap="all" baseline="0">
                <a:solidFill>
                  <a:schemeClr val="accent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854BCC31-F60A-4A5D-8D9E-CEE82B8D288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32499" y="3381374"/>
            <a:ext cx="5391151" cy="984885"/>
          </a:xfrm>
        </p:spPr>
        <p:txBody>
          <a:bodyPr/>
          <a:lstStyle>
            <a:lvl1pPr>
              <a:defRPr sz="3100" b="0" u="none">
                <a:solidFill>
                  <a:schemeClr val="accent1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2" name="Espace réservé pour une image  10">
            <a:extLst>
              <a:ext uri="{FF2B5EF4-FFF2-40B4-BE49-F238E27FC236}">
                <a16:creationId xmlns:a16="http://schemas.microsoft.com/office/drawing/2014/main" id="{E41904BE-3ABF-4C86-AAA7-9B3159B62C6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08465" y="308465"/>
            <a:ext cx="5393835" cy="6241070"/>
          </a:xfrm>
          <a:solidFill>
            <a:schemeClr val="bg1"/>
          </a:solidFill>
          <a:ln w="152400" cap="sq">
            <a:noFill/>
            <a:miter lim="800000"/>
          </a:ln>
        </p:spPr>
        <p:txBody>
          <a:bodyPr lIns="360000" rIns="360000" bIns="1368000" anchor="ctr">
            <a:noAutofit/>
          </a:bodyPr>
          <a:lstStyle>
            <a:lvl1pPr algn="ctr">
              <a:defRPr sz="1000" b="0" u="none" cap="all" spc="100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fr-FR"/>
              <a:t>Cliquez sur l'icône pour ajouter une image</a:t>
            </a:r>
            <a:endParaRPr lang="fr-FR" dirty="0"/>
          </a:p>
        </p:txBody>
      </p:sp>
      <p:grpSp>
        <p:nvGrpSpPr>
          <p:cNvPr id="23" name="Groupe 22">
            <a:extLst>
              <a:ext uri="{FF2B5EF4-FFF2-40B4-BE49-F238E27FC236}">
                <a16:creationId xmlns:a16="http://schemas.microsoft.com/office/drawing/2014/main" id="{DEC76024-AF2A-41E5-8A24-8FDAC6D7342E}"/>
              </a:ext>
            </a:extLst>
          </p:cNvPr>
          <p:cNvGrpSpPr/>
          <p:nvPr userDrawn="1"/>
        </p:nvGrpSpPr>
        <p:grpSpPr>
          <a:xfrm>
            <a:off x="10400832" y="5619774"/>
            <a:ext cx="1482703" cy="929761"/>
            <a:chOff x="2647950" y="1270000"/>
            <a:chExt cx="6896100" cy="4324351"/>
          </a:xfrm>
          <a:solidFill>
            <a:schemeClr val="accent1"/>
          </a:solidFill>
        </p:grpSpPr>
        <p:sp>
          <p:nvSpPr>
            <p:cNvPr id="24" name="Freeform 5">
              <a:extLst>
                <a:ext uri="{FF2B5EF4-FFF2-40B4-BE49-F238E27FC236}">
                  <a16:creationId xmlns:a16="http://schemas.microsoft.com/office/drawing/2014/main" id="{7A0A2745-53E4-4C81-AC22-33E32AF6DB2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026275" y="2463800"/>
              <a:ext cx="1190625" cy="1244600"/>
            </a:xfrm>
            <a:custGeom>
              <a:avLst/>
              <a:gdLst>
                <a:gd name="T0" fmla="*/ 249 w 316"/>
                <a:gd name="T1" fmla="*/ 221 h 330"/>
                <a:gd name="T2" fmla="*/ 215 w 316"/>
                <a:gd name="T3" fmla="*/ 261 h 330"/>
                <a:gd name="T4" fmla="*/ 160 w 316"/>
                <a:gd name="T5" fmla="*/ 276 h 330"/>
                <a:gd name="T6" fmla="*/ 105 w 316"/>
                <a:gd name="T7" fmla="*/ 261 h 330"/>
                <a:gd name="T8" fmla="*/ 70 w 316"/>
                <a:gd name="T9" fmla="*/ 221 h 330"/>
                <a:gd name="T10" fmla="*/ 57 w 316"/>
                <a:gd name="T11" fmla="*/ 165 h 330"/>
                <a:gd name="T12" fmla="*/ 70 w 316"/>
                <a:gd name="T13" fmla="*/ 109 h 330"/>
                <a:gd name="T14" fmla="*/ 105 w 316"/>
                <a:gd name="T15" fmla="*/ 69 h 330"/>
                <a:gd name="T16" fmla="*/ 160 w 316"/>
                <a:gd name="T17" fmla="*/ 54 h 330"/>
                <a:gd name="T18" fmla="*/ 215 w 316"/>
                <a:gd name="T19" fmla="*/ 69 h 330"/>
                <a:gd name="T20" fmla="*/ 249 w 316"/>
                <a:gd name="T21" fmla="*/ 109 h 330"/>
                <a:gd name="T22" fmla="*/ 261 w 316"/>
                <a:gd name="T23" fmla="*/ 165 h 330"/>
                <a:gd name="T24" fmla="*/ 249 w 316"/>
                <a:gd name="T25" fmla="*/ 221 h 330"/>
                <a:gd name="T26" fmla="*/ 258 w 316"/>
                <a:gd name="T27" fmla="*/ 44 h 330"/>
                <a:gd name="T28" fmla="*/ 223 w 316"/>
                <a:gd name="T29" fmla="*/ 16 h 330"/>
                <a:gd name="T30" fmla="*/ 154 w 316"/>
                <a:gd name="T31" fmla="*/ 0 h 330"/>
                <a:gd name="T32" fmla="*/ 73 w 316"/>
                <a:gd name="T33" fmla="*/ 23 h 330"/>
                <a:gd name="T34" fmla="*/ 19 w 316"/>
                <a:gd name="T35" fmla="*/ 82 h 330"/>
                <a:gd name="T36" fmla="*/ 0 w 316"/>
                <a:gd name="T37" fmla="*/ 165 h 330"/>
                <a:gd name="T38" fmla="*/ 19 w 316"/>
                <a:gd name="T39" fmla="*/ 248 h 330"/>
                <a:gd name="T40" fmla="*/ 73 w 316"/>
                <a:gd name="T41" fmla="*/ 307 h 330"/>
                <a:gd name="T42" fmla="*/ 154 w 316"/>
                <a:gd name="T43" fmla="*/ 330 h 330"/>
                <a:gd name="T44" fmla="*/ 223 w 316"/>
                <a:gd name="T45" fmla="*/ 314 h 330"/>
                <a:gd name="T46" fmla="*/ 258 w 316"/>
                <a:gd name="T47" fmla="*/ 286 h 330"/>
                <a:gd name="T48" fmla="*/ 258 w 316"/>
                <a:gd name="T49" fmla="*/ 325 h 330"/>
                <a:gd name="T50" fmla="*/ 316 w 316"/>
                <a:gd name="T51" fmla="*/ 325 h 330"/>
                <a:gd name="T52" fmla="*/ 316 w 316"/>
                <a:gd name="T53" fmla="*/ 5 h 330"/>
                <a:gd name="T54" fmla="*/ 258 w 316"/>
                <a:gd name="T55" fmla="*/ 5 h 330"/>
                <a:gd name="T56" fmla="*/ 258 w 316"/>
                <a:gd name="T57" fmla="*/ 44 h 3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316" h="330">
                  <a:moveTo>
                    <a:pt x="249" y="221"/>
                  </a:moveTo>
                  <a:cubicBezTo>
                    <a:pt x="241" y="237"/>
                    <a:pt x="230" y="251"/>
                    <a:pt x="215" y="261"/>
                  </a:cubicBezTo>
                  <a:cubicBezTo>
                    <a:pt x="201" y="271"/>
                    <a:pt x="182" y="276"/>
                    <a:pt x="160" y="276"/>
                  </a:cubicBezTo>
                  <a:cubicBezTo>
                    <a:pt x="139" y="276"/>
                    <a:pt x="120" y="271"/>
                    <a:pt x="105" y="261"/>
                  </a:cubicBezTo>
                  <a:cubicBezTo>
                    <a:pt x="90" y="251"/>
                    <a:pt x="78" y="237"/>
                    <a:pt x="70" y="221"/>
                  </a:cubicBezTo>
                  <a:cubicBezTo>
                    <a:pt x="62" y="204"/>
                    <a:pt x="57" y="185"/>
                    <a:pt x="57" y="165"/>
                  </a:cubicBezTo>
                  <a:cubicBezTo>
                    <a:pt x="57" y="145"/>
                    <a:pt x="61" y="126"/>
                    <a:pt x="70" y="109"/>
                  </a:cubicBezTo>
                  <a:cubicBezTo>
                    <a:pt x="78" y="93"/>
                    <a:pt x="90" y="79"/>
                    <a:pt x="105" y="69"/>
                  </a:cubicBezTo>
                  <a:cubicBezTo>
                    <a:pt x="121" y="59"/>
                    <a:pt x="139" y="54"/>
                    <a:pt x="160" y="54"/>
                  </a:cubicBezTo>
                  <a:cubicBezTo>
                    <a:pt x="182" y="54"/>
                    <a:pt x="201" y="59"/>
                    <a:pt x="215" y="69"/>
                  </a:cubicBezTo>
                  <a:cubicBezTo>
                    <a:pt x="230" y="79"/>
                    <a:pt x="241" y="92"/>
                    <a:pt x="249" y="109"/>
                  </a:cubicBezTo>
                  <a:cubicBezTo>
                    <a:pt x="257" y="126"/>
                    <a:pt x="261" y="145"/>
                    <a:pt x="261" y="165"/>
                  </a:cubicBezTo>
                  <a:cubicBezTo>
                    <a:pt x="261" y="185"/>
                    <a:pt x="257" y="204"/>
                    <a:pt x="249" y="221"/>
                  </a:cubicBezTo>
                  <a:moveTo>
                    <a:pt x="258" y="44"/>
                  </a:moveTo>
                  <a:cubicBezTo>
                    <a:pt x="248" y="33"/>
                    <a:pt x="236" y="23"/>
                    <a:pt x="223" y="16"/>
                  </a:cubicBezTo>
                  <a:cubicBezTo>
                    <a:pt x="204" y="6"/>
                    <a:pt x="181" y="0"/>
                    <a:pt x="154" y="0"/>
                  </a:cubicBezTo>
                  <a:cubicBezTo>
                    <a:pt x="123" y="0"/>
                    <a:pt x="96" y="8"/>
                    <a:pt x="73" y="23"/>
                  </a:cubicBezTo>
                  <a:cubicBezTo>
                    <a:pt x="50" y="37"/>
                    <a:pt x="31" y="57"/>
                    <a:pt x="19" y="82"/>
                  </a:cubicBezTo>
                  <a:cubicBezTo>
                    <a:pt x="6" y="107"/>
                    <a:pt x="0" y="135"/>
                    <a:pt x="0" y="165"/>
                  </a:cubicBezTo>
                  <a:cubicBezTo>
                    <a:pt x="0" y="195"/>
                    <a:pt x="6" y="223"/>
                    <a:pt x="19" y="248"/>
                  </a:cubicBezTo>
                  <a:cubicBezTo>
                    <a:pt x="31" y="273"/>
                    <a:pt x="50" y="293"/>
                    <a:pt x="73" y="307"/>
                  </a:cubicBezTo>
                  <a:cubicBezTo>
                    <a:pt x="96" y="322"/>
                    <a:pt x="123" y="330"/>
                    <a:pt x="154" y="330"/>
                  </a:cubicBezTo>
                  <a:cubicBezTo>
                    <a:pt x="181" y="330"/>
                    <a:pt x="204" y="324"/>
                    <a:pt x="223" y="314"/>
                  </a:cubicBezTo>
                  <a:cubicBezTo>
                    <a:pt x="236" y="307"/>
                    <a:pt x="248" y="297"/>
                    <a:pt x="258" y="286"/>
                  </a:cubicBezTo>
                  <a:cubicBezTo>
                    <a:pt x="258" y="325"/>
                    <a:pt x="258" y="325"/>
                    <a:pt x="258" y="325"/>
                  </a:cubicBezTo>
                  <a:cubicBezTo>
                    <a:pt x="316" y="325"/>
                    <a:pt x="316" y="325"/>
                    <a:pt x="316" y="325"/>
                  </a:cubicBezTo>
                  <a:cubicBezTo>
                    <a:pt x="316" y="5"/>
                    <a:pt x="316" y="5"/>
                    <a:pt x="316" y="5"/>
                  </a:cubicBezTo>
                  <a:cubicBezTo>
                    <a:pt x="258" y="5"/>
                    <a:pt x="258" y="5"/>
                    <a:pt x="258" y="5"/>
                  </a:cubicBezTo>
                  <a:lnTo>
                    <a:pt x="258" y="4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5" name="Freeform 6">
              <a:extLst>
                <a:ext uri="{FF2B5EF4-FFF2-40B4-BE49-F238E27FC236}">
                  <a16:creationId xmlns:a16="http://schemas.microsoft.com/office/drawing/2014/main" id="{8C891D1F-2CB3-4010-BF6A-8BAC2CA8D735}"/>
                </a:ext>
              </a:extLst>
            </p:cNvPr>
            <p:cNvSpPr>
              <a:spLocks/>
            </p:cNvSpPr>
            <p:nvPr/>
          </p:nvSpPr>
          <p:spPr bwMode="auto">
            <a:xfrm>
              <a:off x="8466138" y="2481263"/>
              <a:ext cx="1066800" cy="1227138"/>
            </a:xfrm>
            <a:custGeom>
              <a:avLst/>
              <a:gdLst>
                <a:gd name="T0" fmla="*/ 128 w 283"/>
                <a:gd name="T1" fmla="*/ 325 h 325"/>
                <a:gd name="T2" fmla="*/ 193 w 283"/>
                <a:gd name="T3" fmla="*/ 308 h 325"/>
                <a:gd name="T4" fmla="*/ 225 w 283"/>
                <a:gd name="T5" fmla="*/ 282 h 325"/>
                <a:gd name="T6" fmla="*/ 225 w 283"/>
                <a:gd name="T7" fmla="*/ 320 h 325"/>
                <a:gd name="T8" fmla="*/ 283 w 283"/>
                <a:gd name="T9" fmla="*/ 320 h 325"/>
                <a:gd name="T10" fmla="*/ 283 w 283"/>
                <a:gd name="T11" fmla="*/ 0 h 325"/>
                <a:gd name="T12" fmla="*/ 225 w 283"/>
                <a:gd name="T13" fmla="*/ 0 h 325"/>
                <a:gd name="T14" fmla="*/ 225 w 283"/>
                <a:gd name="T15" fmla="*/ 183 h 325"/>
                <a:gd name="T16" fmla="*/ 213 w 283"/>
                <a:gd name="T17" fmla="*/ 229 h 325"/>
                <a:gd name="T18" fmla="*/ 181 w 283"/>
                <a:gd name="T19" fmla="*/ 260 h 325"/>
                <a:gd name="T20" fmla="*/ 138 w 283"/>
                <a:gd name="T21" fmla="*/ 271 h 325"/>
                <a:gd name="T22" fmla="*/ 80 w 283"/>
                <a:gd name="T23" fmla="*/ 247 h 325"/>
                <a:gd name="T24" fmla="*/ 57 w 283"/>
                <a:gd name="T25" fmla="*/ 184 h 325"/>
                <a:gd name="T26" fmla="*/ 57 w 283"/>
                <a:gd name="T27" fmla="*/ 0 h 325"/>
                <a:gd name="T28" fmla="*/ 0 w 283"/>
                <a:gd name="T29" fmla="*/ 0 h 325"/>
                <a:gd name="T30" fmla="*/ 0 w 283"/>
                <a:gd name="T31" fmla="*/ 185 h 325"/>
                <a:gd name="T32" fmla="*/ 18 w 283"/>
                <a:gd name="T33" fmla="*/ 262 h 325"/>
                <a:gd name="T34" fmla="*/ 66 w 283"/>
                <a:gd name="T35" fmla="*/ 309 h 325"/>
                <a:gd name="T36" fmla="*/ 128 w 283"/>
                <a:gd name="T37" fmla="*/ 325 h 3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83" h="325">
                  <a:moveTo>
                    <a:pt x="128" y="325"/>
                  </a:moveTo>
                  <a:cubicBezTo>
                    <a:pt x="154" y="325"/>
                    <a:pt x="176" y="319"/>
                    <a:pt x="193" y="308"/>
                  </a:cubicBezTo>
                  <a:cubicBezTo>
                    <a:pt x="205" y="301"/>
                    <a:pt x="215" y="292"/>
                    <a:pt x="225" y="282"/>
                  </a:cubicBezTo>
                  <a:cubicBezTo>
                    <a:pt x="225" y="320"/>
                    <a:pt x="225" y="320"/>
                    <a:pt x="225" y="320"/>
                  </a:cubicBezTo>
                  <a:cubicBezTo>
                    <a:pt x="283" y="320"/>
                    <a:pt x="283" y="320"/>
                    <a:pt x="283" y="320"/>
                  </a:cubicBezTo>
                  <a:cubicBezTo>
                    <a:pt x="283" y="0"/>
                    <a:pt x="283" y="0"/>
                    <a:pt x="283" y="0"/>
                  </a:cubicBezTo>
                  <a:cubicBezTo>
                    <a:pt x="225" y="0"/>
                    <a:pt x="225" y="0"/>
                    <a:pt x="225" y="0"/>
                  </a:cubicBezTo>
                  <a:cubicBezTo>
                    <a:pt x="225" y="183"/>
                    <a:pt x="225" y="183"/>
                    <a:pt x="225" y="183"/>
                  </a:cubicBezTo>
                  <a:cubicBezTo>
                    <a:pt x="225" y="201"/>
                    <a:pt x="221" y="216"/>
                    <a:pt x="213" y="229"/>
                  </a:cubicBezTo>
                  <a:cubicBezTo>
                    <a:pt x="205" y="242"/>
                    <a:pt x="195" y="252"/>
                    <a:pt x="181" y="260"/>
                  </a:cubicBezTo>
                  <a:cubicBezTo>
                    <a:pt x="169" y="267"/>
                    <a:pt x="154" y="271"/>
                    <a:pt x="138" y="271"/>
                  </a:cubicBezTo>
                  <a:cubicBezTo>
                    <a:pt x="114" y="271"/>
                    <a:pt x="95" y="263"/>
                    <a:pt x="80" y="247"/>
                  </a:cubicBezTo>
                  <a:cubicBezTo>
                    <a:pt x="65" y="232"/>
                    <a:pt x="57" y="210"/>
                    <a:pt x="57" y="184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85"/>
                    <a:pt x="0" y="185"/>
                    <a:pt x="0" y="185"/>
                  </a:cubicBezTo>
                  <a:cubicBezTo>
                    <a:pt x="0" y="215"/>
                    <a:pt x="6" y="241"/>
                    <a:pt x="18" y="262"/>
                  </a:cubicBezTo>
                  <a:cubicBezTo>
                    <a:pt x="30" y="282"/>
                    <a:pt x="46" y="298"/>
                    <a:pt x="66" y="309"/>
                  </a:cubicBezTo>
                  <a:cubicBezTo>
                    <a:pt x="86" y="319"/>
                    <a:pt x="107" y="325"/>
                    <a:pt x="128" y="325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6" name="Freeform 7">
              <a:extLst>
                <a:ext uri="{FF2B5EF4-FFF2-40B4-BE49-F238E27FC236}">
                  <a16:creationId xmlns:a16="http://schemas.microsoft.com/office/drawing/2014/main" id="{47A33B79-D8FC-4EE8-86FC-265575DA02F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47950" y="4157663"/>
              <a:ext cx="1017588" cy="1436688"/>
            </a:xfrm>
            <a:custGeom>
              <a:avLst/>
              <a:gdLst>
                <a:gd name="T0" fmla="*/ 213 w 270"/>
                <a:gd name="T1" fmla="*/ 288 h 381"/>
                <a:gd name="T2" fmla="*/ 184 w 270"/>
                <a:gd name="T3" fmla="*/ 323 h 381"/>
                <a:gd name="T4" fmla="*/ 137 w 270"/>
                <a:gd name="T5" fmla="*/ 335 h 381"/>
                <a:gd name="T6" fmla="*/ 90 w 270"/>
                <a:gd name="T7" fmla="*/ 323 h 381"/>
                <a:gd name="T8" fmla="*/ 60 w 270"/>
                <a:gd name="T9" fmla="*/ 288 h 381"/>
                <a:gd name="T10" fmla="*/ 49 w 270"/>
                <a:gd name="T11" fmla="*/ 241 h 381"/>
                <a:gd name="T12" fmla="*/ 60 w 270"/>
                <a:gd name="T13" fmla="*/ 193 h 381"/>
                <a:gd name="T14" fmla="*/ 90 w 270"/>
                <a:gd name="T15" fmla="*/ 159 h 381"/>
                <a:gd name="T16" fmla="*/ 137 w 270"/>
                <a:gd name="T17" fmla="*/ 146 h 381"/>
                <a:gd name="T18" fmla="*/ 184 w 270"/>
                <a:gd name="T19" fmla="*/ 159 h 381"/>
                <a:gd name="T20" fmla="*/ 213 w 270"/>
                <a:gd name="T21" fmla="*/ 193 h 381"/>
                <a:gd name="T22" fmla="*/ 223 w 270"/>
                <a:gd name="T23" fmla="*/ 241 h 381"/>
                <a:gd name="T24" fmla="*/ 213 w 270"/>
                <a:gd name="T25" fmla="*/ 288 h 381"/>
                <a:gd name="T26" fmla="*/ 221 w 270"/>
                <a:gd name="T27" fmla="*/ 138 h 381"/>
                <a:gd name="T28" fmla="*/ 190 w 270"/>
                <a:gd name="T29" fmla="*/ 114 h 381"/>
                <a:gd name="T30" fmla="*/ 132 w 270"/>
                <a:gd name="T31" fmla="*/ 101 h 381"/>
                <a:gd name="T32" fmla="*/ 62 w 270"/>
                <a:gd name="T33" fmla="*/ 120 h 381"/>
                <a:gd name="T34" fmla="*/ 16 w 270"/>
                <a:gd name="T35" fmla="*/ 170 h 381"/>
                <a:gd name="T36" fmla="*/ 0 w 270"/>
                <a:gd name="T37" fmla="*/ 241 h 381"/>
                <a:gd name="T38" fmla="*/ 16 w 270"/>
                <a:gd name="T39" fmla="*/ 311 h 381"/>
                <a:gd name="T40" fmla="*/ 62 w 270"/>
                <a:gd name="T41" fmla="*/ 362 h 381"/>
                <a:gd name="T42" fmla="*/ 132 w 270"/>
                <a:gd name="T43" fmla="*/ 381 h 381"/>
                <a:gd name="T44" fmla="*/ 190 w 270"/>
                <a:gd name="T45" fmla="*/ 368 h 381"/>
                <a:gd name="T46" fmla="*/ 221 w 270"/>
                <a:gd name="T47" fmla="*/ 344 h 381"/>
                <a:gd name="T48" fmla="*/ 221 w 270"/>
                <a:gd name="T49" fmla="*/ 377 h 381"/>
                <a:gd name="T50" fmla="*/ 270 w 270"/>
                <a:gd name="T51" fmla="*/ 377 h 381"/>
                <a:gd name="T52" fmla="*/ 270 w 270"/>
                <a:gd name="T53" fmla="*/ 0 h 381"/>
                <a:gd name="T54" fmla="*/ 221 w 270"/>
                <a:gd name="T55" fmla="*/ 0 h 381"/>
                <a:gd name="T56" fmla="*/ 221 w 270"/>
                <a:gd name="T57" fmla="*/ 138 h 3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70" h="381">
                  <a:moveTo>
                    <a:pt x="213" y="288"/>
                  </a:moveTo>
                  <a:cubicBezTo>
                    <a:pt x="206" y="303"/>
                    <a:pt x="196" y="314"/>
                    <a:pt x="184" y="323"/>
                  </a:cubicBezTo>
                  <a:cubicBezTo>
                    <a:pt x="171" y="331"/>
                    <a:pt x="156" y="335"/>
                    <a:pt x="137" y="335"/>
                  </a:cubicBezTo>
                  <a:cubicBezTo>
                    <a:pt x="119" y="335"/>
                    <a:pt x="103" y="331"/>
                    <a:pt x="90" y="323"/>
                  </a:cubicBezTo>
                  <a:cubicBezTo>
                    <a:pt x="77" y="314"/>
                    <a:pt x="67" y="303"/>
                    <a:pt x="60" y="288"/>
                  </a:cubicBezTo>
                  <a:cubicBezTo>
                    <a:pt x="53" y="274"/>
                    <a:pt x="49" y="258"/>
                    <a:pt x="49" y="241"/>
                  </a:cubicBezTo>
                  <a:cubicBezTo>
                    <a:pt x="49" y="224"/>
                    <a:pt x="53" y="208"/>
                    <a:pt x="60" y="193"/>
                  </a:cubicBezTo>
                  <a:cubicBezTo>
                    <a:pt x="67" y="179"/>
                    <a:pt x="77" y="168"/>
                    <a:pt x="90" y="159"/>
                  </a:cubicBezTo>
                  <a:cubicBezTo>
                    <a:pt x="103" y="151"/>
                    <a:pt x="119" y="146"/>
                    <a:pt x="137" y="146"/>
                  </a:cubicBezTo>
                  <a:cubicBezTo>
                    <a:pt x="156" y="146"/>
                    <a:pt x="171" y="151"/>
                    <a:pt x="184" y="159"/>
                  </a:cubicBezTo>
                  <a:cubicBezTo>
                    <a:pt x="196" y="168"/>
                    <a:pt x="206" y="179"/>
                    <a:pt x="213" y="193"/>
                  </a:cubicBezTo>
                  <a:cubicBezTo>
                    <a:pt x="219" y="208"/>
                    <a:pt x="223" y="224"/>
                    <a:pt x="223" y="241"/>
                  </a:cubicBezTo>
                  <a:cubicBezTo>
                    <a:pt x="223" y="258"/>
                    <a:pt x="219" y="274"/>
                    <a:pt x="213" y="288"/>
                  </a:cubicBezTo>
                  <a:moveTo>
                    <a:pt x="221" y="138"/>
                  </a:moveTo>
                  <a:cubicBezTo>
                    <a:pt x="212" y="128"/>
                    <a:pt x="202" y="120"/>
                    <a:pt x="190" y="114"/>
                  </a:cubicBezTo>
                  <a:cubicBezTo>
                    <a:pt x="174" y="105"/>
                    <a:pt x="154" y="101"/>
                    <a:pt x="132" y="101"/>
                  </a:cubicBezTo>
                  <a:cubicBezTo>
                    <a:pt x="106" y="101"/>
                    <a:pt x="82" y="107"/>
                    <a:pt x="62" y="120"/>
                  </a:cubicBezTo>
                  <a:cubicBezTo>
                    <a:pt x="43" y="132"/>
                    <a:pt x="27" y="149"/>
                    <a:pt x="16" y="170"/>
                  </a:cubicBezTo>
                  <a:cubicBezTo>
                    <a:pt x="6" y="191"/>
                    <a:pt x="0" y="215"/>
                    <a:pt x="0" y="241"/>
                  </a:cubicBezTo>
                  <a:cubicBezTo>
                    <a:pt x="0" y="266"/>
                    <a:pt x="6" y="290"/>
                    <a:pt x="16" y="311"/>
                  </a:cubicBezTo>
                  <a:cubicBezTo>
                    <a:pt x="27" y="333"/>
                    <a:pt x="43" y="350"/>
                    <a:pt x="62" y="362"/>
                  </a:cubicBezTo>
                  <a:cubicBezTo>
                    <a:pt x="82" y="375"/>
                    <a:pt x="106" y="381"/>
                    <a:pt x="132" y="381"/>
                  </a:cubicBezTo>
                  <a:cubicBezTo>
                    <a:pt x="154" y="381"/>
                    <a:pt x="174" y="377"/>
                    <a:pt x="190" y="368"/>
                  </a:cubicBezTo>
                  <a:cubicBezTo>
                    <a:pt x="202" y="361"/>
                    <a:pt x="212" y="354"/>
                    <a:pt x="221" y="344"/>
                  </a:cubicBezTo>
                  <a:cubicBezTo>
                    <a:pt x="221" y="377"/>
                    <a:pt x="221" y="377"/>
                    <a:pt x="221" y="377"/>
                  </a:cubicBezTo>
                  <a:cubicBezTo>
                    <a:pt x="270" y="377"/>
                    <a:pt x="270" y="377"/>
                    <a:pt x="270" y="377"/>
                  </a:cubicBezTo>
                  <a:cubicBezTo>
                    <a:pt x="270" y="0"/>
                    <a:pt x="270" y="0"/>
                    <a:pt x="270" y="0"/>
                  </a:cubicBezTo>
                  <a:cubicBezTo>
                    <a:pt x="221" y="0"/>
                    <a:pt x="221" y="0"/>
                    <a:pt x="221" y="0"/>
                  </a:cubicBezTo>
                  <a:lnTo>
                    <a:pt x="221" y="13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7" name="Freeform 8">
              <a:extLst>
                <a:ext uri="{FF2B5EF4-FFF2-40B4-BE49-F238E27FC236}">
                  <a16:creationId xmlns:a16="http://schemas.microsoft.com/office/drawing/2014/main" id="{8F1094C3-82CF-4A61-8CCA-4BF24E42F4F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81425" y="4538663"/>
              <a:ext cx="1017588" cy="1055688"/>
            </a:xfrm>
            <a:custGeom>
              <a:avLst/>
              <a:gdLst>
                <a:gd name="T0" fmla="*/ 52 w 270"/>
                <a:gd name="T1" fmla="*/ 114 h 280"/>
                <a:gd name="T2" fmla="*/ 78 w 270"/>
                <a:gd name="T3" fmla="*/ 66 h 280"/>
                <a:gd name="T4" fmla="*/ 135 w 270"/>
                <a:gd name="T5" fmla="*/ 45 h 280"/>
                <a:gd name="T6" fmla="*/ 192 w 270"/>
                <a:gd name="T7" fmla="*/ 66 h 280"/>
                <a:gd name="T8" fmla="*/ 218 w 270"/>
                <a:gd name="T9" fmla="*/ 114 h 280"/>
                <a:gd name="T10" fmla="*/ 52 w 270"/>
                <a:gd name="T11" fmla="*/ 114 h 280"/>
                <a:gd name="T12" fmla="*/ 207 w 270"/>
                <a:gd name="T13" fmla="*/ 19 h 280"/>
                <a:gd name="T14" fmla="*/ 135 w 270"/>
                <a:gd name="T15" fmla="*/ 0 h 280"/>
                <a:gd name="T16" fmla="*/ 63 w 270"/>
                <a:gd name="T17" fmla="*/ 19 h 280"/>
                <a:gd name="T18" fmla="*/ 17 w 270"/>
                <a:gd name="T19" fmla="*/ 69 h 280"/>
                <a:gd name="T20" fmla="*/ 0 w 270"/>
                <a:gd name="T21" fmla="*/ 140 h 280"/>
                <a:gd name="T22" fmla="*/ 17 w 270"/>
                <a:gd name="T23" fmla="*/ 210 h 280"/>
                <a:gd name="T24" fmla="*/ 66 w 270"/>
                <a:gd name="T25" fmla="*/ 261 h 280"/>
                <a:gd name="T26" fmla="*/ 138 w 270"/>
                <a:gd name="T27" fmla="*/ 280 h 280"/>
                <a:gd name="T28" fmla="*/ 217 w 270"/>
                <a:gd name="T29" fmla="*/ 257 h 280"/>
                <a:gd name="T30" fmla="*/ 262 w 270"/>
                <a:gd name="T31" fmla="*/ 197 h 280"/>
                <a:gd name="T32" fmla="*/ 265 w 270"/>
                <a:gd name="T33" fmla="*/ 190 h 280"/>
                <a:gd name="T34" fmla="*/ 211 w 270"/>
                <a:gd name="T35" fmla="*/ 190 h 280"/>
                <a:gd name="T36" fmla="*/ 210 w 270"/>
                <a:gd name="T37" fmla="*/ 193 h 280"/>
                <a:gd name="T38" fmla="*/ 182 w 270"/>
                <a:gd name="T39" fmla="*/ 223 h 280"/>
                <a:gd name="T40" fmla="*/ 138 w 270"/>
                <a:gd name="T41" fmla="*/ 234 h 280"/>
                <a:gd name="T42" fmla="*/ 95 w 270"/>
                <a:gd name="T43" fmla="*/ 224 h 280"/>
                <a:gd name="T44" fmla="*/ 65 w 270"/>
                <a:gd name="T45" fmla="*/ 195 h 280"/>
                <a:gd name="T46" fmla="*/ 52 w 270"/>
                <a:gd name="T47" fmla="*/ 161 h 280"/>
                <a:gd name="T48" fmla="*/ 270 w 270"/>
                <a:gd name="T49" fmla="*/ 161 h 280"/>
                <a:gd name="T50" fmla="*/ 270 w 270"/>
                <a:gd name="T51" fmla="*/ 140 h 280"/>
                <a:gd name="T52" fmla="*/ 254 w 270"/>
                <a:gd name="T53" fmla="*/ 69 h 280"/>
                <a:gd name="T54" fmla="*/ 207 w 270"/>
                <a:gd name="T55" fmla="*/ 19 h 2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270" h="280">
                  <a:moveTo>
                    <a:pt x="52" y="114"/>
                  </a:moveTo>
                  <a:cubicBezTo>
                    <a:pt x="56" y="95"/>
                    <a:pt x="65" y="79"/>
                    <a:pt x="78" y="66"/>
                  </a:cubicBezTo>
                  <a:cubicBezTo>
                    <a:pt x="92" y="52"/>
                    <a:pt x="112" y="45"/>
                    <a:pt x="135" y="45"/>
                  </a:cubicBezTo>
                  <a:cubicBezTo>
                    <a:pt x="159" y="45"/>
                    <a:pt x="178" y="52"/>
                    <a:pt x="192" y="66"/>
                  </a:cubicBezTo>
                  <a:cubicBezTo>
                    <a:pt x="206" y="79"/>
                    <a:pt x="214" y="95"/>
                    <a:pt x="218" y="114"/>
                  </a:cubicBezTo>
                  <a:lnTo>
                    <a:pt x="52" y="114"/>
                  </a:lnTo>
                  <a:close/>
                  <a:moveTo>
                    <a:pt x="207" y="19"/>
                  </a:moveTo>
                  <a:cubicBezTo>
                    <a:pt x="187" y="6"/>
                    <a:pt x="163" y="0"/>
                    <a:pt x="135" y="0"/>
                  </a:cubicBezTo>
                  <a:cubicBezTo>
                    <a:pt x="108" y="0"/>
                    <a:pt x="84" y="6"/>
                    <a:pt x="63" y="19"/>
                  </a:cubicBezTo>
                  <a:cubicBezTo>
                    <a:pt x="43" y="31"/>
                    <a:pt x="27" y="48"/>
                    <a:pt x="17" y="69"/>
                  </a:cubicBezTo>
                  <a:cubicBezTo>
                    <a:pt x="6" y="90"/>
                    <a:pt x="0" y="114"/>
                    <a:pt x="0" y="140"/>
                  </a:cubicBezTo>
                  <a:cubicBezTo>
                    <a:pt x="0" y="165"/>
                    <a:pt x="6" y="189"/>
                    <a:pt x="17" y="210"/>
                  </a:cubicBezTo>
                  <a:cubicBezTo>
                    <a:pt x="29" y="232"/>
                    <a:pt x="45" y="249"/>
                    <a:pt x="66" y="261"/>
                  </a:cubicBezTo>
                  <a:cubicBezTo>
                    <a:pt x="86" y="274"/>
                    <a:pt x="110" y="280"/>
                    <a:pt x="138" y="280"/>
                  </a:cubicBezTo>
                  <a:cubicBezTo>
                    <a:pt x="170" y="280"/>
                    <a:pt x="197" y="272"/>
                    <a:pt x="217" y="257"/>
                  </a:cubicBezTo>
                  <a:cubicBezTo>
                    <a:pt x="237" y="241"/>
                    <a:pt x="253" y="221"/>
                    <a:pt x="262" y="197"/>
                  </a:cubicBezTo>
                  <a:cubicBezTo>
                    <a:pt x="265" y="190"/>
                    <a:pt x="265" y="190"/>
                    <a:pt x="265" y="190"/>
                  </a:cubicBezTo>
                  <a:cubicBezTo>
                    <a:pt x="211" y="190"/>
                    <a:pt x="211" y="190"/>
                    <a:pt x="211" y="190"/>
                  </a:cubicBezTo>
                  <a:cubicBezTo>
                    <a:pt x="210" y="193"/>
                    <a:pt x="210" y="193"/>
                    <a:pt x="210" y="193"/>
                  </a:cubicBezTo>
                  <a:cubicBezTo>
                    <a:pt x="203" y="205"/>
                    <a:pt x="194" y="215"/>
                    <a:pt x="182" y="223"/>
                  </a:cubicBezTo>
                  <a:cubicBezTo>
                    <a:pt x="171" y="231"/>
                    <a:pt x="156" y="234"/>
                    <a:pt x="138" y="234"/>
                  </a:cubicBezTo>
                  <a:cubicBezTo>
                    <a:pt x="122" y="234"/>
                    <a:pt x="107" y="231"/>
                    <a:pt x="95" y="224"/>
                  </a:cubicBezTo>
                  <a:cubicBezTo>
                    <a:pt x="82" y="217"/>
                    <a:pt x="72" y="207"/>
                    <a:pt x="65" y="195"/>
                  </a:cubicBezTo>
                  <a:cubicBezTo>
                    <a:pt x="58" y="185"/>
                    <a:pt x="54" y="173"/>
                    <a:pt x="52" y="161"/>
                  </a:cubicBezTo>
                  <a:cubicBezTo>
                    <a:pt x="270" y="161"/>
                    <a:pt x="270" y="161"/>
                    <a:pt x="270" y="161"/>
                  </a:cubicBezTo>
                  <a:cubicBezTo>
                    <a:pt x="270" y="140"/>
                    <a:pt x="270" y="140"/>
                    <a:pt x="270" y="140"/>
                  </a:cubicBezTo>
                  <a:cubicBezTo>
                    <a:pt x="270" y="114"/>
                    <a:pt x="265" y="90"/>
                    <a:pt x="254" y="69"/>
                  </a:cubicBezTo>
                  <a:cubicBezTo>
                    <a:pt x="243" y="48"/>
                    <a:pt x="227" y="31"/>
                    <a:pt x="207" y="1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8" name="Freeform 9">
              <a:extLst>
                <a:ext uri="{FF2B5EF4-FFF2-40B4-BE49-F238E27FC236}">
                  <a16:creationId xmlns:a16="http://schemas.microsoft.com/office/drawing/2014/main" id="{715A9664-5875-4009-8CD7-FAA8A8C5449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424613" y="4538663"/>
              <a:ext cx="1016000" cy="1055688"/>
            </a:xfrm>
            <a:custGeom>
              <a:avLst/>
              <a:gdLst>
                <a:gd name="T0" fmla="*/ 213 w 270"/>
                <a:gd name="T1" fmla="*/ 187 h 280"/>
                <a:gd name="T2" fmla="*/ 184 w 270"/>
                <a:gd name="T3" fmla="*/ 222 h 280"/>
                <a:gd name="T4" fmla="*/ 137 w 270"/>
                <a:gd name="T5" fmla="*/ 234 h 280"/>
                <a:gd name="T6" fmla="*/ 90 w 270"/>
                <a:gd name="T7" fmla="*/ 222 h 280"/>
                <a:gd name="T8" fmla="*/ 60 w 270"/>
                <a:gd name="T9" fmla="*/ 187 h 280"/>
                <a:gd name="T10" fmla="*/ 49 w 270"/>
                <a:gd name="T11" fmla="*/ 140 h 280"/>
                <a:gd name="T12" fmla="*/ 60 w 270"/>
                <a:gd name="T13" fmla="*/ 92 h 280"/>
                <a:gd name="T14" fmla="*/ 90 w 270"/>
                <a:gd name="T15" fmla="*/ 58 h 280"/>
                <a:gd name="T16" fmla="*/ 137 w 270"/>
                <a:gd name="T17" fmla="*/ 45 h 280"/>
                <a:gd name="T18" fmla="*/ 184 w 270"/>
                <a:gd name="T19" fmla="*/ 58 h 280"/>
                <a:gd name="T20" fmla="*/ 213 w 270"/>
                <a:gd name="T21" fmla="*/ 92 h 280"/>
                <a:gd name="T22" fmla="*/ 223 w 270"/>
                <a:gd name="T23" fmla="*/ 140 h 280"/>
                <a:gd name="T24" fmla="*/ 213 w 270"/>
                <a:gd name="T25" fmla="*/ 187 h 280"/>
                <a:gd name="T26" fmla="*/ 221 w 270"/>
                <a:gd name="T27" fmla="*/ 37 h 280"/>
                <a:gd name="T28" fmla="*/ 190 w 270"/>
                <a:gd name="T29" fmla="*/ 13 h 280"/>
                <a:gd name="T30" fmla="*/ 132 w 270"/>
                <a:gd name="T31" fmla="*/ 0 h 280"/>
                <a:gd name="T32" fmla="*/ 62 w 270"/>
                <a:gd name="T33" fmla="*/ 19 h 280"/>
                <a:gd name="T34" fmla="*/ 16 w 270"/>
                <a:gd name="T35" fmla="*/ 69 h 280"/>
                <a:gd name="T36" fmla="*/ 0 w 270"/>
                <a:gd name="T37" fmla="*/ 140 h 280"/>
                <a:gd name="T38" fmla="*/ 16 w 270"/>
                <a:gd name="T39" fmla="*/ 210 h 280"/>
                <a:gd name="T40" fmla="*/ 62 w 270"/>
                <a:gd name="T41" fmla="*/ 261 h 280"/>
                <a:gd name="T42" fmla="*/ 132 w 270"/>
                <a:gd name="T43" fmla="*/ 280 h 280"/>
                <a:gd name="T44" fmla="*/ 190 w 270"/>
                <a:gd name="T45" fmla="*/ 267 h 280"/>
                <a:gd name="T46" fmla="*/ 221 w 270"/>
                <a:gd name="T47" fmla="*/ 243 h 280"/>
                <a:gd name="T48" fmla="*/ 221 w 270"/>
                <a:gd name="T49" fmla="*/ 276 h 280"/>
                <a:gd name="T50" fmla="*/ 270 w 270"/>
                <a:gd name="T51" fmla="*/ 276 h 280"/>
                <a:gd name="T52" fmla="*/ 270 w 270"/>
                <a:gd name="T53" fmla="*/ 4 h 280"/>
                <a:gd name="T54" fmla="*/ 221 w 270"/>
                <a:gd name="T55" fmla="*/ 4 h 280"/>
                <a:gd name="T56" fmla="*/ 221 w 270"/>
                <a:gd name="T57" fmla="*/ 37 h 2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70" h="280">
                  <a:moveTo>
                    <a:pt x="213" y="187"/>
                  </a:moveTo>
                  <a:cubicBezTo>
                    <a:pt x="206" y="202"/>
                    <a:pt x="196" y="213"/>
                    <a:pt x="184" y="222"/>
                  </a:cubicBezTo>
                  <a:cubicBezTo>
                    <a:pt x="171" y="230"/>
                    <a:pt x="155" y="234"/>
                    <a:pt x="137" y="234"/>
                  </a:cubicBezTo>
                  <a:cubicBezTo>
                    <a:pt x="119" y="234"/>
                    <a:pt x="103" y="230"/>
                    <a:pt x="90" y="222"/>
                  </a:cubicBezTo>
                  <a:cubicBezTo>
                    <a:pt x="77" y="213"/>
                    <a:pt x="67" y="202"/>
                    <a:pt x="60" y="187"/>
                  </a:cubicBezTo>
                  <a:cubicBezTo>
                    <a:pt x="53" y="173"/>
                    <a:pt x="49" y="157"/>
                    <a:pt x="49" y="140"/>
                  </a:cubicBezTo>
                  <a:cubicBezTo>
                    <a:pt x="49" y="123"/>
                    <a:pt x="53" y="107"/>
                    <a:pt x="60" y="92"/>
                  </a:cubicBezTo>
                  <a:cubicBezTo>
                    <a:pt x="67" y="78"/>
                    <a:pt x="77" y="67"/>
                    <a:pt x="90" y="58"/>
                  </a:cubicBezTo>
                  <a:cubicBezTo>
                    <a:pt x="103" y="50"/>
                    <a:pt x="119" y="45"/>
                    <a:pt x="137" y="45"/>
                  </a:cubicBezTo>
                  <a:cubicBezTo>
                    <a:pt x="155" y="45"/>
                    <a:pt x="171" y="50"/>
                    <a:pt x="184" y="58"/>
                  </a:cubicBezTo>
                  <a:cubicBezTo>
                    <a:pt x="196" y="67"/>
                    <a:pt x="206" y="78"/>
                    <a:pt x="213" y="92"/>
                  </a:cubicBezTo>
                  <a:cubicBezTo>
                    <a:pt x="219" y="107"/>
                    <a:pt x="223" y="123"/>
                    <a:pt x="223" y="140"/>
                  </a:cubicBezTo>
                  <a:cubicBezTo>
                    <a:pt x="223" y="157"/>
                    <a:pt x="219" y="173"/>
                    <a:pt x="213" y="187"/>
                  </a:cubicBezTo>
                  <a:moveTo>
                    <a:pt x="221" y="37"/>
                  </a:moveTo>
                  <a:cubicBezTo>
                    <a:pt x="212" y="27"/>
                    <a:pt x="202" y="19"/>
                    <a:pt x="190" y="13"/>
                  </a:cubicBezTo>
                  <a:cubicBezTo>
                    <a:pt x="174" y="4"/>
                    <a:pt x="154" y="0"/>
                    <a:pt x="132" y="0"/>
                  </a:cubicBezTo>
                  <a:cubicBezTo>
                    <a:pt x="105" y="0"/>
                    <a:pt x="82" y="6"/>
                    <a:pt x="62" y="19"/>
                  </a:cubicBezTo>
                  <a:cubicBezTo>
                    <a:pt x="43" y="31"/>
                    <a:pt x="27" y="48"/>
                    <a:pt x="16" y="69"/>
                  </a:cubicBezTo>
                  <a:cubicBezTo>
                    <a:pt x="6" y="90"/>
                    <a:pt x="0" y="114"/>
                    <a:pt x="0" y="140"/>
                  </a:cubicBezTo>
                  <a:cubicBezTo>
                    <a:pt x="0" y="165"/>
                    <a:pt x="6" y="189"/>
                    <a:pt x="16" y="210"/>
                  </a:cubicBezTo>
                  <a:cubicBezTo>
                    <a:pt x="27" y="232"/>
                    <a:pt x="43" y="249"/>
                    <a:pt x="62" y="261"/>
                  </a:cubicBezTo>
                  <a:cubicBezTo>
                    <a:pt x="82" y="274"/>
                    <a:pt x="105" y="280"/>
                    <a:pt x="132" y="280"/>
                  </a:cubicBezTo>
                  <a:cubicBezTo>
                    <a:pt x="154" y="280"/>
                    <a:pt x="174" y="276"/>
                    <a:pt x="190" y="267"/>
                  </a:cubicBezTo>
                  <a:cubicBezTo>
                    <a:pt x="202" y="260"/>
                    <a:pt x="212" y="253"/>
                    <a:pt x="221" y="243"/>
                  </a:cubicBezTo>
                  <a:cubicBezTo>
                    <a:pt x="221" y="276"/>
                    <a:pt x="221" y="276"/>
                    <a:pt x="221" y="276"/>
                  </a:cubicBezTo>
                  <a:cubicBezTo>
                    <a:pt x="270" y="276"/>
                    <a:pt x="270" y="276"/>
                    <a:pt x="270" y="276"/>
                  </a:cubicBezTo>
                  <a:cubicBezTo>
                    <a:pt x="270" y="4"/>
                    <a:pt x="270" y="4"/>
                    <a:pt x="270" y="4"/>
                  </a:cubicBezTo>
                  <a:cubicBezTo>
                    <a:pt x="221" y="4"/>
                    <a:pt x="221" y="4"/>
                    <a:pt x="221" y="4"/>
                  </a:cubicBezTo>
                  <a:lnTo>
                    <a:pt x="221" y="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9" name="Freeform 10">
              <a:extLst>
                <a:ext uri="{FF2B5EF4-FFF2-40B4-BE49-F238E27FC236}">
                  <a16:creationId xmlns:a16="http://schemas.microsoft.com/office/drawing/2014/main" id="{C744A6CD-4BFC-4877-9BA3-121BD41AD390}"/>
                </a:ext>
              </a:extLst>
            </p:cNvPr>
            <p:cNvSpPr>
              <a:spLocks/>
            </p:cNvSpPr>
            <p:nvPr/>
          </p:nvSpPr>
          <p:spPr bwMode="auto">
            <a:xfrm>
              <a:off x="7659688" y="4538663"/>
              <a:ext cx="557213" cy="1041400"/>
            </a:xfrm>
            <a:custGeom>
              <a:avLst/>
              <a:gdLst>
                <a:gd name="T0" fmla="*/ 97 w 148"/>
                <a:gd name="T1" fmla="*/ 8 h 276"/>
                <a:gd name="T2" fmla="*/ 66 w 148"/>
                <a:gd name="T3" fmla="*/ 29 h 276"/>
                <a:gd name="T4" fmla="*/ 49 w 148"/>
                <a:gd name="T5" fmla="*/ 51 h 276"/>
                <a:gd name="T6" fmla="*/ 49 w 148"/>
                <a:gd name="T7" fmla="*/ 4 h 276"/>
                <a:gd name="T8" fmla="*/ 0 w 148"/>
                <a:gd name="T9" fmla="*/ 4 h 276"/>
                <a:gd name="T10" fmla="*/ 0 w 148"/>
                <a:gd name="T11" fmla="*/ 276 h 276"/>
                <a:gd name="T12" fmla="*/ 49 w 148"/>
                <a:gd name="T13" fmla="*/ 276 h 276"/>
                <a:gd name="T14" fmla="*/ 49 w 148"/>
                <a:gd name="T15" fmla="*/ 156 h 276"/>
                <a:gd name="T16" fmla="*/ 60 w 148"/>
                <a:gd name="T17" fmla="*/ 103 h 276"/>
                <a:gd name="T18" fmla="*/ 91 w 148"/>
                <a:gd name="T19" fmla="*/ 64 h 276"/>
                <a:gd name="T20" fmla="*/ 138 w 148"/>
                <a:gd name="T21" fmla="*/ 49 h 276"/>
                <a:gd name="T22" fmla="*/ 148 w 148"/>
                <a:gd name="T23" fmla="*/ 49 h 276"/>
                <a:gd name="T24" fmla="*/ 148 w 148"/>
                <a:gd name="T25" fmla="*/ 0 h 276"/>
                <a:gd name="T26" fmla="*/ 141 w 148"/>
                <a:gd name="T27" fmla="*/ 0 h 276"/>
                <a:gd name="T28" fmla="*/ 97 w 148"/>
                <a:gd name="T29" fmla="*/ 8 h 2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48" h="276">
                  <a:moveTo>
                    <a:pt x="97" y="8"/>
                  </a:moveTo>
                  <a:cubicBezTo>
                    <a:pt x="85" y="14"/>
                    <a:pt x="74" y="21"/>
                    <a:pt x="66" y="29"/>
                  </a:cubicBezTo>
                  <a:cubicBezTo>
                    <a:pt x="59" y="36"/>
                    <a:pt x="53" y="44"/>
                    <a:pt x="49" y="51"/>
                  </a:cubicBezTo>
                  <a:cubicBezTo>
                    <a:pt x="49" y="4"/>
                    <a:pt x="49" y="4"/>
                    <a:pt x="49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276"/>
                    <a:pt x="0" y="276"/>
                    <a:pt x="0" y="276"/>
                  </a:cubicBezTo>
                  <a:cubicBezTo>
                    <a:pt x="49" y="276"/>
                    <a:pt x="49" y="276"/>
                    <a:pt x="49" y="276"/>
                  </a:cubicBezTo>
                  <a:cubicBezTo>
                    <a:pt x="49" y="156"/>
                    <a:pt x="49" y="156"/>
                    <a:pt x="49" y="156"/>
                  </a:cubicBezTo>
                  <a:cubicBezTo>
                    <a:pt x="49" y="137"/>
                    <a:pt x="53" y="120"/>
                    <a:pt x="60" y="103"/>
                  </a:cubicBezTo>
                  <a:cubicBezTo>
                    <a:pt x="67" y="87"/>
                    <a:pt x="78" y="74"/>
                    <a:pt x="91" y="64"/>
                  </a:cubicBezTo>
                  <a:cubicBezTo>
                    <a:pt x="104" y="54"/>
                    <a:pt x="120" y="49"/>
                    <a:pt x="138" y="49"/>
                  </a:cubicBezTo>
                  <a:cubicBezTo>
                    <a:pt x="148" y="49"/>
                    <a:pt x="148" y="49"/>
                    <a:pt x="148" y="49"/>
                  </a:cubicBezTo>
                  <a:cubicBezTo>
                    <a:pt x="148" y="0"/>
                    <a:pt x="148" y="0"/>
                    <a:pt x="148" y="0"/>
                  </a:cubicBezTo>
                  <a:cubicBezTo>
                    <a:pt x="141" y="0"/>
                    <a:pt x="141" y="0"/>
                    <a:pt x="141" y="0"/>
                  </a:cubicBezTo>
                  <a:cubicBezTo>
                    <a:pt x="124" y="0"/>
                    <a:pt x="109" y="3"/>
                    <a:pt x="97" y="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E15C4F3B-7CCF-4778-B0D5-5A59C93017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42313" y="4552950"/>
              <a:ext cx="184150" cy="10271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78DC08C9-C7F0-4F5B-8B65-A1E64D3F64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34375" y="4195763"/>
              <a:ext cx="196850" cy="2301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2" name="Freeform 13">
              <a:extLst>
                <a:ext uri="{FF2B5EF4-FFF2-40B4-BE49-F238E27FC236}">
                  <a16:creationId xmlns:a16="http://schemas.microsoft.com/office/drawing/2014/main" id="{6329EA6D-95D5-40F9-8176-7A3C399D9BE5}"/>
                </a:ext>
              </a:extLst>
            </p:cNvPr>
            <p:cNvSpPr>
              <a:spLocks/>
            </p:cNvSpPr>
            <p:nvPr/>
          </p:nvSpPr>
          <p:spPr bwMode="auto">
            <a:xfrm>
              <a:off x="8674100" y="4538663"/>
              <a:ext cx="869950" cy="1055688"/>
            </a:xfrm>
            <a:custGeom>
              <a:avLst/>
              <a:gdLst>
                <a:gd name="T0" fmla="*/ 217 w 231"/>
                <a:gd name="T1" fmla="*/ 154 h 280"/>
                <a:gd name="T2" fmla="*/ 183 w 231"/>
                <a:gd name="T3" fmla="*/ 131 h 280"/>
                <a:gd name="T4" fmla="*/ 140 w 231"/>
                <a:gd name="T5" fmla="*/ 118 h 280"/>
                <a:gd name="T6" fmla="*/ 98 w 231"/>
                <a:gd name="T7" fmla="*/ 109 h 280"/>
                <a:gd name="T8" fmla="*/ 67 w 231"/>
                <a:gd name="T9" fmla="*/ 96 h 280"/>
                <a:gd name="T10" fmla="*/ 57 w 231"/>
                <a:gd name="T11" fmla="*/ 76 h 280"/>
                <a:gd name="T12" fmla="*/ 114 w 231"/>
                <a:gd name="T13" fmla="*/ 43 h 280"/>
                <a:gd name="T14" fmla="*/ 158 w 231"/>
                <a:gd name="T15" fmla="*/ 54 h 280"/>
                <a:gd name="T16" fmla="*/ 173 w 231"/>
                <a:gd name="T17" fmla="*/ 80 h 280"/>
                <a:gd name="T18" fmla="*/ 174 w 231"/>
                <a:gd name="T19" fmla="*/ 84 h 280"/>
                <a:gd name="T20" fmla="*/ 223 w 231"/>
                <a:gd name="T21" fmla="*/ 84 h 280"/>
                <a:gd name="T22" fmla="*/ 223 w 231"/>
                <a:gd name="T23" fmla="*/ 79 h 280"/>
                <a:gd name="T24" fmla="*/ 208 w 231"/>
                <a:gd name="T25" fmla="*/ 40 h 280"/>
                <a:gd name="T26" fmla="*/ 174 w 231"/>
                <a:gd name="T27" fmla="*/ 11 h 280"/>
                <a:gd name="T28" fmla="*/ 115 w 231"/>
                <a:gd name="T29" fmla="*/ 0 h 280"/>
                <a:gd name="T30" fmla="*/ 35 w 231"/>
                <a:gd name="T31" fmla="*/ 20 h 280"/>
                <a:gd name="T32" fmla="*/ 7 w 231"/>
                <a:gd name="T33" fmla="*/ 80 h 280"/>
                <a:gd name="T34" fmla="*/ 21 w 231"/>
                <a:gd name="T35" fmla="*/ 121 h 280"/>
                <a:gd name="T36" fmla="*/ 56 w 231"/>
                <a:gd name="T37" fmla="*/ 144 h 280"/>
                <a:gd name="T38" fmla="*/ 99 w 231"/>
                <a:gd name="T39" fmla="*/ 156 h 280"/>
                <a:gd name="T40" fmla="*/ 141 w 231"/>
                <a:gd name="T41" fmla="*/ 166 h 280"/>
                <a:gd name="T42" fmla="*/ 171 w 231"/>
                <a:gd name="T43" fmla="*/ 179 h 280"/>
                <a:gd name="T44" fmla="*/ 182 w 231"/>
                <a:gd name="T45" fmla="*/ 200 h 280"/>
                <a:gd name="T46" fmla="*/ 176 w 231"/>
                <a:gd name="T47" fmla="*/ 218 h 280"/>
                <a:gd name="T48" fmla="*/ 160 w 231"/>
                <a:gd name="T49" fmla="*/ 230 h 280"/>
                <a:gd name="T50" fmla="*/ 138 w 231"/>
                <a:gd name="T51" fmla="*/ 235 h 280"/>
                <a:gd name="T52" fmla="*/ 120 w 231"/>
                <a:gd name="T53" fmla="*/ 237 h 280"/>
                <a:gd name="T54" fmla="*/ 81 w 231"/>
                <a:gd name="T55" fmla="*/ 229 h 280"/>
                <a:gd name="T56" fmla="*/ 60 w 231"/>
                <a:gd name="T57" fmla="*/ 211 h 280"/>
                <a:gd name="T58" fmla="*/ 51 w 231"/>
                <a:gd name="T59" fmla="*/ 188 h 280"/>
                <a:gd name="T60" fmla="*/ 51 w 231"/>
                <a:gd name="T61" fmla="*/ 184 h 280"/>
                <a:gd name="T62" fmla="*/ 0 w 231"/>
                <a:gd name="T63" fmla="*/ 184 h 280"/>
                <a:gd name="T64" fmla="*/ 1 w 231"/>
                <a:gd name="T65" fmla="*/ 189 h 280"/>
                <a:gd name="T66" fmla="*/ 16 w 231"/>
                <a:gd name="T67" fmla="*/ 234 h 280"/>
                <a:gd name="T68" fmla="*/ 56 w 231"/>
                <a:gd name="T69" fmla="*/ 267 h 280"/>
                <a:gd name="T70" fmla="*/ 119 w 231"/>
                <a:gd name="T71" fmla="*/ 280 h 280"/>
                <a:gd name="T72" fmla="*/ 200 w 231"/>
                <a:gd name="T73" fmla="*/ 259 h 280"/>
                <a:gd name="T74" fmla="*/ 231 w 231"/>
                <a:gd name="T75" fmla="*/ 196 h 280"/>
                <a:gd name="T76" fmla="*/ 217 w 231"/>
                <a:gd name="T77" fmla="*/ 154 h 2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1" h="280">
                  <a:moveTo>
                    <a:pt x="217" y="154"/>
                  </a:moveTo>
                  <a:cubicBezTo>
                    <a:pt x="208" y="144"/>
                    <a:pt x="197" y="136"/>
                    <a:pt x="183" y="131"/>
                  </a:cubicBezTo>
                  <a:cubicBezTo>
                    <a:pt x="169" y="125"/>
                    <a:pt x="155" y="121"/>
                    <a:pt x="140" y="118"/>
                  </a:cubicBezTo>
                  <a:cubicBezTo>
                    <a:pt x="125" y="115"/>
                    <a:pt x="111" y="112"/>
                    <a:pt x="98" y="109"/>
                  </a:cubicBezTo>
                  <a:cubicBezTo>
                    <a:pt x="85" y="105"/>
                    <a:pt x="75" y="101"/>
                    <a:pt x="67" y="96"/>
                  </a:cubicBezTo>
                  <a:cubicBezTo>
                    <a:pt x="60" y="91"/>
                    <a:pt x="57" y="85"/>
                    <a:pt x="57" y="76"/>
                  </a:cubicBezTo>
                  <a:cubicBezTo>
                    <a:pt x="57" y="68"/>
                    <a:pt x="57" y="43"/>
                    <a:pt x="114" y="43"/>
                  </a:cubicBezTo>
                  <a:cubicBezTo>
                    <a:pt x="135" y="43"/>
                    <a:pt x="150" y="47"/>
                    <a:pt x="158" y="54"/>
                  </a:cubicBezTo>
                  <a:cubicBezTo>
                    <a:pt x="167" y="61"/>
                    <a:pt x="172" y="70"/>
                    <a:pt x="173" y="80"/>
                  </a:cubicBezTo>
                  <a:cubicBezTo>
                    <a:pt x="174" y="84"/>
                    <a:pt x="174" y="84"/>
                    <a:pt x="174" y="84"/>
                  </a:cubicBezTo>
                  <a:cubicBezTo>
                    <a:pt x="223" y="84"/>
                    <a:pt x="223" y="84"/>
                    <a:pt x="223" y="84"/>
                  </a:cubicBezTo>
                  <a:cubicBezTo>
                    <a:pt x="223" y="79"/>
                    <a:pt x="223" y="79"/>
                    <a:pt x="223" y="79"/>
                  </a:cubicBezTo>
                  <a:cubicBezTo>
                    <a:pt x="221" y="65"/>
                    <a:pt x="216" y="52"/>
                    <a:pt x="208" y="40"/>
                  </a:cubicBezTo>
                  <a:cubicBezTo>
                    <a:pt x="201" y="28"/>
                    <a:pt x="189" y="19"/>
                    <a:pt x="174" y="11"/>
                  </a:cubicBezTo>
                  <a:cubicBezTo>
                    <a:pt x="158" y="4"/>
                    <a:pt x="139" y="0"/>
                    <a:pt x="115" y="0"/>
                  </a:cubicBezTo>
                  <a:cubicBezTo>
                    <a:pt x="80" y="0"/>
                    <a:pt x="53" y="7"/>
                    <a:pt x="35" y="20"/>
                  </a:cubicBezTo>
                  <a:cubicBezTo>
                    <a:pt x="17" y="34"/>
                    <a:pt x="7" y="54"/>
                    <a:pt x="7" y="80"/>
                  </a:cubicBezTo>
                  <a:cubicBezTo>
                    <a:pt x="7" y="97"/>
                    <a:pt x="12" y="111"/>
                    <a:pt x="21" y="121"/>
                  </a:cubicBezTo>
                  <a:cubicBezTo>
                    <a:pt x="30" y="131"/>
                    <a:pt x="42" y="138"/>
                    <a:pt x="56" y="144"/>
                  </a:cubicBezTo>
                  <a:cubicBezTo>
                    <a:pt x="69" y="149"/>
                    <a:pt x="84" y="153"/>
                    <a:pt x="99" y="156"/>
                  </a:cubicBezTo>
                  <a:cubicBezTo>
                    <a:pt x="113" y="159"/>
                    <a:pt x="127" y="163"/>
                    <a:pt x="141" y="166"/>
                  </a:cubicBezTo>
                  <a:cubicBezTo>
                    <a:pt x="153" y="169"/>
                    <a:pt x="164" y="174"/>
                    <a:pt x="171" y="179"/>
                  </a:cubicBezTo>
                  <a:cubicBezTo>
                    <a:pt x="178" y="184"/>
                    <a:pt x="182" y="191"/>
                    <a:pt x="182" y="200"/>
                  </a:cubicBezTo>
                  <a:cubicBezTo>
                    <a:pt x="182" y="208"/>
                    <a:pt x="180" y="214"/>
                    <a:pt x="176" y="218"/>
                  </a:cubicBezTo>
                  <a:cubicBezTo>
                    <a:pt x="171" y="223"/>
                    <a:pt x="166" y="227"/>
                    <a:pt x="160" y="230"/>
                  </a:cubicBezTo>
                  <a:cubicBezTo>
                    <a:pt x="153" y="232"/>
                    <a:pt x="146" y="234"/>
                    <a:pt x="138" y="235"/>
                  </a:cubicBezTo>
                  <a:cubicBezTo>
                    <a:pt x="131" y="236"/>
                    <a:pt x="125" y="237"/>
                    <a:pt x="120" y="237"/>
                  </a:cubicBezTo>
                  <a:cubicBezTo>
                    <a:pt x="104" y="237"/>
                    <a:pt x="91" y="234"/>
                    <a:pt x="81" y="229"/>
                  </a:cubicBezTo>
                  <a:cubicBezTo>
                    <a:pt x="72" y="225"/>
                    <a:pt x="64" y="219"/>
                    <a:pt x="60" y="211"/>
                  </a:cubicBezTo>
                  <a:cubicBezTo>
                    <a:pt x="55" y="204"/>
                    <a:pt x="52" y="196"/>
                    <a:pt x="51" y="188"/>
                  </a:cubicBezTo>
                  <a:cubicBezTo>
                    <a:pt x="51" y="184"/>
                    <a:pt x="51" y="184"/>
                    <a:pt x="51" y="184"/>
                  </a:cubicBezTo>
                  <a:cubicBezTo>
                    <a:pt x="0" y="184"/>
                    <a:pt x="0" y="184"/>
                    <a:pt x="0" y="184"/>
                  </a:cubicBezTo>
                  <a:cubicBezTo>
                    <a:pt x="1" y="189"/>
                    <a:pt x="1" y="189"/>
                    <a:pt x="1" y="189"/>
                  </a:cubicBezTo>
                  <a:cubicBezTo>
                    <a:pt x="2" y="205"/>
                    <a:pt x="7" y="220"/>
                    <a:pt x="16" y="234"/>
                  </a:cubicBezTo>
                  <a:cubicBezTo>
                    <a:pt x="25" y="248"/>
                    <a:pt x="39" y="259"/>
                    <a:pt x="56" y="267"/>
                  </a:cubicBezTo>
                  <a:cubicBezTo>
                    <a:pt x="73" y="276"/>
                    <a:pt x="95" y="280"/>
                    <a:pt x="119" y="280"/>
                  </a:cubicBezTo>
                  <a:cubicBezTo>
                    <a:pt x="153" y="280"/>
                    <a:pt x="180" y="273"/>
                    <a:pt x="200" y="259"/>
                  </a:cubicBezTo>
                  <a:cubicBezTo>
                    <a:pt x="221" y="245"/>
                    <a:pt x="231" y="224"/>
                    <a:pt x="231" y="196"/>
                  </a:cubicBezTo>
                  <a:cubicBezTo>
                    <a:pt x="231" y="179"/>
                    <a:pt x="226" y="165"/>
                    <a:pt x="217" y="15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3" name="Freeform 14">
              <a:extLst>
                <a:ext uri="{FF2B5EF4-FFF2-40B4-BE49-F238E27FC236}">
                  <a16:creationId xmlns:a16="http://schemas.microsoft.com/office/drawing/2014/main" id="{D778FC7C-A850-4D1A-9270-C258119276C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83213" y="1749425"/>
              <a:ext cx="663575" cy="638175"/>
            </a:xfrm>
            <a:custGeom>
              <a:avLst/>
              <a:gdLst>
                <a:gd name="T0" fmla="*/ 36 w 176"/>
                <a:gd name="T1" fmla="*/ 168 h 169"/>
                <a:gd name="T2" fmla="*/ 151 w 176"/>
                <a:gd name="T3" fmla="*/ 118 h 169"/>
                <a:gd name="T4" fmla="*/ 142 w 176"/>
                <a:gd name="T5" fmla="*/ 17 h 169"/>
                <a:gd name="T6" fmla="*/ 96 w 176"/>
                <a:gd name="T7" fmla="*/ 0 h 169"/>
                <a:gd name="T8" fmla="*/ 41 w 176"/>
                <a:gd name="T9" fmla="*/ 26 h 169"/>
                <a:gd name="T10" fmla="*/ 20 w 176"/>
                <a:gd name="T11" fmla="*/ 164 h 169"/>
                <a:gd name="T12" fmla="*/ 36 w 176"/>
                <a:gd name="T13" fmla="*/ 168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6" h="169">
                  <a:moveTo>
                    <a:pt x="36" y="168"/>
                  </a:moveTo>
                  <a:cubicBezTo>
                    <a:pt x="67" y="168"/>
                    <a:pt x="130" y="143"/>
                    <a:pt x="151" y="118"/>
                  </a:cubicBezTo>
                  <a:cubicBezTo>
                    <a:pt x="176" y="88"/>
                    <a:pt x="172" y="42"/>
                    <a:pt x="142" y="17"/>
                  </a:cubicBezTo>
                  <a:cubicBezTo>
                    <a:pt x="129" y="6"/>
                    <a:pt x="113" y="0"/>
                    <a:pt x="96" y="0"/>
                  </a:cubicBezTo>
                  <a:cubicBezTo>
                    <a:pt x="74" y="0"/>
                    <a:pt x="54" y="10"/>
                    <a:pt x="41" y="26"/>
                  </a:cubicBezTo>
                  <a:cubicBezTo>
                    <a:pt x="17" y="55"/>
                    <a:pt x="0" y="145"/>
                    <a:pt x="20" y="164"/>
                  </a:cubicBezTo>
                  <a:cubicBezTo>
                    <a:pt x="24" y="167"/>
                    <a:pt x="29" y="169"/>
                    <a:pt x="36" y="16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4" name="Freeform 15">
              <a:extLst>
                <a:ext uri="{FF2B5EF4-FFF2-40B4-BE49-F238E27FC236}">
                  <a16:creationId xmlns:a16="http://schemas.microsoft.com/office/drawing/2014/main" id="{C9A349C7-B746-478C-8C2C-11C32822049A}"/>
                </a:ext>
              </a:extLst>
            </p:cNvPr>
            <p:cNvSpPr>
              <a:spLocks/>
            </p:cNvSpPr>
            <p:nvPr/>
          </p:nvSpPr>
          <p:spPr bwMode="auto">
            <a:xfrm>
              <a:off x="2662238" y="1270000"/>
              <a:ext cx="765175" cy="728663"/>
            </a:xfrm>
            <a:custGeom>
              <a:avLst/>
              <a:gdLst>
                <a:gd name="T0" fmla="*/ 30 w 203"/>
                <a:gd name="T1" fmla="*/ 152 h 193"/>
                <a:gd name="T2" fmla="*/ 160 w 203"/>
                <a:gd name="T3" fmla="*/ 193 h 193"/>
                <a:gd name="T4" fmla="*/ 197 w 203"/>
                <a:gd name="T5" fmla="*/ 183 h 193"/>
                <a:gd name="T6" fmla="*/ 203 w 203"/>
                <a:gd name="T7" fmla="*/ 160 h 193"/>
                <a:gd name="T8" fmla="*/ 147 w 203"/>
                <a:gd name="T9" fmla="*/ 23 h 193"/>
                <a:gd name="T10" fmla="*/ 88 w 203"/>
                <a:gd name="T11" fmla="*/ 0 h 193"/>
                <a:gd name="T12" fmla="*/ 24 w 203"/>
                <a:gd name="T13" fmla="*/ 29 h 193"/>
                <a:gd name="T14" fmla="*/ 1 w 203"/>
                <a:gd name="T15" fmla="*/ 92 h 193"/>
                <a:gd name="T16" fmla="*/ 30 w 203"/>
                <a:gd name="T17" fmla="*/ 152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03" h="193">
                  <a:moveTo>
                    <a:pt x="30" y="152"/>
                  </a:moveTo>
                  <a:cubicBezTo>
                    <a:pt x="56" y="176"/>
                    <a:pt x="120" y="193"/>
                    <a:pt x="160" y="193"/>
                  </a:cubicBezTo>
                  <a:cubicBezTo>
                    <a:pt x="178" y="193"/>
                    <a:pt x="190" y="190"/>
                    <a:pt x="197" y="183"/>
                  </a:cubicBezTo>
                  <a:cubicBezTo>
                    <a:pt x="201" y="179"/>
                    <a:pt x="203" y="171"/>
                    <a:pt x="203" y="160"/>
                  </a:cubicBezTo>
                  <a:cubicBezTo>
                    <a:pt x="202" y="121"/>
                    <a:pt x="175" y="48"/>
                    <a:pt x="147" y="23"/>
                  </a:cubicBezTo>
                  <a:cubicBezTo>
                    <a:pt x="131" y="8"/>
                    <a:pt x="110" y="0"/>
                    <a:pt x="88" y="0"/>
                  </a:cubicBezTo>
                  <a:cubicBezTo>
                    <a:pt x="64" y="0"/>
                    <a:pt x="40" y="11"/>
                    <a:pt x="24" y="29"/>
                  </a:cubicBezTo>
                  <a:cubicBezTo>
                    <a:pt x="8" y="47"/>
                    <a:pt x="0" y="69"/>
                    <a:pt x="1" y="92"/>
                  </a:cubicBezTo>
                  <a:cubicBezTo>
                    <a:pt x="3" y="115"/>
                    <a:pt x="13" y="137"/>
                    <a:pt x="30" y="15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5" name="Freeform 16">
              <a:extLst>
                <a:ext uri="{FF2B5EF4-FFF2-40B4-BE49-F238E27FC236}">
                  <a16:creationId xmlns:a16="http://schemas.microsoft.com/office/drawing/2014/main" id="{627BA9D7-CE42-4FE5-9E44-A80D5AE6FD68}"/>
                </a:ext>
              </a:extLst>
            </p:cNvPr>
            <p:cNvSpPr>
              <a:spLocks/>
            </p:cNvSpPr>
            <p:nvPr/>
          </p:nvSpPr>
          <p:spPr bwMode="auto">
            <a:xfrm>
              <a:off x="2659063" y="3406775"/>
              <a:ext cx="633413" cy="471488"/>
            </a:xfrm>
            <a:custGeom>
              <a:avLst/>
              <a:gdLst>
                <a:gd name="T0" fmla="*/ 10 w 168"/>
                <a:gd name="T1" fmla="*/ 31 h 125"/>
                <a:gd name="T2" fmla="*/ 5 w 168"/>
                <a:gd name="T3" fmla="*/ 79 h 125"/>
                <a:gd name="T4" fmla="*/ 65 w 168"/>
                <a:gd name="T5" fmla="*/ 125 h 125"/>
                <a:gd name="T6" fmla="*/ 81 w 168"/>
                <a:gd name="T7" fmla="*/ 122 h 125"/>
                <a:gd name="T8" fmla="*/ 163 w 168"/>
                <a:gd name="T9" fmla="*/ 34 h 125"/>
                <a:gd name="T10" fmla="*/ 67 w 168"/>
                <a:gd name="T11" fmla="*/ 0 h 125"/>
                <a:gd name="T12" fmla="*/ 48 w 168"/>
                <a:gd name="T13" fmla="*/ 2 h 125"/>
                <a:gd name="T14" fmla="*/ 10 w 168"/>
                <a:gd name="T15" fmla="*/ 31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68" h="125">
                  <a:moveTo>
                    <a:pt x="10" y="31"/>
                  </a:moveTo>
                  <a:cubicBezTo>
                    <a:pt x="2" y="46"/>
                    <a:pt x="0" y="63"/>
                    <a:pt x="5" y="79"/>
                  </a:cubicBezTo>
                  <a:cubicBezTo>
                    <a:pt x="12" y="106"/>
                    <a:pt x="37" y="125"/>
                    <a:pt x="65" y="125"/>
                  </a:cubicBezTo>
                  <a:cubicBezTo>
                    <a:pt x="70" y="125"/>
                    <a:pt x="76" y="124"/>
                    <a:pt x="81" y="122"/>
                  </a:cubicBezTo>
                  <a:cubicBezTo>
                    <a:pt x="112" y="114"/>
                    <a:pt x="168" y="58"/>
                    <a:pt x="163" y="34"/>
                  </a:cubicBezTo>
                  <a:cubicBezTo>
                    <a:pt x="160" y="16"/>
                    <a:pt x="101" y="0"/>
                    <a:pt x="67" y="0"/>
                  </a:cubicBezTo>
                  <a:cubicBezTo>
                    <a:pt x="60" y="0"/>
                    <a:pt x="53" y="1"/>
                    <a:pt x="48" y="2"/>
                  </a:cubicBezTo>
                  <a:cubicBezTo>
                    <a:pt x="32" y="6"/>
                    <a:pt x="19" y="17"/>
                    <a:pt x="10" y="31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6" name="Freeform 17">
              <a:extLst>
                <a:ext uri="{FF2B5EF4-FFF2-40B4-BE49-F238E27FC236}">
                  <a16:creationId xmlns:a16="http://schemas.microsoft.com/office/drawing/2014/main" id="{FDC92DE7-FD75-405E-AC3C-27D11912FEF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100388" y="1614488"/>
              <a:ext cx="3775075" cy="3965575"/>
            </a:xfrm>
            <a:custGeom>
              <a:avLst/>
              <a:gdLst>
                <a:gd name="T0" fmla="*/ 747 w 1002"/>
                <a:gd name="T1" fmla="*/ 881 h 1051"/>
                <a:gd name="T2" fmla="*/ 638 w 1002"/>
                <a:gd name="T3" fmla="*/ 741 h 1051"/>
                <a:gd name="T4" fmla="*/ 805 w 1002"/>
                <a:gd name="T5" fmla="*/ 760 h 1051"/>
                <a:gd name="T6" fmla="*/ 805 w 1002"/>
                <a:gd name="T7" fmla="*/ 862 h 1051"/>
                <a:gd name="T8" fmla="*/ 844 w 1002"/>
                <a:gd name="T9" fmla="*/ 279 h 1051"/>
                <a:gd name="T10" fmla="*/ 942 w 1002"/>
                <a:gd name="T11" fmla="*/ 360 h 1051"/>
                <a:gd name="T12" fmla="*/ 777 w 1002"/>
                <a:gd name="T13" fmla="*/ 304 h 1051"/>
                <a:gd name="T14" fmla="*/ 629 w 1002"/>
                <a:gd name="T15" fmla="*/ 546 h 1051"/>
                <a:gd name="T16" fmla="*/ 592 w 1002"/>
                <a:gd name="T17" fmla="*/ 386 h 1051"/>
                <a:gd name="T18" fmla="*/ 703 w 1002"/>
                <a:gd name="T19" fmla="*/ 467 h 1051"/>
                <a:gd name="T20" fmla="*/ 762 w 1002"/>
                <a:gd name="T21" fmla="*/ 532 h 1051"/>
                <a:gd name="T22" fmla="*/ 940 w 1002"/>
                <a:gd name="T23" fmla="*/ 527 h 1051"/>
                <a:gd name="T24" fmla="*/ 996 w 1002"/>
                <a:gd name="T25" fmla="*/ 449 h 1051"/>
                <a:gd name="T26" fmla="*/ 932 w 1002"/>
                <a:gd name="T27" fmla="*/ 452 h 1051"/>
                <a:gd name="T28" fmla="*/ 848 w 1002"/>
                <a:gd name="T29" fmla="*/ 501 h 1051"/>
                <a:gd name="T30" fmla="*/ 761 w 1002"/>
                <a:gd name="T31" fmla="*/ 455 h 1051"/>
                <a:gd name="T32" fmla="*/ 1002 w 1002"/>
                <a:gd name="T33" fmla="*/ 414 h 1051"/>
                <a:gd name="T34" fmla="*/ 983 w 1002"/>
                <a:gd name="T35" fmla="*/ 307 h 1051"/>
                <a:gd name="T36" fmla="*/ 844 w 1002"/>
                <a:gd name="T37" fmla="*/ 225 h 1051"/>
                <a:gd name="T38" fmla="*/ 715 w 1002"/>
                <a:gd name="T39" fmla="*/ 289 h 1051"/>
                <a:gd name="T40" fmla="*/ 709 w 1002"/>
                <a:gd name="T41" fmla="*/ 299 h 1051"/>
                <a:gd name="T42" fmla="*/ 450 w 1002"/>
                <a:gd name="T43" fmla="*/ 284 h 1051"/>
                <a:gd name="T44" fmla="*/ 480 w 1002"/>
                <a:gd name="T45" fmla="*/ 211 h 1051"/>
                <a:gd name="T46" fmla="*/ 303 w 1002"/>
                <a:gd name="T47" fmla="*/ 217 h 1051"/>
                <a:gd name="T48" fmla="*/ 111 w 1002"/>
                <a:gd name="T49" fmla="*/ 254 h 1051"/>
                <a:gd name="T50" fmla="*/ 219 w 1002"/>
                <a:gd name="T51" fmla="*/ 388 h 1051"/>
                <a:gd name="T52" fmla="*/ 285 w 1002"/>
                <a:gd name="T53" fmla="*/ 551 h 1051"/>
                <a:gd name="T54" fmla="*/ 202 w 1002"/>
                <a:gd name="T55" fmla="*/ 664 h 1051"/>
                <a:gd name="T56" fmla="*/ 303 w 1002"/>
                <a:gd name="T57" fmla="*/ 652 h 1051"/>
                <a:gd name="T58" fmla="*/ 364 w 1002"/>
                <a:gd name="T59" fmla="*/ 565 h 1051"/>
                <a:gd name="T60" fmla="*/ 674 w 1002"/>
                <a:gd name="T61" fmla="*/ 694 h 1051"/>
                <a:gd name="T62" fmla="*/ 588 w 1002"/>
                <a:gd name="T63" fmla="*/ 694 h 1051"/>
                <a:gd name="T64" fmla="*/ 638 w 1002"/>
                <a:gd name="T65" fmla="*/ 1051 h 1051"/>
                <a:gd name="T66" fmla="*/ 749 w 1002"/>
                <a:gd name="T67" fmla="*/ 927 h 1051"/>
                <a:gd name="T68" fmla="*/ 874 w 1002"/>
                <a:gd name="T69" fmla="*/ 811 h 10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002" h="1051">
                  <a:moveTo>
                    <a:pt x="805" y="862"/>
                  </a:moveTo>
                  <a:cubicBezTo>
                    <a:pt x="792" y="874"/>
                    <a:pt x="772" y="881"/>
                    <a:pt x="747" y="881"/>
                  </a:cubicBezTo>
                  <a:cubicBezTo>
                    <a:pt x="638" y="881"/>
                    <a:pt x="638" y="881"/>
                    <a:pt x="638" y="881"/>
                  </a:cubicBezTo>
                  <a:cubicBezTo>
                    <a:pt x="638" y="741"/>
                    <a:pt x="638" y="741"/>
                    <a:pt x="638" y="741"/>
                  </a:cubicBezTo>
                  <a:cubicBezTo>
                    <a:pt x="747" y="741"/>
                    <a:pt x="747" y="741"/>
                    <a:pt x="747" y="741"/>
                  </a:cubicBezTo>
                  <a:cubicBezTo>
                    <a:pt x="772" y="741"/>
                    <a:pt x="792" y="748"/>
                    <a:pt x="805" y="760"/>
                  </a:cubicBezTo>
                  <a:cubicBezTo>
                    <a:pt x="818" y="772"/>
                    <a:pt x="824" y="789"/>
                    <a:pt x="824" y="811"/>
                  </a:cubicBezTo>
                  <a:cubicBezTo>
                    <a:pt x="824" y="833"/>
                    <a:pt x="818" y="850"/>
                    <a:pt x="805" y="862"/>
                  </a:cubicBezTo>
                  <a:moveTo>
                    <a:pt x="777" y="304"/>
                  </a:moveTo>
                  <a:cubicBezTo>
                    <a:pt x="794" y="287"/>
                    <a:pt x="816" y="279"/>
                    <a:pt x="844" y="279"/>
                  </a:cubicBezTo>
                  <a:cubicBezTo>
                    <a:pt x="872" y="279"/>
                    <a:pt x="894" y="287"/>
                    <a:pt x="911" y="304"/>
                  </a:cubicBezTo>
                  <a:cubicBezTo>
                    <a:pt x="927" y="319"/>
                    <a:pt x="937" y="338"/>
                    <a:pt x="942" y="360"/>
                  </a:cubicBezTo>
                  <a:cubicBezTo>
                    <a:pt x="747" y="360"/>
                    <a:pt x="747" y="360"/>
                    <a:pt x="747" y="360"/>
                  </a:cubicBezTo>
                  <a:cubicBezTo>
                    <a:pt x="752" y="338"/>
                    <a:pt x="762" y="319"/>
                    <a:pt x="777" y="304"/>
                  </a:cubicBezTo>
                  <a:moveTo>
                    <a:pt x="854" y="741"/>
                  </a:moveTo>
                  <a:cubicBezTo>
                    <a:pt x="854" y="741"/>
                    <a:pt x="796" y="648"/>
                    <a:pt x="629" y="546"/>
                  </a:cubicBezTo>
                  <a:cubicBezTo>
                    <a:pt x="598" y="527"/>
                    <a:pt x="578" y="509"/>
                    <a:pt x="565" y="492"/>
                  </a:cubicBezTo>
                  <a:cubicBezTo>
                    <a:pt x="540" y="455"/>
                    <a:pt x="541" y="386"/>
                    <a:pt x="592" y="386"/>
                  </a:cubicBezTo>
                  <a:cubicBezTo>
                    <a:pt x="651" y="386"/>
                    <a:pt x="703" y="467"/>
                    <a:pt x="703" y="467"/>
                  </a:cubicBezTo>
                  <a:cubicBezTo>
                    <a:pt x="703" y="467"/>
                    <a:pt x="703" y="467"/>
                    <a:pt x="703" y="467"/>
                  </a:cubicBezTo>
                  <a:cubicBezTo>
                    <a:pt x="704" y="469"/>
                    <a:pt x="705" y="471"/>
                    <a:pt x="706" y="473"/>
                  </a:cubicBezTo>
                  <a:cubicBezTo>
                    <a:pt x="719" y="498"/>
                    <a:pt x="738" y="518"/>
                    <a:pt x="762" y="532"/>
                  </a:cubicBezTo>
                  <a:cubicBezTo>
                    <a:pt x="786" y="547"/>
                    <a:pt x="815" y="555"/>
                    <a:pt x="847" y="555"/>
                  </a:cubicBezTo>
                  <a:cubicBezTo>
                    <a:pt x="885" y="555"/>
                    <a:pt x="916" y="545"/>
                    <a:pt x="940" y="527"/>
                  </a:cubicBezTo>
                  <a:cubicBezTo>
                    <a:pt x="964" y="509"/>
                    <a:pt x="982" y="486"/>
                    <a:pt x="993" y="457"/>
                  </a:cubicBezTo>
                  <a:cubicBezTo>
                    <a:pt x="996" y="449"/>
                    <a:pt x="996" y="449"/>
                    <a:pt x="996" y="449"/>
                  </a:cubicBezTo>
                  <a:cubicBezTo>
                    <a:pt x="933" y="449"/>
                    <a:pt x="933" y="449"/>
                    <a:pt x="933" y="449"/>
                  </a:cubicBezTo>
                  <a:cubicBezTo>
                    <a:pt x="932" y="452"/>
                    <a:pt x="932" y="452"/>
                    <a:pt x="932" y="452"/>
                  </a:cubicBezTo>
                  <a:cubicBezTo>
                    <a:pt x="924" y="467"/>
                    <a:pt x="913" y="478"/>
                    <a:pt x="899" y="488"/>
                  </a:cubicBezTo>
                  <a:cubicBezTo>
                    <a:pt x="886" y="496"/>
                    <a:pt x="868" y="501"/>
                    <a:pt x="848" y="501"/>
                  </a:cubicBezTo>
                  <a:cubicBezTo>
                    <a:pt x="828" y="501"/>
                    <a:pt x="811" y="497"/>
                    <a:pt x="796" y="489"/>
                  </a:cubicBezTo>
                  <a:cubicBezTo>
                    <a:pt x="782" y="480"/>
                    <a:pt x="770" y="469"/>
                    <a:pt x="761" y="455"/>
                  </a:cubicBezTo>
                  <a:cubicBezTo>
                    <a:pt x="754" y="443"/>
                    <a:pt x="748" y="429"/>
                    <a:pt x="746" y="414"/>
                  </a:cubicBezTo>
                  <a:cubicBezTo>
                    <a:pt x="1002" y="414"/>
                    <a:pt x="1002" y="414"/>
                    <a:pt x="1002" y="414"/>
                  </a:cubicBezTo>
                  <a:cubicBezTo>
                    <a:pt x="1002" y="390"/>
                    <a:pt x="1002" y="390"/>
                    <a:pt x="1002" y="390"/>
                  </a:cubicBezTo>
                  <a:cubicBezTo>
                    <a:pt x="1002" y="360"/>
                    <a:pt x="996" y="332"/>
                    <a:pt x="983" y="307"/>
                  </a:cubicBezTo>
                  <a:cubicBezTo>
                    <a:pt x="971" y="282"/>
                    <a:pt x="952" y="262"/>
                    <a:pt x="929" y="248"/>
                  </a:cubicBezTo>
                  <a:cubicBezTo>
                    <a:pt x="905" y="233"/>
                    <a:pt x="877" y="225"/>
                    <a:pt x="844" y="225"/>
                  </a:cubicBezTo>
                  <a:cubicBezTo>
                    <a:pt x="812" y="225"/>
                    <a:pt x="783" y="233"/>
                    <a:pt x="760" y="248"/>
                  </a:cubicBezTo>
                  <a:cubicBezTo>
                    <a:pt x="742" y="259"/>
                    <a:pt x="727" y="273"/>
                    <a:pt x="715" y="289"/>
                  </a:cubicBezTo>
                  <a:cubicBezTo>
                    <a:pt x="713" y="292"/>
                    <a:pt x="712" y="294"/>
                    <a:pt x="710" y="298"/>
                  </a:cubicBezTo>
                  <a:cubicBezTo>
                    <a:pt x="710" y="298"/>
                    <a:pt x="709" y="298"/>
                    <a:pt x="709" y="299"/>
                  </a:cubicBezTo>
                  <a:cubicBezTo>
                    <a:pt x="690" y="334"/>
                    <a:pt x="632" y="345"/>
                    <a:pt x="620" y="347"/>
                  </a:cubicBezTo>
                  <a:cubicBezTo>
                    <a:pt x="573" y="358"/>
                    <a:pt x="467" y="329"/>
                    <a:pt x="450" y="284"/>
                  </a:cubicBezTo>
                  <a:cubicBezTo>
                    <a:pt x="446" y="267"/>
                    <a:pt x="454" y="246"/>
                    <a:pt x="480" y="211"/>
                  </a:cubicBezTo>
                  <a:cubicBezTo>
                    <a:pt x="480" y="211"/>
                    <a:pt x="480" y="211"/>
                    <a:pt x="480" y="211"/>
                  </a:cubicBezTo>
                  <a:cubicBezTo>
                    <a:pt x="554" y="135"/>
                    <a:pt x="495" y="0"/>
                    <a:pt x="389" y="3"/>
                  </a:cubicBezTo>
                  <a:cubicBezTo>
                    <a:pt x="279" y="1"/>
                    <a:pt x="222" y="142"/>
                    <a:pt x="303" y="217"/>
                  </a:cubicBezTo>
                  <a:cubicBezTo>
                    <a:pt x="338" y="243"/>
                    <a:pt x="392" y="276"/>
                    <a:pt x="373" y="319"/>
                  </a:cubicBezTo>
                  <a:cubicBezTo>
                    <a:pt x="341" y="399"/>
                    <a:pt x="135" y="369"/>
                    <a:pt x="111" y="254"/>
                  </a:cubicBezTo>
                  <a:cubicBezTo>
                    <a:pt x="91" y="185"/>
                    <a:pt x="0" y="227"/>
                    <a:pt x="35" y="292"/>
                  </a:cubicBezTo>
                  <a:cubicBezTo>
                    <a:pt x="63" y="345"/>
                    <a:pt x="158" y="370"/>
                    <a:pt x="219" y="388"/>
                  </a:cubicBezTo>
                  <a:cubicBezTo>
                    <a:pt x="345" y="425"/>
                    <a:pt x="367" y="441"/>
                    <a:pt x="360" y="492"/>
                  </a:cubicBezTo>
                  <a:cubicBezTo>
                    <a:pt x="358" y="510"/>
                    <a:pt x="336" y="551"/>
                    <a:pt x="285" y="551"/>
                  </a:cubicBezTo>
                  <a:cubicBezTo>
                    <a:pt x="253" y="548"/>
                    <a:pt x="222" y="546"/>
                    <a:pt x="199" y="570"/>
                  </a:cubicBezTo>
                  <a:cubicBezTo>
                    <a:pt x="174" y="595"/>
                    <a:pt x="175" y="640"/>
                    <a:pt x="202" y="664"/>
                  </a:cubicBezTo>
                  <a:cubicBezTo>
                    <a:pt x="230" y="692"/>
                    <a:pt x="281" y="686"/>
                    <a:pt x="302" y="653"/>
                  </a:cubicBezTo>
                  <a:cubicBezTo>
                    <a:pt x="302" y="653"/>
                    <a:pt x="303" y="652"/>
                    <a:pt x="303" y="652"/>
                  </a:cubicBezTo>
                  <a:cubicBezTo>
                    <a:pt x="303" y="652"/>
                    <a:pt x="303" y="651"/>
                    <a:pt x="304" y="651"/>
                  </a:cubicBezTo>
                  <a:cubicBezTo>
                    <a:pt x="324" y="618"/>
                    <a:pt x="319" y="601"/>
                    <a:pt x="364" y="565"/>
                  </a:cubicBezTo>
                  <a:cubicBezTo>
                    <a:pt x="399" y="537"/>
                    <a:pt x="521" y="519"/>
                    <a:pt x="622" y="567"/>
                  </a:cubicBezTo>
                  <a:cubicBezTo>
                    <a:pt x="724" y="616"/>
                    <a:pt x="746" y="694"/>
                    <a:pt x="674" y="694"/>
                  </a:cubicBezTo>
                  <a:cubicBezTo>
                    <a:pt x="674" y="694"/>
                    <a:pt x="674" y="694"/>
                    <a:pt x="674" y="694"/>
                  </a:cubicBezTo>
                  <a:cubicBezTo>
                    <a:pt x="588" y="694"/>
                    <a:pt x="588" y="694"/>
                    <a:pt x="588" y="694"/>
                  </a:cubicBezTo>
                  <a:cubicBezTo>
                    <a:pt x="588" y="1051"/>
                    <a:pt x="588" y="1051"/>
                    <a:pt x="588" y="1051"/>
                  </a:cubicBezTo>
                  <a:cubicBezTo>
                    <a:pt x="638" y="1051"/>
                    <a:pt x="638" y="1051"/>
                    <a:pt x="638" y="1051"/>
                  </a:cubicBezTo>
                  <a:cubicBezTo>
                    <a:pt x="638" y="927"/>
                    <a:pt x="638" y="927"/>
                    <a:pt x="638" y="927"/>
                  </a:cubicBezTo>
                  <a:cubicBezTo>
                    <a:pt x="749" y="927"/>
                    <a:pt x="749" y="927"/>
                    <a:pt x="749" y="927"/>
                  </a:cubicBezTo>
                  <a:cubicBezTo>
                    <a:pt x="787" y="927"/>
                    <a:pt x="818" y="917"/>
                    <a:pt x="840" y="896"/>
                  </a:cubicBezTo>
                  <a:cubicBezTo>
                    <a:pt x="862" y="875"/>
                    <a:pt x="874" y="846"/>
                    <a:pt x="874" y="811"/>
                  </a:cubicBezTo>
                  <a:cubicBezTo>
                    <a:pt x="874" y="783"/>
                    <a:pt x="867" y="760"/>
                    <a:pt x="854" y="74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dirty="0"/>
            </a:p>
          </p:txBody>
        </p:sp>
      </p:grpSp>
    </p:spTree>
    <p:extLst>
      <p:ext uri="{BB962C8B-B14F-4D97-AF65-F5344CB8AC3E}">
        <p14:creationId xmlns:p14="http://schemas.microsoft.com/office/powerpoint/2010/main" val="1489874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384175" y="95250"/>
            <a:ext cx="11423650" cy="1001373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fr-FR" noProof="0" dirty="0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695450" y="2156420"/>
            <a:ext cx="7200000" cy="21749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fr-FR" noProof="0" dirty="0"/>
              <a:t>Modifiez les styles du texte du masque</a:t>
            </a:r>
          </a:p>
          <a:p>
            <a:pPr lvl="1"/>
            <a:r>
              <a:rPr lang="fr-FR" noProof="0" dirty="0"/>
              <a:t>Deuxième niveau</a:t>
            </a:r>
          </a:p>
          <a:p>
            <a:pPr lvl="2"/>
            <a:r>
              <a:rPr lang="fr-FR" noProof="0" dirty="0"/>
              <a:t>Troisième niveau</a:t>
            </a:r>
          </a:p>
          <a:p>
            <a:pPr lvl="3"/>
            <a:r>
              <a:rPr lang="fr-FR" noProof="0" dirty="0"/>
              <a:t>Quatrième niveau</a:t>
            </a:r>
          </a:p>
          <a:p>
            <a:pPr lvl="4"/>
            <a:r>
              <a:rPr lang="fr-FR" noProof="0" dirty="0"/>
              <a:t>Cinquième niveau</a:t>
            </a:r>
          </a:p>
        </p:txBody>
      </p:sp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AC9D9FB6-DA73-42AC-B25B-16C42E9070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84175" y="6235004"/>
            <a:ext cx="458459" cy="307777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2000" b="1">
                <a:solidFill>
                  <a:schemeClr val="accent1"/>
                </a:solidFill>
              </a:defRPr>
            </a:lvl1pPr>
          </a:lstStyle>
          <a:p>
            <a:fld id="{F4BD1BE4-CD17-43AC-A077-88CD7C37981B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056733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9" r:id="rId3"/>
    <p:sldLayoutId id="2147483657" r:id="rId4"/>
    <p:sldLayoutId id="2147483660" r:id="rId5"/>
    <p:sldLayoutId id="2147483658" r:id="rId6"/>
    <p:sldLayoutId id="2147483661" r:id="rId7"/>
    <p:sldLayoutId id="2147483662" r:id="rId8"/>
    <p:sldLayoutId id="2147483663" r:id="rId9"/>
    <p:sldLayoutId id="2147483664" r:id="rId10"/>
    <p:sldLayoutId id="2147483665" r:id="rId11"/>
    <p:sldLayoutId id="2147483666" r:id="rId12"/>
    <p:sldLayoutId id="2147483667" r:id="rId13"/>
    <p:sldLayoutId id="2147483668" r:id="rId14"/>
    <p:sldLayoutId id="2147483669" r:id="rId15"/>
    <p:sldLayoutId id="2147483671" r:id="rId16"/>
    <p:sldLayoutId id="2147483674" r:id="rId17"/>
    <p:sldLayoutId id="2147483672" r:id="rId18"/>
    <p:sldLayoutId id="2147483676" r:id="rId19"/>
    <p:sldLayoutId id="2147483677" r:id="rId20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0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None/>
        <a:defRPr sz="2000" b="1" u="sng" kern="1200">
          <a:solidFill>
            <a:schemeClr val="accent1"/>
          </a:solidFill>
          <a:latin typeface="+mn-lt"/>
          <a:ea typeface="+mn-ea"/>
          <a:cs typeface="+mn-cs"/>
        </a:defRPr>
      </a:lvl1pPr>
      <a:lvl2pPr marL="0" indent="0" algn="l" defTabSz="6858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82563" indent="-182563" algn="l" defTabSz="685800" rtl="0" eaLnBrk="1" latinLnBrk="0" hangingPunct="1">
        <a:lnSpc>
          <a:spcPct val="100000"/>
        </a:lnSpc>
        <a:spcBef>
          <a:spcPts val="800"/>
        </a:spcBef>
        <a:buClr>
          <a:schemeClr val="accent1"/>
        </a:buClr>
        <a:buFont typeface="Arial" panose="020B0604020202020204" pitchFamily="34" charset="0"/>
        <a:buChar char="•"/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252000" indent="0" algn="l" defTabSz="685800" rtl="0" eaLnBrk="1" latinLnBrk="0" hangingPunct="1">
        <a:lnSpc>
          <a:spcPct val="100000"/>
        </a:lnSpc>
        <a:spcBef>
          <a:spcPts val="3000"/>
        </a:spcBef>
        <a:buFont typeface="Arial" panose="020B0604020202020204" pitchFamily="34" charset="0"/>
        <a:buNone/>
        <a:defRPr sz="20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252000" indent="0" algn="l" defTabSz="6858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6" orient="horz" pos="3867" userDrawn="1">
          <p15:clr>
            <a:srgbClr val="A4A3A4"/>
          </p15:clr>
        </p15:guide>
        <p15:guide id="7" pos="3689" userDrawn="1">
          <p15:clr>
            <a:srgbClr val="A4A3A4"/>
          </p15:clr>
        </p15:guide>
        <p15:guide id="8" pos="3990" userDrawn="1">
          <p15:clr>
            <a:srgbClr val="A4A3A4"/>
          </p15:clr>
        </p15:guide>
        <p15:guide id="9" pos="7437" userDrawn="1">
          <p15:clr>
            <a:srgbClr val="A4A3A4"/>
          </p15:clr>
        </p15:guide>
        <p15:guide id="10" pos="240" userDrawn="1">
          <p15:clr>
            <a:srgbClr val="A4A3A4"/>
          </p15:clr>
        </p15:guide>
        <p15:guide id="11" pos="483" userDrawn="1">
          <p15:clr>
            <a:srgbClr val="A4A3A4"/>
          </p15:clr>
        </p15:guide>
        <p15:guide id="12" pos="7196" userDrawn="1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6C5BC36-64E6-4BEE-B6EC-8932E9AE3D07}"/>
              </a:ext>
            </a:extLst>
          </p:cNvPr>
          <p:cNvSpPr/>
          <p:nvPr/>
        </p:nvSpPr>
        <p:spPr>
          <a:xfrm>
            <a:off x="758615" y="4714613"/>
            <a:ext cx="8355306" cy="2181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sz="1200" dirty="0" err="1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DAE04A-E133-48E6-858A-56D9EC8C451C}"/>
              </a:ext>
            </a:extLst>
          </p:cNvPr>
          <p:cNvSpPr/>
          <p:nvPr/>
        </p:nvSpPr>
        <p:spPr>
          <a:xfrm>
            <a:off x="758615" y="5220131"/>
            <a:ext cx="4072064" cy="2181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sz="1200" dirty="0" err="1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F0EE6D4-9362-4304-9A33-C4C5D18CF9D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58615" y="4440284"/>
            <a:ext cx="8725904" cy="984885"/>
          </a:xfrm>
        </p:spPr>
        <p:txBody>
          <a:bodyPr/>
          <a:lstStyle/>
          <a:p>
            <a:r>
              <a:rPr lang="fr-FR" dirty="0"/>
              <a:t>L’application est disponible à l’adresse suivante :</a:t>
            </a:r>
            <a:br>
              <a:rPr lang="fr-FR" dirty="0"/>
            </a:br>
            <a:r>
              <a:rPr lang="fr-FR" dirty="0"/>
              <a:t>http://10.75.12.10:8502</a:t>
            </a:r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EF90730A-9D5E-42EC-B519-99B28439DF1B}"/>
              </a:ext>
            </a:extLst>
          </p:cNvPr>
          <p:cNvSpPr txBox="1">
            <a:spLocks/>
          </p:cNvSpPr>
          <p:nvPr/>
        </p:nvSpPr>
        <p:spPr>
          <a:xfrm>
            <a:off x="758615" y="1425039"/>
            <a:ext cx="8725904" cy="2769989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algn="l" defTabSz="6858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6600" b="1" kern="1200" cap="all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fr-FR" sz="6000" cap="none" dirty="0"/>
              <a:t>Manuel d’utilisation de l’outil de compte-rendu</a:t>
            </a:r>
          </a:p>
        </p:txBody>
      </p:sp>
    </p:spTree>
    <p:extLst>
      <p:ext uri="{BB962C8B-B14F-4D97-AF65-F5344CB8AC3E}">
        <p14:creationId xmlns:p14="http://schemas.microsoft.com/office/powerpoint/2010/main" val="1968294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2FF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5">
            <a:extLst>
              <a:ext uri="{FF2B5EF4-FFF2-40B4-BE49-F238E27FC236}">
                <a16:creationId xmlns:a16="http://schemas.microsoft.com/office/drawing/2014/main" id="{D7CCC147-C740-4959-9CD6-2C58368330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348" y="698500"/>
            <a:ext cx="10655299" cy="609398"/>
          </a:xfrm>
        </p:spPr>
        <p:txBody>
          <a:bodyPr/>
          <a:lstStyle/>
          <a:p>
            <a:r>
              <a:rPr lang="fr-FR" sz="4400" cap="none" dirty="0"/>
              <a:t>Sommaire</a:t>
            </a:r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6778B9EC-8CA8-41A7-8A2A-69454663AB2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606959" y="1968286"/>
            <a:ext cx="4976352" cy="2769989"/>
          </a:xfrm>
        </p:spPr>
        <p:txBody>
          <a:bodyPr/>
          <a:lstStyle/>
          <a:p>
            <a:r>
              <a:rPr lang="fr-FR" sz="2000" dirty="0"/>
              <a:t>Caractéristiques de l’outil</a:t>
            </a:r>
          </a:p>
          <a:p>
            <a:r>
              <a:rPr lang="fr-FR" sz="2000" dirty="0"/>
              <a:t>Transcrire un fichier</a:t>
            </a:r>
          </a:p>
          <a:p>
            <a:r>
              <a:rPr lang="fr-FR" sz="2000" dirty="0"/>
              <a:t>Générer un compte-rendu</a:t>
            </a:r>
          </a:p>
          <a:p>
            <a:r>
              <a:rPr lang="fr-FR" sz="2000" dirty="0"/>
              <a:t>Télécharger le compte-rendu</a:t>
            </a:r>
          </a:p>
          <a:p>
            <a:r>
              <a:rPr lang="fr-FR" sz="2000" dirty="0"/>
              <a:t>Mode automatique</a:t>
            </a:r>
          </a:p>
        </p:txBody>
      </p:sp>
    </p:spTree>
    <p:extLst>
      <p:ext uri="{BB962C8B-B14F-4D97-AF65-F5344CB8AC3E}">
        <p14:creationId xmlns:p14="http://schemas.microsoft.com/office/powerpoint/2010/main" val="30864964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E7679B5-69B0-4294-8F86-3EA56A964B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6600" dirty="0"/>
              <a:t>Caractéristiques de l’outil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E1DAE08-1D7E-4848-8014-405660C7347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fr-FR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084426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92AEB9-0217-3608-67AB-09265B9797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D1A40A0C-E62D-19D0-1487-51D85D84EDB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26257" y="2091434"/>
            <a:ext cx="3773435" cy="307777"/>
          </a:xfrm>
        </p:spPr>
        <p:txBody>
          <a:bodyPr/>
          <a:lstStyle/>
          <a:p>
            <a:pPr algn="ctr"/>
            <a:r>
              <a:rPr lang="fr-FR" sz="2000" dirty="0"/>
              <a:t>Transcription</a:t>
            </a:r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580ECA86-3DF2-5816-D396-9E364CDEC5E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4519" y="2578542"/>
            <a:ext cx="3316912" cy="1477328"/>
          </a:xfrm>
        </p:spPr>
        <p:txBody>
          <a:bodyPr/>
          <a:lstStyle/>
          <a:p>
            <a:pPr marL="0" indent="0" algn="just">
              <a:buNone/>
            </a:pPr>
            <a:r>
              <a:rPr lang="fr-FR" sz="1600" dirty="0"/>
              <a:t>L’outil permet de transcrire des fichiers sous de nombreux formats audio et vidéo. Vous pouvez récupérer le texte transcrit sans avoir à déclencher le processus de compte-rendu</a:t>
            </a:r>
          </a:p>
        </p:txBody>
      </p:sp>
      <p:sp>
        <p:nvSpPr>
          <p:cNvPr id="21" name="Espace réservé du numéro de diapositive 20">
            <a:extLst>
              <a:ext uri="{FF2B5EF4-FFF2-40B4-BE49-F238E27FC236}">
                <a16:creationId xmlns:a16="http://schemas.microsoft.com/office/drawing/2014/main" id="{4C47BA98-9B47-5497-B01B-05E7FEAA2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D1BE4-CD17-43AC-A077-88CD7C37981B}" type="slidenum">
              <a:rPr lang="fr-FR" smtClean="0"/>
              <a:pPr/>
              <a:t>4</a:t>
            </a:fld>
            <a:endParaRPr lang="fr-FR" dirty="0"/>
          </a:p>
        </p:txBody>
      </p:sp>
      <p:sp>
        <p:nvSpPr>
          <p:cNvPr id="5" name="Espace réservé du texte 9">
            <a:extLst>
              <a:ext uri="{FF2B5EF4-FFF2-40B4-BE49-F238E27FC236}">
                <a16:creationId xmlns:a16="http://schemas.microsoft.com/office/drawing/2014/main" id="{F72D8911-E051-6940-40B2-64BC5E3D26D8}"/>
              </a:ext>
            </a:extLst>
          </p:cNvPr>
          <p:cNvSpPr txBox="1">
            <a:spLocks/>
          </p:cNvSpPr>
          <p:nvPr/>
        </p:nvSpPr>
        <p:spPr>
          <a:xfrm>
            <a:off x="4437544" y="2091434"/>
            <a:ext cx="3316912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3000" b="0" u="none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None/>
              <a:defRPr sz="3000" b="0" u="none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563" indent="-182563" algn="l" defTabSz="6858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52000" indent="0" algn="l" defTabSz="685800" rtl="0" eaLnBrk="1" latinLnBrk="0" hangingPunct="1">
              <a:lnSpc>
                <a:spcPct val="100000"/>
              </a:lnSpc>
              <a:spcBef>
                <a:spcPts val="3000"/>
              </a:spcBef>
              <a:buFont typeface="Arial" panose="020B0604020202020204" pitchFamily="34" charset="0"/>
              <a:buNone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252000" indent="0" algn="l" defTabSz="6858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sz="2000" dirty="0"/>
              <a:t>Prise en charge de fichiers</a:t>
            </a:r>
          </a:p>
        </p:txBody>
      </p:sp>
      <p:sp>
        <p:nvSpPr>
          <p:cNvPr id="6" name="Espace réservé du texte 10">
            <a:extLst>
              <a:ext uri="{FF2B5EF4-FFF2-40B4-BE49-F238E27FC236}">
                <a16:creationId xmlns:a16="http://schemas.microsoft.com/office/drawing/2014/main" id="{D9A4FA21-B8B5-F9C6-78C7-B89E1143E23C}"/>
              </a:ext>
            </a:extLst>
          </p:cNvPr>
          <p:cNvSpPr txBox="1">
            <a:spLocks/>
          </p:cNvSpPr>
          <p:nvPr/>
        </p:nvSpPr>
        <p:spPr>
          <a:xfrm>
            <a:off x="4437544" y="2506932"/>
            <a:ext cx="3316912" cy="13336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231775" indent="-231775" algn="l" defTabSz="6858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400" b="0" u="none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accent1"/>
              </a:buClr>
              <a:buFont typeface="Arial" panose="020B0604020202020204" pitchFamily="34" charset="0"/>
              <a:buNone/>
              <a:defRPr sz="2400" b="0" u="none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563" indent="-182563" algn="l" defTabSz="6858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52000" indent="0" algn="l" defTabSz="685800" rtl="0" eaLnBrk="1" latinLnBrk="0" hangingPunct="1">
              <a:lnSpc>
                <a:spcPct val="100000"/>
              </a:lnSpc>
              <a:spcBef>
                <a:spcPts val="3000"/>
              </a:spcBef>
              <a:buFont typeface="Arial" panose="020B0604020202020204" pitchFamily="34" charset="0"/>
              <a:buNone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252000" indent="0" algn="l" defTabSz="6858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r>
              <a:rPr lang="fr-FR" sz="1600" dirty="0"/>
              <a:t>Les types de fichiers pris en charge apparaissent sur la page d’</a:t>
            </a:r>
            <a:r>
              <a:rPr lang="fr-FR" sz="1600" dirty="0" err="1"/>
              <a:t>upload</a:t>
            </a:r>
            <a:r>
              <a:rPr lang="fr-FR" sz="1600" dirty="0"/>
              <a:t> de fichier.</a:t>
            </a:r>
          </a:p>
          <a:p>
            <a:pPr marL="0" indent="0" algn="just">
              <a:buFont typeface="Arial" panose="020B0604020202020204" pitchFamily="34" charset="0"/>
              <a:buNone/>
            </a:pPr>
            <a:r>
              <a:rPr lang="fr-FR" sz="1600" dirty="0"/>
              <a:t>Faites-nous savoir s’il manque un type de fichier que vous utilisez.</a:t>
            </a:r>
          </a:p>
        </p:txBody>
      </p:sp>
      <p:sp>
        <p:nvSpPr>
          <p:cNvPr id="7" name="Espace réservé du texte 9">
            <a:extLst>
              <a:ext uri="{FF2B5EF4-FFF2-40B4-BE49-F238E27FC236}">
                <a16:creationId xmlns:a16="http://schemas.microsoft.com/office/drawing/2014/main" id="{EAD69057-7E36-123A-9463-CD9580DBA903}"/>
              </a:ext>
            </a:extLst>
          </p:cNvPr>
          <p:cNvSpPr txBox="1">
            <a:spLocks/>
          </p:cNvSpPr>
          <p:nvPr/>
        </p:nvSpPr>
        <p:spPr>
          <a:xfrm>
            <a:off x="8124333" y="2083357"/>
            <a:ext cx="3599222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3000" b="0" u="none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None/>
              <a:defRPr sz="3000" b="0" u="none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563" indent="-182563" algn="l" defTabSz="6858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52000" indent="0" algn="l" defTabSz="685800" rtl="0" eaLnBrk="1" latinLnBrk="0" hangingPunct="1">
              <a:lnSpc>
                <a:spcPct val="100000"/>
              </a:lnSpc>
              <a:spcBef>
                <a:spcPts val="3000"/>
              </a:spcBef>
              <a:buFont typeface="Arial" panose="020B0604020202020204" pitchFamily="34" charset="0"/>
              <a:buNone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252000" indent="0" algn="l" defTabSz="6858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sz="2000" dirty="0"/>
              <a:t>Sauvegarde vers </a:t>
            </a:r>
            <a:r>
              <a:rPr lang="fr-FR" sz="2000" dirty="0" err="1"/>
              <a:t>word</a:t>
            </a:r>
            <a:endParaRPr lang="fr-FR" sz="2000" dirty="0"/>
          </a:p>
        </p:txBody>
      </p:sp>
      <p:sp>
        <p:nvSpPr>
          <p:cNvPr id="8" name="Espace réservé du texte 10">
            <a:extLst>
              <a:ext uri="{FF2B5EF4-FFF2-40B4-BE49-F238E27FC236}">
                <a16:creationId xmlns:a16="http://schemas.microsoft.com/office/drawing/2014/main" id="{3C320DBC-79E8-12B6-5025-5F0F8F14AB6E}"/>
              </a:ext>
            </a:extLst>
          </p:cNvPr>
          <p:cNvSpPr txBox="1">
            <a:spLocks/>
          </p:cNvSpPr>
          <p:nvPr/>
        </p:nvSpPr>
        <p:spPr>
          <a:xfrm>
            <a:off x="8265488" y="2506931"/>
            <a:ext cx="3316912" cy="9848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231775" indent="-231775" algn="l" defTabSz="6858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400" b="0" u="none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accent1"/>
              </a:buClr>
              <a:buFont typeface="Arial" panose="020B0604020202020204" pitchFamily="34" charset="0"/>
              <a:buNone/>
              <a:defRPr sz="2400" b="0" u="none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563" indent="-182563" algn="l" defTabSz="6858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52000" indent="0" algn="l" defTabSz="685800" rtl="0" eaLnBrk="1" latinLnBrk="0" hangingPunct="1">
              <a:lnSpc>
                <a:spcPct val="100000"/>
              </a:lnSpc>
              <a:spcBef>
                <a:spcPts val="3000"/>
              </a:spcBef>
              <a:buFont typeface="Arial" panose="020B0604020202020204" pitchFamily="34" charset="0"/>
              <a:buNone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252000" indent="0" algn="l" defTabSz="6858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fr-FR" sz="1600" dirty="0"/>
              <a:t>L’outil permet de télécharger le compte-rendu produit au format </a:t>
            </a:r>
            <a:r>
              <a:rPr lang="fr-FR" sz="1600" dirty="0" err="1"/>
              <a:t>word</a:t>
            </a:r>
            <a:r>
              <a:rPr lang="fr-FR" sz="1600" dirty="0"/>
              <a:t> avec un léger </a:t>
            </a:r>
            <a:r>
              <a:rPr lang="fr-FR" sz="1600" dirty="0" err="1"/>
              <a:t>formattage</a:t>
            </a:r>
            <a:r>
              <a:rPr lang="fr-FR" sz="1600" dirty="0"/>
              <a:t> du texte.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5B1A4E1-9991-0174-19D3-6BB76D9B54EC}"/>
              </a:ext>
            </a:extLst>
          </p:cNvPr>
          <p:cNvSpPr/>
          <p:nvPr/>
        </p:nvSpPr>
        <p:spPr>
          <a:xfrm>
            <a:off x="384175" y="1991226"/>
            <a:ext cx="3657600" cy="2285422"/>
          </a:xfrm>
          <a:prstGeom prst="rect">
            <a:avLst/>
          </a:prstGeom>
          <a:noFill/>
          <a:ln w="57150">
            <a:solidFill>
              <a:srgbClr val="92FFE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sz="1200" dirty="0" err="1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D0A097C-70B6-2620-A7A8-307D90668813}"/>
              </a:ext>
            </a:extLst>
          </p:cNvPr>
          <p:cNvSpPr/>
          <p:nvPr/>
        </p:nvSpPr>
        <p:spPr>
          <a:xfrm>
            <a:off x="4264819" y="1991226"/>
            <a:ext cx="3657600" cy="2285422"/>
          </a:xfrm>
          <a:prstGeom prst="rect">
            <a:avLst/>
          </a:prstGeom>
          <a:noFill/>
          <a:ln w="57150">
            <a:solidFill>
              <a:srgbClr val="92FFE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sz="1200" dirty="0" err="1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EB39B88-C75B-A188-773B-C0447EDE3550}"/>
              </a:ext>
            </a:extLst>
          </p:cNvPr>
          <p:cNvSpPr/>
          <p:nvPr/>
        </p:nvSpPr>
        <p:spPr>
          <a:xfrm>
            <a:off x="8095144" y="1991226"/>
            <a:ext cx="3657600" cy="2285422"/>
          </a:xfrm>
          <a:prstGeom prst="rect">
            <a:avLst/>
          </a:prstGeom>
          <a:noFill/>
          <a:ln w="57150">
            <a:solidFill>
              <a:srgbClr val="92FFE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sz="1200" dirty="0" err="1"/>
          </a:p>
        </p:txBody>
      </p:sp>
      <p:sp>
        <p:nvSpPr>
          <p:cNvPr id="17" name="Espace réservé du texte 9">
            <a:extLst>
              <a:ext uri="{FF2B5EF4-FFF2-40B4-BE49-F238E27FC236}">
                <a16:creationId xmlns:a16="http://schemas.microsoft.com/office/drawing/2014/main" id="{8A14CDAD-D3E5-02FD-F8E5-8F8555FD7BA7}"/>
              </a:ext>
            </a:extLst>
          </p:cNvPr>
          <p:cNvSpPr txBox="1">
            <a:spLocks/>
          </p:cNvSpPr>
          <p:nvPr/>
        </p:nvSpPr>
        <p:spPr>
          <a:xfrm>
            <a:off x="381000" y="1096623"/>
            <a:ext cx="11425238" cy="4616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3000" b="0" u="none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None/>
              <a:defRPr sz="3000" b="0" u="none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563" indent="-182563" algn="l" defTabSz="6858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52000" indent="0" algn="l" defTabSz="685800" rtl="0" eaLnBrk="1" latinLnBrk="0" hangingPunct="1">
              <a:lnSpc>
                <a:spcPct val="100000"/>
              </a:lnSpc>
              <a:spcBef>
                <a:spcPts val="3000"/>
              </a:spcBef>
              <a:buFont typeface="Arial" panose="020B0604020202020204" pitchFamily="34" charset="0"/>
              <a:buNone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252000" indent="0" algn="l" defTabSz="6858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Ses capacités</a:t>
            </a:r>
          </a:p>
        </p:txBody>
      </p:sp>
    </p:spTree>
    <p:extLst>
      <p:ext uri="{BB962C8B-B14F-4D97-AF65-F5344CB8AC3E}">
        <p14:creationId xmlns:p14="http://schemas.microsoft.com/office/powerpoint/2010/main" val="1860203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F8826461-E529-4863-8BEC-5F1C28248B6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430986" y="2106417"/>
            <a:ext cx="3657600" cy="369332"/>
          </a:xfrm>
        </p:spPr>
        <p:txBody>
          <a:bodyPr/>
          <a:lstStyle/>
          <a:p>
            <a:pPr algn="ctr"/>
            <a:r>
              <a:rPr lang="fr-FR" sz="2400" dirty="0"/>
              <a:t>Aucune base de données</a:t>
            </a:r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236D0A91-D761-4251-9699-B9493240BD3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604505" y="2599309"/>
            <a:ext cx="3316912" cy="1231106"/>
          </a:xfrm>
        </p:spPr>
        <p:txBody>
          <a:bodyPr/>
          <a:lstStyle/>
          <a:p>
            <a:pPr marL="0" indent="0" algn="just">
              <a:buNone/>
            </a:pPr>
            <a:r>
              <a:rPr lang="fr-FR" sz="1600" dirty="0"/>
              <a:t>L’outil n’est actuellement relié à aucune base de connaissances, il n’a pas accès à des informations spécifiques sur Eau de Paris par exemple.</a:t>
            </a:r>
          </a:p>
        </p:txBody>
      </p:sp>
      <p:sp>
        <p:nvSpPr>
          <p:cNvPr id="21" name="Espace réservé du numéro de diapositive 20">
            <a:extLst>
              <a:ext uri="{FF2B5EF4-FFF2-40B4-BE49-F238E27FC236}">
                <a16:creationId xmlns:a16="http://schemas.microsoft.com/office/drawing/2014/main" id="{6739839D-A810-469B-A664-C6C5B92D6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D1BE4-CD17-43AC-A077-88CD7C37981B}" type="slidenum">
              <a:rPr lang="fr-FR" smtClean="0"/>
              <a:pPr/>
              <a:t>5</a:t>
            </a:fld>
            <a:endParaRPr lang="fr-FR" dirty="0"/>
          </a:p>
        </p:txBody>
      </p:sp>
      <p:sp>
        <p:nvSpPr>
          <p:cNvPr id="5" name="Espace réservé du texte 9">
            <a:extLst>
              <a:ext uri="{FF2B5EF4-FFF2-40B4-BE49-F238E27FC236}">
                <a16:creationId xmlns:a16="http://schemas.microsoft.com/office/drawing/2014/main" id="{011BF5C2-81A6-A5FE-51F2-490ECE9827F7}"/>
              </a:ext>
            </a:extLst>
          </p:cNvPr>
          <p:cNvSpPr txBox="1">
            <a:spLocks/>
          </p:cNvSpPr>
          <p:nvPr/>
        </p:nvSpPr>
        <p:spPr>
          <a:xfrm>
            <a:off x="7272966" y="2114238"/>
            <a:ext cx="3316912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3000" b="0" u="none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None/>
              <a:defRPr sz="3000" b="0" u="none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563" indent="-182563" algn="l" defTabSz="6858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52000" indent="0" algn="l" defTabSz="685800" rtl="0" eaLnBrk="1" latinLnBrk="0" hangingPunct="1">
              <a:lnSpc>
                <a:spcPct val="100000"/>
              </a:lnSpc>
              <a:spcBef>
                <a:spcPts val="3000"/>
              </a:spcBef>
              <a:buFont typeface="Arial" panose="020B0604020202020204" pitchFamily="34" charset="0"/>
              <a:buNone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252000" indent="0" algn="l" defTabSz="6858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sz="2400" dirty="0"/>
              <a:t>Aucun apprentissage</a:t>
            </a:r>
          </a:p>
        </p:txBody>
      </p:sp>
      <p:sp>
        <p:nvSpPr>
          <p:cNvPr id="6" name="Espace réservé du texte 10">
            <a:extLst>
              <a:ext uri="{FF2B5EF4-FFF2-40B4-BE49-F238E27FC236}">
                <a16:creationId xmlns:a16="http://schemas.microsoft.com/office/drawing/2014/main" id="{9050593F-252F-20FE-CA22-B359068FC15B}"/>
              </a:ext>
            </a:extLst>
          </p:cNvPr>
          <p:cNvSpPr txBox="1">
            <a:spLocks/>
          </p:cNvSpPr>
          <p:nvPr/>
        </p:nvSpPr>
        <p:spPr>
          <a:xfrm>
            <a:off x="7270585" y="2601346"/>
            <a:ext cx="3316912" cy="12311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231775" indent="-231775" algn="l" defTabSz="6858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400" b="0" u="none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accent1"/>
              </a:buClr>
              <a:buFont typeface="Arial" panose="020B0604020202020204" pitchFamily="34" charset="0"/>
              <a:buNone/>
              <a:defRPr sz="2400" b="0" u="none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563" indent="-182563" algn="l" defTabSz="6858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52000" indent="0" algn="l" defTabSz="685800" rtl="0" eaLnBrk="1" latinLnBrk="0" hangingPunct="1">
              <a:lnSpc>
                <a:spcPct val="100000"/>
              </a:lnSpc>
              <a:spcBef>
                <a:spcPts val="3000"/>
              </a:spcBef>
              <a:buFont typeface="Arial" panose="020B0604020202020204" pitchFamily="34" charset="0"/>
              <a:buNone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252000" indent="0" algn="l" defTabSz="6858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r>
              <a:rPr lang="fr-FR" sz="1600" dirty="0"/>
              <a:t>Vos comptes-rendus produits ne sont pas utilisés pour de l’apprentissage et ne sont pas sauvegardés dans une base de données.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5A9B3EE-D595-B8BD-B65C-5DEEEB806800}"/>
              </a:ext>
            </a:extLst>
          </p:cNvPr>
          <p:cNvSpPr/>
          <p:nvPr/>
        </p:nvSpPr>
        <p:spPr>
          <a:xfrm>
            <a:off x="1434161" y="2011992"/>
            <a:ext cx="3657600" cy="2364205"/>
          </a:xfrm>
          <a:prstGeom prst="rect">
            <a:avLst/>
          </a:prstGeom>
          <a:noFill/>
          <a:ln w="57150">
            <a:solidFill>
              <a:srgbClr val="92FFE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sz="1200" dirty="0" err="1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790156-CF64-058C-07B6-B0B9AAB7EF7D}"/>
              </a:ext>
            </a:extLst>
          </p:cNvPr>
          <p:cNvSpPr/>
          <p:nvPr/>
        </p:nvSpPr>
        <p:spPr>
          <a:xfrm>
            <a:off x="7100241" y="2014029"/>
            <a:ext cx="3657600" cy="2364205"/>
          </a:xfrm>
          <a:prstGeom prst="rect">
            <a:avLst/>
          </a:prstGeom>
          <a:noFill/>
          <a:ln w="57150">
            <a:solidFill>
              <a:srgbClr val="92FFE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sz="1200" dirty="0" err="1"/>
          </a:p>
        </p:txBody>
      </p:sp>
      <p:sp>
        <p:nvSpPr>
          <p:cNvPr id="17" name="Espace réservé du texte 9">
            <a:extLst>
              <a:ext uri="{FF2B5EF4-FFF2-40B4-BE49-F238E27FC236}">
                <a16:creationId xmlns:a16="http://schemas.microsoft.com/office/drawing/2014/main" id="{DF3D8B31-3826-4149-CBE6-8C524B7E3C7A}"/>
              </a:ext>
            </a:extLst>
          </p:cNvPr>
          <p:cNvSpPr txBox="1">
            <a:spLocks/>
          </p:cNvSpPr>
          <p:nvPr/>
        </p:nvSpPr>
        <p:spPr>
          <a:xfrm>
            <a:off x="381000" y="1096623"/>
            <a:ext cx="11425238" cy="4616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3000" b="0" u="none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None/>
              <a:defRPr sz="3000" b="0" u="none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563" indent="-182563" algn="l" defTabSz="6858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52000" indent="0" algn="l" defTabSz="685800" rtl="0" eaLnBrk="1" latinLnBrk="0" hangingPunct="1">
              <a:lnSpc>
                <a:spcPct val="100000"/>
              </a:lnSpc>
              <a:spcBef>
                <a:spcPts val="3000"/>
              </a:spcBef>
              <a:buFont typeface="Arial" panose="020B0604020202020204" pitchFamily="34" charset="0"/>
              <a:buNone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252000" indent="0" algn="l" defTabSz="6858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Ses spécificités</a:t>
            </a:r>
          </a:p>
        </p:txBody>
      </p:sp>
    </p:spTree>
    <p:extLst>
      <p:ext uri="{BB962C8B-B14F-4D97-AF65-F5344CB8AC3E}">
        <p14:creationId xmlns:p14="http://schemas.microsoft.com/office/powerpoint/2010/main" val="2589526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21DA9D-E6E9-51B8-52F5-7B77FE2E81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289124F-A3EB-4A9D-2CA8-1A3D755038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6600" dirty="0"/>
              <a:t>Transcrire un fichier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00FCAC9-519E-4B78-56FF-F81C9430509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193827" y="3471824"/>
            <a:ext cx="1426673" cy="3077766"/>
          </a:xfrm>
        </p:spPr>
        <p:txBody>
          <a:bodyPr/>
          <a:lstStyle/>
          <a:p>
            <a:r>
              <a:rPr lang="fr-FR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6439178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D037BD-D48E-976D-E1F8-9A9F9C53F8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re 8">
            <a:extLst>
              <a:ext uri="{FF2B5EF4-FFF2-40B4-BE49-F238E27FC236}">
                <a16:creationId xmlns:a16="http://schemas.microsoft.com/office/drawing/2014/main" id="{84C87964-6EF6-4CAB-5201-87455117AA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Page de l’application</a:t>
            </a:r>
          </a:p>
        </p:txBody>
      </p:sp>
      <p:sp>
        <p:nvSpPr>
          <p:cNvPr id="21" name="Espace réservé du numéro de diapositive 20">
            <a:extLst>
              <a:ext uri="{FF2B5EF4-FFF2-40B4-BE49-F238E27FC236}">
                <a16:creationId xmlns:a16="http://schemas.microsoft.com/office/drawing/2014/main" id="{5A81C365-2E6F-EA4E-A4D1-4DB1DD989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D1BE4-CD17-43AC-A077-88CD7C37981B}" type="slidenum">
              <a:rPr lang="fr-FR" smtClean="0"/>
              <a:pPr/>
              <a:t>7</a:t>
            </a:fld>
            <a:endParaRPr lang="fr-FR" dirty="0"/>
          </a:p>
        </p:txBody>
      </p:sp>
      <p:pic>
        <p:nvPicPr>
          <p:cNvPr id="17" name="Image 16">
            <a:extLst>
              <a:ext uri="{FF2B5EF4-FFF2-40B4-BE49-F238E27FC236}">
                <a16:creationId xmlns:a16="http://schemas.microsoft.com/office/drawing/2014/main" id="{8CA891EF-FF7F-6B50-E2E4-61699131F48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84175" y="1884750"/>
            <a:ext cx="7839409" cy="3088499"/>
          </a:xfrm>
          <a:prstGeom prst="rect">
            <a:avLst/>
          </a:prstGeom>
          <a:ln>
            <a:solidFill>
              <a:schemeClr val="accent1"/>
            </a:solidFill>
          </a:ln>
          <a:effectLst/>
        </p:spPr>
      </p:pic>
      <p:sp>
        <p:nvSpPr>
          <p:cNvPr id="14" name="Espace réservé du texte 10">
            <a:extLst>
              <a:ext uri="{FF2B5EF4-FFF2-40B4-BE49-F238E27FC236}">
                <a16:creationId xmlns:a16="http://schemas.microsoft.com/office/drawing/2014/main" id="{7729469E-A330-858A-002A-B24999E2267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549503" y="2149343"/>
            <a:ext cx="3316912" cy="1231106"/>
          </a:xfrm>
        </p:spPr>
        <p:txBody>
          <a:bodyPr/>
          <a:lstStyle/>
          <a:p>
            <a:pPr marL="0" indent="0" algn="just">
              <a:buNone/>
            </a:pPr>
            <a:r>
              <a:rPr lang="fr-FR" sz="1600" dirty="0"/>
              <a:t>Pour transcrire un fichier, il suffit de le glisser-déposer dans la barre d’</a:t>
            </a:r>
            <a:r>
              <a:rPr lang="fr-FR" sz="1600" dirty="0" err="1"/>
              <a:t>upload</a:t>
            </a:r>
            <a:r>
              <a:rPr lang="fr-FR" sz="1600" dirty="0"/>
              <a:t>, ou bien de cliquer sur cette barre et de chercher manuellement le fichier.</a:t>
            </a:r>
          </a:p>
        </p:txBody>
      </p:sp>
      <p:sp>
        <p:nvSpPr>
          <p:cNvPr id="19" name="Espace réservé du texte 10">
            <a:extLst>
              <a:ext uri="{FF2B5EF4-FFF2-40B4-BE49-F238E27FC236}">
                <a16:creationId xmlns:a16="http://schemas.microsoft.com/office/drawing/2014/main" id="{7B85C171-E0F6-B7DB-6D8C-EE4996A6272D}"/>
              </a:ext>
            </a:extLst>
          </p:cNvPr>
          <p:cNvSpPr txBox="1">
            <a:spLocks/>
          </p:cNvSpPr>
          <p:nvPr/>
        </p:nvSpPr>
        <p:spPr>
          <a:xfrm>
            <a:off x="8549503" y="3694505"/>
            <a:ext cx="3316912" cy="9848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231775" indent="-231775" algn="l" defTabSz="6858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400" b="0" u="none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accent1"/>
              </a:buClr>
              <a:buFont typeface="Arial" panose="020B0604020202020204" pitchFamily="34" charset="0"/>
              <a:buNone/>
              <a:defRPr sz="2400" b="0" u="none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563" indent="-182563" algn="l" defTabSz="6858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52000" indent="0" algn="l" defTabSz="685800" rtl="0" eaLnBrk="1" latinLnBrk="0" hangingPunct="1">
              <a:lnSpc>
                <a:spcPct val="100000"/>
              </a:lnSpc>
              <a:spcBef>
                <a:spcPts val="3000"/>
              </a:spcBef>
              <a:buFont typeface="Arial" panose="020B0604020202020204" pitchFamily="34" charset="0"/>
              <a:buNone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252000" indent="0" algn="l" defTabSz="6858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r>
              <a:rPr lang="fr-FR" sz="1600" dirty="0"/>
              <a:t>Si vous possédez déjà le </a:t>
            </a:r>
            <a:r>
              <a:rPr lang="fr-FR" sz="1600" dirty="0" err="1"/>
              <a:t>transcript</a:t>
            </a:r>
            <a:r>
              <a:rPr lang="fr-FR" sz="1600" dirty="0"/>
              <a:t> de votre fichier au format .txt, vous pouvez l’uploader directement dans l’onglet </a:t>
            </a:r>
            <a:r>
              <a:rPr lang="fr-FR" sz="1600" b="1" dirty="0"/>
              <a:t>fichier texte existant</a:t>
            </a:r>
            <a:r>
              <a:rPr lang="fr-FR" sz="1600" dirty="0"/>
              <a:t>.</a:t>
            </a:r>
            <a:endParaRPr lang="fr-FR" sz="1600" b="1" dirty="0"/>
          </a:p>
        </p:txBody>
      </p:sp>
    </p:spTree>
    <p:extLst>
      <p:ext uri="{BB962C8B-B14F-4D97-AF65-F5344CB8AC3E}">
        <p14:creationId xmlns:p14="http://schemas.microsoft.com/office/powerpoint/2010/main" val="6606381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F054E8-3299-BB04-FF4A-2CFE10B187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323BCA1-5340-D0EA-12C2-4588E19A5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6600" dirty="0"/>
              <a:t>Générer un compte-rendu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B843F1D-5BA3-4E6B-E7D3-BD9F1133205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193827" y="3471824"/>
            <a:ext cx="1426673" cy="3077766"/>
          </a:xfrm>
        </p:spPr>
        <p:txBody>
          <a:bodyPr/>
          <a:lstStyle/>
          <a:p>
            <a:r>
              <a:rPr lang="fr-FR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371528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55459B-FE84-8BA3-85B4-10FBA59F7E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re 8">
            <a:extLst>
              <a:ext uri="{FF2B5EF4-FFF2-40B4-BE49-F238E27FC236}">
                <a16:creationId xmlns:a16="http://schemas.microsoft.com/office/drawing/2014/main" id="{5115A8F6-58E1-532E-339F-5619C8700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étapes de la génération</a:t>
            </a:r>
          </a:p>
        </p:txBody>
      </p:sp>
      <p:sp>
        <p:nvSpPr>
          <p:cNvPr id="21" name="Espace réservé du numéro de diapositive 20">
            <a:extLst>
              <a:ext uri="{FF2B5EF4-FFF2-40B4-BE49-F238E27FC236}">
                <a16:creationId xmlns:a16="http://schemas.microsoft.com/office/drawing/2014/main" id="{9F2AF89C-249E-EB67-36B1-444A42232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D1BE4-CD17-43AC-A077-88CD7C37981B}" type="slidenum">
              <a:rPr lang="fr-FR" smtClean="0"/>
              <a:pPr/>
              <a:t>9</a:t>
            </a:fld>
            <a:endParaRPr lang="fr-FR" dirty="0"/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D755AD4E-5525-8BCB-81D1-B4CD304FB9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886" y="1941062"/>
            <a:ext cx="5097284" cy="2676882"/>
          </a:xfrm>
          <a:prstGeom prst="rect">
            <a:avLst/>
          </a:prstGeom>
          <a:ln w="19050">
            <a:solidFill>
              <a:srgbClr val="002DDC"/>
            </a:solidFill>
          </a:ln>
        </p:spPr>
      </p:pic>
      <p:sp>
        <p:nvSpPr>
          <p:cNvPr id="15" name="ZoneTexte 14">
            <a:extLst>
              <a:ext uri="{FF2B5EF4-FFF2-40B4-BE49-F238E27FC236}">
                <a16:creationId xmlns:a16="http://schemas.microsoft.com/office/drawing/2014/main" id="{B7B9DB64-8A39-1B42-EEBA-EEF2198581C6}"/>
              </a:ext>
            </a:extLst>
          </p:cNvPr>
          <p:cNvSpPr txBox="1"/>
          <p:nvPr/>
        </p:nvSpPr>
        <p:spPr>
          <a:xfrm>
            <a:off x="6093619" y="1663676"/>
            <a:ext cx="4988943" cy="32316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400" dirty="0"/>
              <a:t>Une fois le </a:t>
            </a:r>
            <a:r>
              <a:rPr lang="fr-FR" sz="1400" dirty="0" err="1"/>
              <a:t>transcript</a:t>
            </a:r>
            <a:r>
              <a:rPr lang="fr-FR" sz="1400" dirty="0"/>
              <a:t> obtenu, vous passerez à l’étape de génération. Le texte est découpé en plusieurs morceaux qui seront analysés chacun leur tour et assemblés à la fin.</a:t>
            </a:r>
          </a:p>
          <a:p>
            <a:endParaRPr lang="fr-FR" sz="1400" dirty="0"/>
          </a:p>
          <a:p>
            <a:r>
              <a:rPr lang="fr-FR" sz="1400" dirty="0"/>
              <a:t>Quatre boutons vont apparaître :</a:t>
            </a:r>
          </a:p>
          <a:p>
            <a:pPr marL="285750" indent="-285750">
              <a:buFontTx/>
              <a:buChar char="-"/>
            </a:pPr>
            <a:r>
              <a:rPr lang="fr-FR" sz="1400" b="1" dirty="0"/>
              <a:t>Analyser tout </a:t>
            </a:r>
            <a:r>
              <a:rPr lang="fr-FR" sz="1400" dirty="0"/>
              <a:t>: Cela lance le processus d’analyse de tous les morceaux de texte. (C’est ce bouton qu’il faut cliquer en premier)</a:t>
            </a:r>
          </a:p>
          <a:p>
            <a:pPr marL="285750" indent="-285750">
              <a:buFontTx/>
              <a:buChar char="-"/>
            </a:pPr>
            <a:r>
              <a:rPr lang="fr-FR" sz="1400" b="1" dirty="0"/>
              <a:t>Manquants</a:t>
            </a:r>
            <a:r>
              <a:rPr lang="fr-FR" sz="1400" dirty="0"/>
              <a:t> : Si l’analyse s’est terminée et que des morceaux de textes n’ont pas été analysés, cliquez sur ce bouton pour corriger cela</a:t>
            </a:r>
          </a:p>
          <a:p>
            <a:pPr marL="285750" indent="-285750">
              <a:buFontTx/>
              <a:buChar char="-"/>
            </a:pPr>
            <a:r>
              <a:rPr lang="fr-FR" sz="1400" b="1" dirty="0"/>
              <a:t>Reprendre</a:t>
            </a:r>
            <a:r>
              <a:rPr lang="fr-FR" sz="1400" dirty="0"/>
              <a:t> : Si l’analyse venait à être interrompue, cliquez sur ce bouton pour la reprendre</a:t>
            </a:r>
          </a:p>
          <a:p>
            <a:pPr marL="285750" indent="-285750">
              <a:buFontTx/>
              <a:buChar char="-"/>
            </a:pPr>
            <a:r>
              <a:rPr lang="fr-FR" sz="1400" b="1" dirty="0"/>
              <a:t>Réinitialiser</a:t>
            </a:r>
            <a:r>
              <a:rPr lang="fr-FR" sz="1400" dirty="0"/>
              <a:t> : Cela efface les analyses de chaque morceau de texte</a:t>
            </a:r>
          </a:p>
        </p:txBody>
      </p:sp>
    </p:spTree>
    <p:extLst>
      <p:ext uri="{BB962C8B-B14F-4D97-AF65-F5344CB8AC3E}">
        <p14:creationId xmlns:p14="http://schemas.microsoft.com/office/powerpoint/2010/main" val="898125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A373C11-540D-3D3C-6BEB-E36162127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Compte-rendu final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F14F6082-3052-C7C9-70B2-88A3BE5F5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D1BE4-CD17-43AC-A077-88CD7C37981B}" type="slidenum">
              <a:rPr lang="fr-FR" smtClean="0"/>
              <a:pPr/>
              <a:t>10</a:t>
            </a:fld>
            <a:endParaRPr lang="fr-FR" dirty="0"/>
          </a:p>
        </p:txBody>
      </p:sp>
      <p:pic>
        <p:nvPicPr>
          <p:cNvPr id="7" name="Image 6" descr="Une image contenant texte, Police, lign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423286DC-5249-6156-AA25-322EDF4732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175" y="2554922"/>
            <a:ext cx="5760720" cy="1748155"/>
          </a:xfrm>
          <a:prstGeom prst="rect">
            <a:avLst/>
          </a:prstGeom>
          <a:ln>
            <a:solidFill>
              <a:srgbClr val="002DDC"/>
            </a:solidFill>
          </a:ln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CCC99D8E-3137-899B-0101-7DF5B874F120}"/>
              </a:ext>
            </a:extLst>
          </p:cNvPr>
          <p:cNvSpPr txBox="1"/>
          <p:nvPr/>
        </p:nvSpPr>
        <p:spPr>
          <a:xfrm>
            <a:off x="7465221" y="3105833"/>
            <a:ext cx="3573754" cy="6463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400" dirty="0"/>
              <a:t>Lorsque tous les morceaux de texte ont été analysés, vous pouvez générer le compte-rendu final.</a:t>
            </a:r>
          </a:p>
        </p:txBody>
      </p:sp>
    </p:spTree>
    <p:extLst>
      <p:ext uri="{BB962C8B-B14F-4D97-AF65-F5344CB8AC3E}">
        <p14:creationId xmlns:p14="http://schemas.microsoft.com/office/powerpoint/2010/main" val="1648884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0F5DBB-88F2-E198-E527-4B4D961354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9C04E7B-62AF-3C88-34B3-1AA4D00DAD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6600" dirty="0"/>
              <a:t>Télécharger le compte-rendu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1C4F2CB-2B86-BC82-B195-0C0B9920CD8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193827" y="3471824"/>
            <a:ext cx="1426673" cy="3077766"/>
          </a:xfrm>
        </p:spPr>
        <p:txBody>
          <a:bodyPr/>
          <a:lstStyle/>
          <a:p>
            <a:r>
              <a:rPr lang="fr-FR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2741300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255E36-268F-D71F-ACEA-342905454C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re 8">
            <a:extLst>
              <a:ext uri="{FF2B5EF4-FFF2-40B4-BE49-F238E27FC236}">
                <a16:creationId xmlns:a16="http://schemas.microsoft.com/office/drawing/2014/main" id="{9C91E0BF-39A8-1EAF-E2C3-FECD5B3D4F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Sauvegarde locale de la conversation</a:t>
            </a:r>
          </a:p>
        </p:txBody>
      </p:sp>
      <p:sp>
        <p:nvSpPr>
          <p:cNvPr id="21" name="Espace réservé du numéro de diapositive 20">
            <a:extLst>
              <a:ext uri="{FF2B5EF4-FFF2-40B4-BE49-F238E27FC236}">
                <a16:creationId xmlns:a16="http://schemas.microsoft.com/office/drawing/2014/main" id="{06B6ABD3-6E12-0DCD-BAEC-77FA8456E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D1BE4-CD17-43AC-A077-88CD7C37981B}" type="slidenum">
              <a:rPr lang="fr-FR" smtClean="0"/>
              <a:pPr/>
              <a:t>12</a:t>
            </a:fld>
            <a:endParaRPr lang="fr-FR" dirty="0"/>
          </a:p>
        </p:txBody>
      </p:sp>
      <p:pic>
        <p:nvPicPr>
          <p:cNvPr id="6" name="Image 5" descr="Une image contenant texte, capture d’écran, Police, Page web&#10;&#10;Le contenu généré par l’IA peut être incorrect.">
            <a:extLst>
              <a:ext uri="{FF2B5EF4-FFF2-40B4-BE49-F238E27FC236}">
                <a16:creationId xmlns:a16="http://schemas.microsoft.com/office/drawing/2014/main" id="{9B774246-E275-8951-A574-CA1C8E9FF3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175" y="1977707"/>
            <a:ext cx="5760720" cy="2902585"/>
          </a:xfrm>
          <a:prstGeom prst="rect">
            <a:avLst/>
          </a:prstGeom>
          <a:ln>
            <a:solidFill>
              <a:srgbClr val="002DDC"/>
            </a:solidFill>
          </a:ln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4F06D003-E4A1-C936-8BD9-F67EA9D8C3BC}"/>
              </a:ext>
            </a:extLst>
          </p:cNvPr>
          <p:cNvSpPr txBox="1"/>
          <p:nvPr/>
        </p:nvSpPr>
        <p:spPr>
          <a:xfrm>
            <a:off x="7501689" y="2890391"/>
            <a:ext cx="3567363" cy="10772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400" dirty="0"/>
              <a:t>Une fois le compte-rendu généré, vous avez la possibilité de le  télécharger au format </a:t>
            </a:r>
            <a:r>
              <a:rPr lang="fr-FR" sz="1400" dirty="0" err="1"/>
              <a:t>word</a:t>
            </a:r>
            <a:r>
              <a:rPr lang="fr-FR" sz="1400" dirty="0"/>
              <a:t>. La mise en page y sera très </a:t>
            </a:r>
            <a:r>
              <a:rPr lang="fr-FR" sz="1400" dirty="0" err="1"/>
              <a:t>minimamliste</a:t>
            </a:r>
            <a:r>
              <a:rPr lang="fr-FR" sz="1400" dirty="0"/>
              <a:t>, elle nécessitera des ajustements de votre part.</a:t>
            </a:r>
          </a:p>
        </p:txBody>
      </p:sp>
    </p:spTree>
    <p:extLst>
      <p:ext uri="{BB962C8B-B14F-4D97-AF65-F5344CB8AC3E}">
        <p14:creationId xmlns:p14="http://schemas.microsoft.com/office/powerpoint/2010/main" val="1759982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87497E-6E05-025A-B84E-6905D22B15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147A9A1-8881-9CE9-86A6-ADCA565E7B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6600" dirty="0"/>
              <a:t>Mode automatique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841F18C-B694-A1BD-D96E-31421EFE3E2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193827" y="3471824"/>
            <a:ext cx="1426673" cy="3077766"/>
          </a:xfrm>
        </p:spPr>
        <p:txBody>
          <a:bodyPr/>
          <a:lstStyle/>
          <a:p>
            <a:r>
              <a:rPr lang="fr-FR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312093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4AC086-F62F-8DF0-6222-2AD715BEB9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re 8">
            <a:extLst>
              <a:ext uri="{FF2B5EF4-FFF2-40B4-BE49-F238E27FC236}">
                <a16:creationId xmlns:a16="http://schemas.microsoft.com/office/drawing/2014/main" id="{6B5DF48F-B542-9D1B-5994-60F5F71AC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Automatisation du processus</a:t>
            </a:r>
          </a:p>
        </p:txBody>
      </p:sp>
      <p:sp>
        <p:nvSpPr>
          <p:cNvPr id="21" name="Espace réservé du numéro de diapositive 20">
            <a:extLst>
              <a:ext uri="{FF2B5EF4-FFF2-40B4-BE49-F238E27FC236}">
                <a16:creationId xmlns:a16="http://schemas.microsoft.com/office/drawing/2014/main" id="{A896E546-0FDD-DBF4-3BA5-B70636CF8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D1BE4-CD17-43AC-A077-88CD7C37981B}" type="slidenum">
              <a:rPr lang="fr-FR" smtClean="0"/>
              <a:pPr/>
              <a:t>14</a:t>
            </a:fld>
            <a:endParaRPr lang="fr-FR" dirty="0"/>
          </a:p>
        </p:txBody>
      </p:sp>
      <p:pic>
        <p:nvPicPr>
          <p:cNvPr id="7" name="Image 6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0731B10F-7975-F3D7-6790-54E25968A7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3582" y="1771418"/>
            <a:ext cx="2229161" cy="3315163"/>
          </a:xfrm>
          <a:prstGeom prst="rect">
            <a:avLst/>
          </a:prstGeom>
          <a:ln>
            <a:solidFill>
              <a:srgbClr val="002DDC"/>
            </a:solidFill>
          </a:ln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AAE93B74-1740-CF29-D4E7-5DFC4763A6F1}"/>
              </a:ext>
            </a:extLst>
          </p:cNvPr>
          <p:cNvSpPr txBox="1"/>
          <p:nvPr/>
        </p:nvSpPr>
        <p:spPr>
          <a:xfrm>
            <a:off x="5594684" y="2051384"/>
            <a:ext cx="4230451" cy="23698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400" dirty="0"/>
              <a:t>Une option pour activer le mode automatique est disponible.</a:t>
            </a:r>
          </a:p>
          <a:p>
            <a:r>
              <a:rPr lang="fr-FR" sz="1400" dirty="0"/>
              <a:t>Ce mode permet d’automatiser les étapes de génération, il est activé par défaut au chargement de la page.</a:t>
            </a:r>
          </a:p>
          <a:p>
            <a:r>
              <a:rPr lang="fr-FR" sz="1400" dirty="0"/>
              <a:t>Lorsqu’activé, il suffit de valider le chargement du fichier audio/vidéo ou le </a:t>
            </a:r>
            <a:r>
              <a:rPr lang="fr-FR" sz="1400" dirty="0" err="1"/>
              <a:t>transcript</a:t>
            </a:r>
            <a:r>
              <a:rPr lang="fr-FR" sz="1400" dirty="0"/>
              <a:t> texte pour que toutes les générations intermédiaires s’effectuent automatiquement pour avoir seulement à télécharger le compte-rendu en </a:t>
            </a:r>
            <a:r>
              <a:rPr lang="fr-FR" sz="1400" dirty="0" err="1"/>
              <a:t>word</a:t>
            </a:r>
            <a:r>
              <a:rPr lang="fr-FR" sz="1400" dirty="0"/>
              <a:t> comme deuxième action sur la page.</a:t>
            </a:r>
          </a:p>
        </p:txBody>
      </p:sp>
    </p:spTree>
    <p:extLst>
      <p:ext uri="{BB962C8B-B14F-4D97-AF65-F5344CB8AC3E}">
        <p14:creationId xmlns:p14="http://schemas.microsoft.com/office/powerpoint/2010/main" val="17316695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Eau de Paris">
  <a:themeElements>
    <a:clrScheme name="Eau de Paris">
      <a:dk1>
        <a:sysClr val="windowText" lastClr="000000"/>
      </a:dk1>
      <a:lt1>
        <a:sysClr val="window" lastClr="FFFFFF"/>
      </a:lt1>
      <a:dk2>
        <a:srgbClr val="000000"/>
      </a:dk2>
      <a:lt2>
        <a:srgbClr val="000000"/>
      </a:lt2>
      <a:accent1>
        <a:srgbClr val="002DDC"/>
      </a:accent1>
      <a:accent2>
        <a:srgbClr val="92FFED"/>
      </a:accent2>
      <a:accent3>
        <a:srgbClr val="AEFFAE"/>
      </a:accent3>
      <a:accent4>
        <a:srgbClr val="FF96A5"/>
      </a:accent4>
      <a:accent5>
        <a:srgbClr val="4F3B2B"/>
      </a:accent5>
      <a:accent6>
        <a:srgbClr val="000000"/>
      </a:accent6>
      <a:hlink>
        <a:srgbClr val="002DDC"/>
      </a:hlink>
      <a:folHlink>
        <a:srgbClr val="002DDC"/>
      </a:folHlink>
    </a:clrScheme>
    <a:fontScheme name="Eau de Pari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 rot="0" spcFirstLastPara="0" vertOverflow="overflow" horzOverflow="overflow" vert="horz" wrap="none" lIns="72000" tIns="72000" rIns="72000" bIns="72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200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lIns="0" tIns="0" rIns="0" bIns="0" rtlCol="0">
        <a:spAutoFit/>
      </a:bodyPr>
      <a:lstStyle>
        <a:defPPr>
          <a:defRPr sz="14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Modèle PowerPoint Eau de Paris_062022" id="{40978991-3F67-47DF-89FE-168C9B7C1144}" vid="{8E7CB39D-5AEA-410C-95C4-62A354C0AB88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Modèle Eau de Paris 062022</Template>
  <TotalTime>485</TotalTime>
  <Words>501</Words>
  <Application>Microsoft Office PowerPoint</Application>
  <PresentationFormat>Grand écran</PresentationFormat>
  <Paragraphs>57</Paragraphs>
  <Slides>14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17" baseType="lpstr">
      <vt:lpstr>Arial</vt:lpstr>
      <vt:lpstr>Calibri</vt:lpstr>
      <vt:lpstr>Eau de Paris</vt:lpstr>
      <vt:lpstr>Présentation PowerPoint</vt:lpstr>
      <vt:lpstr>Sommaire</vt:lpstr>
      <vt:lpstr>Caractéristiques de l’outil</vt:lpstr>
      <vt:lpstr>Présentation PowerPoint</vt:lpstr>
      <vt:lpstr>Présentation PowerPoint</vt:lpstr>
      <vt:lpstr>Transcrire un fichier</vt:lpstr>
      <vt:lpstr>Page de l’application</vt:lpstr>
      <vt:lpstr>Générer un compte-rendu</vt:lpstr>
      <vt:lpstr>Les étapes de la génération</vt:lpstr>
      <vt:lpstr>Compte-rendu final</vt:lpstr>
      <vt:lpstr>Télécharger le compte-rendu</vt:lpstr>
      <vt:lpstr>Sauvegarde locale de la conversation</vt:lpstr>
      <vt:lpstr>Mode automatique</vt:lpstr>
      <vt:lpstr>Automatisation du processus</vt:lpstr>
    </vt:vector>
  </TitlesOfParts>
  <Company>Eau de Paris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Paul VIDOUZE</dc:creator>
  <cp:lastModifiedBy>Olivier JIQUEL</cp:lastModifiedBy>
  <cp:revision>9</cp:revision>
  <dcterms:created xsi:type="dcterms:W3CDTF">2026-06-18T12:48:51Z</dcterms:created>
  <dcterms:modified xsi:type="dcterms:W3CDTF">2026-06-29T12:18:35Z</dcterms:modified>
</cp:coreProperties>
</file>